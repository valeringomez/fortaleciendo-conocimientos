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12179300" cy="6858000"/>
  <p:notesSz cx="121793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75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78438" cy="3444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6899275" y="0"/>
            <a:ext cx="5276850" cy="344488"/>
          </a:xfrm>
          <a:prstGeom prst="rect">
            <a:avLst/>
          </a:prstGeom>
        </p:spPr>
        <p:txBody>
          <a:bodyPr vert="horz" lIns="91440" tIns="45720" rIns="91440" bIns="45720" rtlCol="0"/>
          <a:lstStyle>
            <a:lvl1pPr algn="r">
              <a:defRPr sz="1200"/>
            </a:lvl1pPr>
          </a:lstStyle>
          <a:p>
            <a:fld id="{A9913B7F-5E69-41D5-9CD0-24A77B0EC337}" type="datetimeFigureOut">
              <a:rPr lang="en-US" smtClean="0"/>
              <a:t>7/10/2024</a:t>
            </a:fld>
            <a:endParaRPr lang="en-US"/>
          </a:p>
        </p:txBody>
      </p:sp>
      <p:sp>
        <p:nvSpPr>
          <p:cNvPr id="4" name="Marcador de imagen de diapositiva 3"/>
          <p:cNvSpPr>
            <a:spLocks noGrp="1" noRot="1" noChangeAspect="1"/>
          </p:cNvSpPr>
          <p:nvPr>
            <p:ph type="sldImg" idx="2"/>
          </p:nvPr>
        </p:nvSpPr>
        <p:spPr>
          <a:xfrm>
            <a:off x="4033838" y="857250"/>
            <a:ext cx="4111625"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1217613" y="3300413"/>
            <a:ext cx="9744075" cy="2700337"/>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6" name="Marcador de pie de página 5"/>
          <p:cNvSpPr>
            <a:spLocks noGrp="1"/>
          </p:cNvSpPr>
          <p:nvPr>
            <p:ph type="ftr" sz="quarter" idx="4"/>
          </p:nvPr>
        </p:nvSpPr>
        <p:spPr>
          <a:xfrm>
            <a:off x="0" y="6513513"/>
            <a:ext cx="5278438" cy="3444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6899275" y="6513513"/>
            <a:ext cx="5276850" cy="344487"/>
          </a:xfrm>
          <a:prstGeom prst="rect">
            <a:avLst/>
          </a:prstGeom>
        </p:spPr>
        <p:txBody>
          <a:bodyPr vert="horz" lIns="91440" tIns="45720" rIns="91440" bIns="45720" rtlCol="0" anchor="b"/>
          <a:lstStyle>
            <a:lvl1pPr algn="r">
              <a:defRPr sz="1200"/>
            </a:lvl1pPr>
          </a:lstStyle>
          <a:p>
            <a:fld id="{EB8BDEAE-6553-44B3-8EDB-82442419A0A7}" type="slidenum">
              <a:rPr lang="en-US" smtClean="0"/>
              <a:t>‹Nº›</a:t>
            </a:fld>
            <a:endParaRPr lang="en-US"/>
          </a:p>
        </p:txBody>
      </p:sp>
    </p:spTree>
    <p:extLst>
      <p:ext uri="{BB962C8B-B14F-4D97-AF65-F5344CB8AC3E}">
        <p14:creationId xmlns:p14="http://schemas.microsoft.com/office/powerpoint/2010/main" val="134148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EB8BDEAE-6553-44B3-8EDB-82442419A0A7}" type="slidenum">
              <a:rPr lang="en-US" smtClean="0"/>
              <a:t>3</a:t>
            </a:fld>
            <a:endParaRPr lang="en-US"/>
          </a:p>
        </p:txBody>
      </p:sp>
    </p:spTree>
    <p:extLst>
      <p:ext uri="{BB962C8B-B14F-4D97-AF65-F5344CB8AC3E}">
        <p14:creationId xmlns:p14="http://schemas.microsoft.com/office/powerpoint/2010/main" val="3519105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544197" y="964106"/>
            <a:ext cx="5090904" cy="1169035"/>
          </a:xfrm>
          <a:prstGeom prst="rect">
            <a:avLst/>
          </a:prstGeom>
        </p:spPr>
        <p:txBody>
          <a:bodyPr wrap="square" lIns="0" tIns="0" rIns="0" bIns="0">
            <a:spAutoFit/>
          </a:bodyPr>
          <a:lstStyle>
            <a:lvl1pPr>
              <a:defRPr sz="3600" b="1" i="0">
                <a:solidFill>
                  <a:srgbClr val="3A3737"/>
                </a:solidFill>
                <a:latin typeface="Calibri"/>
                <a:cs typeface="Calibri"/>
              </a:defRPr>
            </a:lvl1pPr>
          </a:lstStyle>
          <a:p>
            <a:endParaRPr/>
          </a:p>
        </p:txBody>
      </p:sp>
      <p:sp>
        <p:nvSpPr>
          <p:cNvPr id="3" name="Holder 3"/>
          <p:cNvSpPr>
            <a:spLocks noGrp="1"/>
          </p:cNvSpPr>
          <p:nvPr>
            <p:ph type="subTitle" idx="4"/>
          </p:nvPr>
        </p:nvSpPr>
        <p:spPr>
          <a:xfrm>
            <a:off x="1826895" y="3840480"/>
            <a:ext cx="8525510" cy="171450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3A3737"/>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3A3737"/>
                </a:solidFill>
                <a:latin typeface="Calibri"/>
                <a:cs typeface="Calibri"/>
              </a:defRPr>
            </a:lvl1pPr>
          </a:lstStyle>
          <a:p>
            <a:endParaRPr/>
          </a:p>
        </p:txBody>
      </p:sp>
      <p:sp>
        <p:nvSpPr>
          <p:cNvPr id="3" name="Holder 3"/>
          <p:cNvSpPr>
            <a:spLocks noGrp="1"/>
          </p:cNvSpPr>
          <p:nvPr>
            <p:ph sz="half" idx="2"/>
          </p:nvPr>
        </p:nvSpPr>
        <p:spPr>
          <a:xfrm>
            <a:off x="608965" y="1577340"/>
            <a:ext cx="5297995"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2339" y="1577340"/>
            <a:ext cx="5297995"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7/10/2024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3A3737"/>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7/10/2024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7/10/2024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608965" y="342542"/>
            <a:ext cx="1890328" cy="380603"/>
          </a:xfrm>
          <a:prstGeom prst="rect">
            <a:avLst/>
          </a:prstGeom>
        </p:spPr>
      </p:pic>
      <p:sp>
        <p:nvSpPr>
          <p:cNvPr id="2" name="Holder 2"/>
          <p:cNvSpPr>
            <a:spLocks noGrp="1"/>
          </p:cNvSpPr>
          <p:nvPr>
            <p:ph type="title"/>
          </p:nvPr>
        </p:nvSpPr>
        <p:spPr>
          <a:xfrm>
            <a:off x="2277322" y="964106"/>
            <a:ext cx="7624654" cy="1169035"/>
          </a:xfrm>
          <a:prstGeom prst="rect">
            <a:avLst/>
          </a:prstGeom>
        </p:spPr>
        <p:txBody>
          <a:bodyPr wrap="square" lIns="0" tIns="0" rIns="0" bIns="0">
            <a:spAutoFit/>
          </a:bodyPr>
          <a:lstStyle>
            <a:lvl1pPr>
              <a:defRPr sz="3600" b="1" i="0">
                <a:solidFill>
                  <a:srgbClr val="3A3737"/>
                </a:solidFill>
                <a:latin typeface="Calibri"/>
                <a:cs typeface="Calibri"/>
              </a:defRPr>
            </a:lvl1pPr>
          </a:lstStyle>
          <a:p>
            <a:endParaRPr/>
          </a:p>
        </p:txBody>
      </p:sp>
      <p:sp>
        <p:nvSpPr>
          <p:cNvPr id="3" name="Holder 3"/>
          <p:cNvSpPr>
            <a:spLocks noGrp="1"/>
          </p:cNvSpPr>
          <p:nvPr>
            <p:ph type="body" idx="1"/>
          </p:nvPr>
        </p:nvSpPr>
        <p:spPr>
          <a:xfrm>
            <a:off x="616415" y="2479022"/>
            <a:ext cx="10947400" cy="1837689"/>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0962" y="6377940"/>
            <a:ext cx="3897376"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8965" y="6377940"/>
            <a:ext cx="2801239"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7/10/2024</a:t>
            </a:fld>
            <a:endParaRPr lang="en-US"/>
          </a:p>
        </p:txBody>
      </p:sp>
      <p:sp>
        <p:nvSpPr>
          <p:cNvPr id="6" name="Holder 6"/>
          <p:cNvSpPr>
            <a:spLocks noGrp="1"/>
          </p:cNvSpPr>
          <p:nvPr>
            <p:ph type="sldNum" sz="quarter" idx="7"/>
          </p:nvPr>
        </p:nvSpPr>
        <p:spPr>
          <a:xfrm>
            <a:off x="8769096" y="6377940"/>
            <a:ext cx="2801239"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6" Type="http://schemas.openxmlformats.org/officeDocument/2006/relationships/image" Target="../media/image29.png"/><Relationship Id="rId21" Type="http://schemas.openxmlformats.org/officeDocument/2006/relationships/image" Target="../media/image24.png"/><Relationship Id="rId42" Type="http://schemas.openxmlformats.org/officeDocument/2006/relationships/image" Target="../media/image45.png"/><Relationship Id="rId47" Type="http://schemas.openxmlformats.org/officeDocument/2006/relationships/image" Target="../media/image50.png"/><Relationship Id="rId63" Type="http://schemas.openxmlformats.org/officeDocument/2006/relationships/image" Target="../media/image66.png"/><Relationship Id="rId68" Type="http://schemas.openxmlformats.org/officeDocument/2006/relationships/image" Target="../media/image71.png"/><Relationship Id="rId16" Type="http://schemas.openxmlformats.org/officeDocument/2006/relationships/image" Target="../media/image19.png"/><Relationship Id="rId11" Type="http://schemas.openxmlformats.org/officeDocument/2006/relationships/image" Target="../media/image14.png"/><Relationship Id="rId32" Type="http://schemas.openxmlformats.org/officeDocument/2006/relationships/image" Target="../media/image35.png"/><Relationship Id="rId37" Type="http://schemas.openxmlformats.org/officeDocument/2006/relationships/image" Target="../media/image40.png"/><Relationship Id="rId53" Type="http://schemas.openxmlformats.org/officeDocument/2006/relationships/image" Target="../media/image56.png"/><Relationship Id="rId58" Type="http://schemas.openxmlformats.org/officeDocument/2006/relationships/image" Target="../media/image61.png"/><Relationship Id="rId74" Type="http://schemas.openxmlformats.org/officeDocument/2006/relationships/image" Target="../media/image77.png"/><Relationship Id="rId79" Type="http://schemas.openxmlformats.org/officeDocument/2006/relationships/image" Target="../media/image82.png"/><Relationship Id="rId5" Type="http://schemas.openxmlformats.org/officeDocument/2006/relationships/image" Target="../media/image8.png"/><Relationship Id="rId61" Type="http://schemas.openxmlformats.org/officeDocument/2006/relationships/image" Target="../media/image64.png"/><Relationship Id="rId19" Type="http://schemas.openxmlformats.org/officeDocument/2006/relationships/image" Target="../media/image22.pn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43" Type="http://schemas.openxmlformats.org/officeDocument/2006/relationships/image" Target="../media/image46.png"/><Relationship Id="rId48" Type="http://schemas.openxmlformats.org/officeDocument/2006/relationships/image" Target="../media/image51.png"/><Relationship Id="rId56" Type="http://schemas.openxmlformats.org/officeDocument/2006/relationships/image" Target="../media/image59.png"/><Relationship Id="rId64" Type="http://schemas.openxmlformats.org/officeDocument/2006/relationships/image" Target="../media/image67.png"/><Relationship Id="rId69" Type="http://schemas.openxmlformats.org/officeDocument/2006/relationships/image" Target="../media/image72.png"/><Relationship Id="rId77" Type="http://schemas.openxmlformats.org/officeDocument/2006/relationships/image" Target="../media/image80.png"/><Relationship Id="rId8" Type="http://schemas.openxmlformats.org/officeDocument/2006/relationships/image" Target="../media/image11.png"/><Relationship Id="rId51" Type="http://schemas.openxmlformats.org/officeDocument/2006/relationships/image" Target="../media/image54.png"/><Relationship Id="rId72" Type="http://schemas.openxmlformats.org/officeDocument/2006/relationships/image" Target="../media/image75.png"/><Relationship Id="rId80" Type="http://schemas.openxmlformats.org/officeDocument/2006/relationships/image" Target="../media/image83.png"/><Relationship Id="rId3" Type="http://schemas.openxmlformats.org/officeDocument/2006/relationships/image" Target="../media/image6.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33" Type="http://schemas.openxmlformats.org/officeDocument/2006/relationships/image" Target="../media/image36.png"/><Relationship Id="rId38" Type="http://schemas.openxmlformats.org/officeDocument/2006/relationships/image" Target="../media/image41.png"/><Relationship Id="rId46" Type="http://schemas.openxmlformats.org/officeDocument/2006/relationships/image" Target="../media/image49.png"/><Relationship Id="rId59" Type="http://schemas.openxmlformats.org/officeDocument/2006/relationships/image" Target="../media/image62.png"/><Relationship Id="rId67" Type="http://schemas.openxmlformats.org/officeDocument/2006/relationships/image" Target="../media/image70.png"/><Relationship Id="rId20" Type="http://schemas.openxmlformats.org/officeDocument/2006/relationships/image" Target="../media/image23.png"/><Relationship Id="rId41" Type="http://schemas.openxmlformats.org/officeDocument/2006/relationships/image" Target="../media/image44.png"/><Relationship Id="rId54" Type="http://schemas.openxmlformats.org/officeDocument/2006/relationships/image" Target="../media/image57.png"/><Relationship Id="rId62" Type="http://schemas.openxmlformats.org/officeDocument/2006/relationships/image" Target="../media/image65.png"/><Relationship Id="rId70" Type="http://schemas.openxmlformats.org/officeDocument/2006/relationships/image" Target="../media/image73.png"/><Relationship Id="rId75" Type="http://schemas.openxmlformats.org/officeDocument/2006/relationships/image" Target="../media/image78.png"/><Relationship Id="rId1" Type="http://schemas.openxmlformats.org/officeDocument/2006/relationships/slideLayout" Target="../slideLayouts/slideLayout4.xml"/><Relationship Id="rId6" Type="http://schemas.openxmlformats.org/officeDocument/2006/relationships/image" Target="../media/image9.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36" Type="http://schemas.openxmlformats.org/officeDocument/2006/relationships/image" Target="../media/image39.png"/><Relationship Id="rId49" Type="http://schemas.openxmlformats.org/officeDocument/2006/relationships/image" Target="../media/image52.png"/><Relationship Id="rId57" Type="http://schemas.openxmlformats.org/officeDocument/2006/relationships/image" Target="../media/image60.png"/><Relationship Id="rId10" Type="http://schemas.openxmlformats.org/officeDocument/2006/relationships/image" Target="../media/image13.png"/><Relationship Id="rId31" Type="http://schemas.openxmlformats.org/officeDocument/2006/relationships/image" Target="../media/image34.png"/><Relationship Id="rId44" Type="http://schemas.openxmlformats.org/officeDocument/2006/relationships/image" Target="../media/image47.png"/><Relationship Id="rId52" Type="http://schemas.openxmlformats.org/officeDocument/2006/relationships/image" Target="../media/image55.png"/><Relationship Id="rId60" Type="http://schemas.openxmlformats.org/officeDocument/2006/relationships/image" Target="../media/image63.png"/><Relationship Id="rId65" Type="http://schemas.openxmlformats.org/officeDocument/2006/relationships/image" Target="../media/image68.png"/><Relationship Id="rId73" Type="http://schemas.openxmlformats.org/officeDocument/2006/relationships/image" Target="../media/image76.png"/><Relationship Id="rId78" Type="http://schemas.openxmlformats.org/officeDocument/2006/relationships/image" Target="../media/image81.png"/><Relationship Id="rId81" Type="http://schemas.openxmlformats.org/officeDocument/2006/relationships/image" Target="../media/image84.png"/><Relationship Id="rId4" Type="http://schemas.openxmlformats.org/officeDocument/2006/relationships/image" Target="../media/image7.png"/><Relationship Id="rId9" Type="http://schemas.openxmlformats.org/officeDocument/2006/relationships/image" Target="../media/image12.png"/><Relationship Id="rId13" Type="http://schemas.openxmlformats.org/officeDocument/2006/relationships/image" Target="../media/image16.png"/><Relationship Id="rId18" Type="http://schemas.openxmlformats.org/officeDocument/2006/relationships/image" Target="../media/image21.png"/><Relationship Id="rId39" Type="http://schemas.openxmlformats.org/officeDocument/2006/relationships/image" Target="../media/image42.png"/><Relationship Id="rId34" Type="http://schemas.openxmlformats.org/officeDocument/2006/relationships/image" Target="../media/image37.png"/><Relationship Id="rId50" Type="http://schemas.openxmlformats.org/officeDocument/2006/relationships/image" Target="../media/image53.png"/><Relationship Id="rId55" Type="http://schemas.openxmlformats.org/officeDocument/2006/relationships/image" Target="../media/image58.png"/><Relationship Id="rId76" Type="http://schemas.openxmlformats.org/officeDocument/2006/relationships/image" Target="../media/image79.png"/><Relationship Id="rId7" Type="http://schemas.openxmlformats.org/officeDocument/2006/relationships/image" Target="../media/image10.png"/><Relationship Id="rId71" Type="http://schemas.openxmlformats.org/officeDocument/2006/relationships/image" Target="../media/image74.png"/><Relationship Id="rId2" Type="http://schemas.openxmlformats.org/officeDocument/2006/relationships/image" Target="../media/image5.png"/><Relationship Id="rId29" Type="http://schemas.openxmlformats.org/officeDocument/2006/relationships/image" Target="../media/image32.png"/><Relationship Id="rId24" Type="http://schemas.openxmlformats.org/officeDocument/2006/relationships/image" Target="../media/image27.png"/><Relationship Id="rId40" Type="http://schemas.openxmlformats.org/officeDocument/2006/relationships/image" Target="../media/image43.png"/><Relationship Id="rId45" Type="http://schemas.openxmlformats.org/officeDocument/2006/relationships/image" Target="../media/image48.png"/><Relationship Id="rId66" Type="http://schemas.openxmlformats.org/officeDocument/2006/relationships/image" Target="../media/image69.png"/></Relationships>
</file>

<file path=ppt/slides/_rels/slide11.xml.rels><?xml version="1.0" encoding="UTF-8" standalone="yes"?>
<Relationships xmlns="http://schemas.openxmlformats.org/package/2006/relationships"><Relationship Id="rId13" Type="http://schemas.openxmlformats.org/officeDocument/2006/relationships/image" Target="../media/image96.png"/><Relationship Id="rId18" Type="http://schemas.openxmlformats.org/officeDocument/2006/relationships/image" Target="../media/image101.png"/><Relationship Id="rId26" Type="http://schemas.openxmlformats.org/officeDocument/2006/relationships/image" Target="../media/image109.png"/><Relationship Id="rId39" Type="http://schemas.openxmlformats.org/officeDocument/2006/relationships/image" Target="../media/image122.png"/><Relationship Id="rId21" Type="http://schemas.openxmlformats.org/officeDocument/2006/relationships/image" Target="../media/image104.png"/><Relationship Id="rId34" Type="http://schemas.openxmlformats.org/officeDocument/2006/relationships/image" Target="../media/image117.png"/><Relationship Id="rId42" Type="http://schemas.openxmlformats.org/officeDocument/2006/relationships/image" Target="../media/image125.png"/><Relationship Id="rId47" Type="http://schemas.openxmlformats.org/officeDocument/2006/relationships/image" Target="../media/image130.png"/><Relationship Id="rId50" Type="http://schemas.openxmlformats.org/officeDocument/2006/relationships/image" Target="../media/image133.png"/><Relationship Id="rId55" Type="http://schemas.openxmlformats.org/officeDocument/2006/relationships/image" Target="../media/image138.png"/><Relationship Id="rId7" Type="http://schemas.openxmlformats.org/officeDocument/2006/relationships/image" Target="../media/image90.png"/><Relationship Id="rId2" Type="http://schemas.openxmlformats.org/officeDocument/2006/relationships/image" Target="../media/image85.png"/><Relationship Id="rId16" Type="http://schemas.openxmlformats.org/officeDocument/2006/relationships/image" Target="../media/image99.png"/><Relationship Id="rId29" Type="http://schemas.openxmlformats.org/officeDocument/2006/relationships/image" Target="../media/image112.png"/><Relationship Id="rId11" Type="http://schemas.openxmlformats.org/officeDocument/2006/relationships/image" Target="../media/image94.png"/><Relationship Id="rId24" Type="http://schemas.openxmlformats.org/officeDocument/2006/relationships/image" Target="../media/image107.png"/><Relationship Id="rId32" Type="http://schemas.openxmlformats.org/officeDocument/2006/relationships/image" Target="../media/image115.png"/><Relationship Id="rId37" Type="http://schemas.openxmlformats.org/officeDocument/2006/relationships/image" Target="../media/image120.png"/><Relationship Id="rId40" Type="http://schemas.openxmlformats.org/officeDocument/2006/relationships/image" Target="../media/image123.png"/><Relationship Id="rId45" Type="http://schemas.openxmlformats.org/officeDocument/2006/relationships/image" Target="../media/image128.png"/><Relationship Id="rId53" Type="http://schemas.openxmlformats.org/officeDocument/2006/relationships/image" Target="../media/image136.png"/><Relationship Id="rId5" Type="http://schemas.openxmlformats.org/officeDocument/2006/relationships/image" Target="../media/image88.png"/><Relationship Id="rId10" Type="http://schemas.openxmlformats.org/officeDocument/2006/relationships/image" Target="../media/image93.png"/><Relationship Id="rId19" Type="http://schemas.openxmlformats.org/officeDocument/2006/relationships/image" Target="../media/image102.png"/><Relationship Id="rId31" Type="http://schemas.openxmlformats.org/officeDocument/2006/relationships/image" Target="../media/image114.png"/><Relationship Id="rId44" Type="http://schemas.openxmlformats.org/officeDocument/2006/relationships/image" Target="../media/image127.png"/><Relationship Id="rId52" Type="http://schemas.openxmlformats.org/officeDocument/2006/relationships/image" Target="../media/image135.png"/><Relationship Id="rId4" Type="http://schemas.openxmlformats.org/officeDocument/2006/relationships/image" Target="../media/image87.png"/><Relationship Id="rId9" Type="http://schemas.openxmlformats.org/officeDocument/2006/relationships/image" Target="../media/image92.png"/><Relationship Id="rId14" Type="http://schemas.openxmlformats.org/officeDocument/2006/relationships/image" Target="../media/image97.png"/><Relationship Id="rId22" Type="http://schemas.openxmlformats.org/officeDocument/2006/relationships/image" Target="../media/image105.png"/><Relationship Id="rId27" Type="http://schemas.openxmlformats.org/officeDocument/2006/relationships/image" Target="../media/image110.png"/><Relationship Id="rId30" Type="http://schemas.openxmlformats.org/officeDocument/2006/relationships/image" Target="../media/image113.png"/><Relationship Id="rId35" Type="http://schemas.openxmlformats.org/officeDocument/2006/relationships/image" Target="../media/image118.png"/><Relationship Id="rId43" Type="http://schemas.openxmlformats.org/officeDocument/2006/relationships/image" Target="../media/image126.png"/><Relationship Id="rId48" Type="http://schemas.openxmlformats.org/officeDocument/2006/relationships/image" Target="../media/image131.png"/><Relationship Id="rId56" Type="http://schemas.openxmlformats.org/officeDocument/2006/relationships/image" Target="../media/image139.png"/><Relationship Id="rId8" Type="http://schemas.openxmlformats.org/officeDocument/2006/relationships/image" Target="../media/image91.png"/><Relationship Id="rId51" Type="http://schemas.openxmlformats.org/officeDocument/2006/relationships/image" Target="../media/image134.png"/><Relationship Id="rId3" Type="http://schemas.openxmlformats.org/officeDocument/2006/relationships/image" Target="../media/image86.png"/><Relationship Id="rId12" Type="http://schemas.openxmlformats.org/officeDocument/2006/relationships/image" Target="../media/image95.png"/><Relationship Id="rId17" Type="http://schemas.openxmlformats.org/officeDocument/2006/relationships/image" Target="../media/image100.png"/><Relationship Id="rId25" Type="http://schemas.openxmlformats.org/officeDocument/2006/relationships/image" Target="../media/image108.png"/><Relationship Id="rId33" Type="http://schemas.openxmlformats.org/officeDocument/2006/relationships/image" Target="../media/image116.png"/><Relationship Id="rId38" Type="http://schemas.openxmlformats.org/officeDocument/2006/relationships/image" Target="../media/image121.png"/><Relationship Id="rId46" Type="http://schemas.openxmlformats.org/officeDocument/2006/relationships/image" Target="../media/image129.png"/><Relationship Id="rId20" Type="http://schemas.openxmlformats.org/officeDocument/2006/relationships/image" Target="../media/image103.png"/><Relationship Id="rId41" Type="http://schemas.openxmlformats.org/officeDocument/2006/relationships/image" Target="../media/image124.png"/><Relationship Id="rId54" Type="http://schemas.openxmlformats.org/officeDocument/2006/relationships/image" Target="../media/image137.png"/><Relationship Id="rId1" Type="http://schemas.openxmlformats.org/officeDocument/2006/relationships/slideLayout" Target="../slideLayouts/slideLayout4.xml"/><Relationship Id="rId6" Type="http://schemas.openxmlformats.org/officeDocument/2006/relationships/image" Target="../media/image89.png"/><Relationship Id="rId15" Type="http://schemas.openxmlformats.org/officeDocument/2006/relationships/image" Target="../media/image98.png"/><Relationship Id="rId23" Type="http://schemas.openxmlformats.org/officeDocument/2006/relationships/image" Target="../media/image106.png"/><Relationship Id="rId28" Type="http://schemas.openxmlformats.org/officeDocument/2006/relationships/image" Target="../media/image111.png"/><Relationship Id="rId36" Type="http://schemas.openxmlformats.org/officeDocument/2006/relationships/image" Target="../media/image119.png"/><Relationship Id="rId49" Type="http://schemas.openxmlformats.org/officeDocument/2006/relationships/image" Target="../media/image132.png"/></Relationships>
</file>

<file path=ppt/slides/_rels/slide12.xml.rels><?xml version="1.0" encoding="UTF-8" standalone="yes"?>
<Relationships xmlns="http://schemas.openxmlformats.org/package/2006/relationships"><Relationship Id="rId8" Type="http://schemas.openxmlformats.org/officeDocument/2006/relationships/image" Target="../media/image146.jpg"/><Relationship Id="rId3" Type="http://schemas.openxmlformats.org/officeDocument/2006/relationships/image" Target="../media/image141.png"/><Relationship Id="rId7" Type="http://schemas.openxmlformats.org/officeDocument/2006/relationships/image" Target="../media/image145.jpg"/><Relationship Id="rId2" Type="http://schemas.openxmlformats.org/officeDocument/2006/relationships/image" Target="../media/image140.jpg"/><Relationship Id="rId1" Type="http://schemas.openxmlformats.org/officeDocument/2006/relationships/slideLayout" Target="../slideLayouts/slideLayout4.xml"/><Relationship Id="rId6" Type="http://schemas.openxmlformats.org/officeDocument/2006/relationships/image" Target="../media/image144.jpg"/><Relationship Id="rId5" Type="http://schemas.openxmlformats.org/officeDocument/2006/relationships/image" Target="../media/image143.jpg"/><Relationship Id="rId4" Type="http://schemas.openxmlformats.org/officeDocument/2006/relationships/image" Target="../media/image142.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214" y="7144"/>
            <a:ext cx="12179300" cy="6850856"/>
          </a:xfrm>
          <a:prstGeom prst="rect">
            <a:avLst/>
          </a:prstGeom>
        </p:spPr>
      </p:pic>
      <p:sp>
        <p:nvSpPr>
          <p:cNvPr id="3" name="object 3"/>
          <p:cNvSpPr txBox="1">
            <a:spLocks noGrp="1"/>
          </p:cNvSpPr>
          <p:nvPr>
            <p:ph type="title"/>
          </p:nvPr>
        </p:nvSpPr>
        <p:spPr>
          <a:xfrm>
            <a:off x="5251450" y="609600"/>
            <a:ext cx="5943600" cy="3157275"/>
          </a:xfrm>
          <a:prstGeom prst="rect">
            <a:avLst/>
          </a:prstGeom>
        </p:spPr>
        <p:txBody>
          <a:bodyPr vert="horz" wrap="square" lIns="0" tIns="17780" rIns="0" bIns="0" rtlCol="0">
            <a:spAutoFit/>
          </a:bodyPr>
          <a:lstStyle/>
          <a:p>
            <a:pPr marL="12700" algn="ctr">
              <a:lnSpc>
                <a:spcPct val="100000"/>
              </a:lnSpc>
              <a:spcBef>
                <a:spcPts val="140"/>
              </a:spcBef>
            </a:pPr>
            <a:r>
              <a:rPr lang="es-MX" sz="4400" dirty="0" smtClean="0">
                <a:solidFill>
                  <a:schemeClr val="bg1"/>
                </a:solidFill>
                <a:latin typeface="Arial"/>
                <a:cs typeface="Arial"/>
              </a:rPr>
              <a:t>FORTALECIENDO CONOCIMIENTOS</a:t>
            </a:r>
            <a:br>
              <a:rPr lang="es-MX" sz="4400" dirty="0" smtClean="0">
                <a:solidFill>
                  <a:schemeClr val="bg1"/>
                </a:solidFill>
                <a:latin typeface="Arial"/>
                <a:cs typeface="Arial"/>
              </a:rPr>
            </a:br>
            <a:r>
              <a:rPr lang="es-MX" sz="2000" dirty="0" smtClean="0">
                <a:solidFill>
                  <a:schemeClr val="bg1"/>
                </a:solidFill>
                <a:latin typeface="Arial"/>
                <a:cs typeface="Arial"/>
              </a:rPr>
              <a:t/>
            </a:r>
            <a:br>
              <a:rPr lang="es-MX" sz="2000" dirty="0" smtClean="0">
                <a:solidFill>
                  <a:schemeClr val="bg1"/>
                </a:solidFill>
                <a:latin typeface="Arial"/>
                <a:cs typeface="Arial"/>
              </a:rPr>
            </a:br>
            <a:r>
              <a:rPr lang="es-MX" sz="2400" dirty="0" smtClean="0">
                <a:solidFill>
                  <a:srgbClr val="FFC000"/>
                </a:solidFill>
                <a:latin typeface="Arial"/>
                <a:cs typeface="Arial"/>
              </a:rPr>
              <a:t>Amelia </a:t>
            </a:r>
            <a:r>
              <a:rPr lang="es-MX" sz="2400" dirty="0" err="1" smtClean="0">
                <a:solidFill>
                  <a:srgbClr val="FFC000"/>
                </a:solidFill>
                <a:latin typeface="Arial"/>
                <a:cs typeface="Arial"/>
              </a:rPr>
              <a:t>Alvarez</a:t>
            </a:r>
            <a:r>
              <a:rPr lang="es-MX" sz="2400" dirty="0" smtClean="0">
                <a:solidFill>
                  <a:srgbClr val="FFC000"/>
                </a:solidFill>
                <a:latin typeface="Arial"/>
                <a:cs typeface="Arial"/>
              </a:rPr>
              <a:t> Betancourt</a:t>
            </a:r>
            <a:br>
              <a:rPr lang="es-MX" sz="2400" dirty="0" smtClean="0">
                <a:solidFill>
                  <a:srgbClr val="FFC000"/>
                </a:solidFill>
                <a:latin typeface="Arial"/>
                <a:cs typeface="Arial"/>
              </a:rPr>
            </a:br>
            <a:r>
              <a:rPr lang="es-MX" sz="2400" dirty="0" err="1" smtClean="0">
                <a:solidFill>
                  <a:srgbClr val="FFC000"/>
                </a:solidFill>
                <a:latin typeface="Arial"/>
                <a:cs typeface="Arial"/>
              </a:rPr>
              <a:t>Danha</a:t>
            </a:r>
            <a:r>
              <a:rPr lang="es-MX" sz="2400" dirty="0" smtClean="0">
                <a:solidFill>
                  <a:srgbClr val="FFC000"/>
                </a:solidFill>
                <a:latin typeface="Arial"/>
                <a:cs typeface="Arial"/>
              </a:rPr>
              <a:t> </a:t>
            </a:r>
            <a:r>
              <a:rPr lang="es-MX" sz="2400" dirty="0" err="1" smtClean="0">
                <a:solidFill>
                  <a:srgbClr val="FFC000"/>
                </a:solidFill>
                <a:latin typeface="Arial"/>
                <a:cs typeface="Arial"/>
              </a:rPr>
              <a:t>Valerin</a:t>
            </a:r>
            <a:r>
              <a:rPr lang="es-MX" sz="2400" dirty="0" smtClean="0">
                <a:solidFill>
                  <a:srgbClr val="FFC000"/>
                </a:solidFill>
                <a:latin typeface="Arial"/>
                <a:cs typeface="Arial"/>
              </a:rPr>
              <a:t> Hurtado </a:t>
            </a:r>
            <a:r>
              <a:rPr lang="es-MX" sz="2400" dirty="0" err="1" smtClean="0">
                <a:solidFill>
                  <a:srgbClr val="FFC000"/>
                </a:solidFill>
                <a:latin typeface="Arial"/>
                <a:cs typeface="Arial"/>
              </a:rPr>
              <a:t>Gomez</a:t>
            </a:r>
            <a:r>
              <a:rPr lang="es-MX" sz="2400" dirty="0" smtClean="0">
                <a:solidFill>
                  <a:srgbClr val="FFC000"/>
                </a:solidFill>
                <a:latin typeface="Arial"/>
                <a:cs typeface="Arial"/>
              </a:rPr>
              <a:t/>
            </a:r>
            <a:br>
              <a:rPr lang="es-MX" sz="2400" dirty="0" smtClean="0">
                <a:solidFill>
                  <a:srgbClr val="FFC000"/>
                </a:solidFill>
                <a:latin typeface="Arial"/>
                <a:cs typeface="Arial"/>
              </a:rPr>
            </a:br>
            <a:r>
              <a:rPr lang="es-MX" sz="2400" dirty="0" err="1" smtClean="0">
                <a:solidFill>
                  <a:srgbClr val="FFC000"/>
                </a:solidFill>
                <a:latin typeface="Arial"/>
                <a:cs typeface="Arial"/>
              </a:rPr>
              <a:t>Maria</a:t>
            </a:r>
            <a:r>
              <a:rPr lang="es-MX" sz="2400" dirty="0" smtClean="0">
                <a:solidFill>
                  <a:srgbClr val="FFC000"/>
                </a:solidFill>
                <a:latin typeface="Arial"/>
                <a:cs typeface="Arial"/>
              </a:rPr>
              <a:t> Ximena </a:t>
            </a:r>
            <a:r>
              <a:rPr lang="es-MX" sz="2400" dirty="0" err="1" smtClean="0">
                <a:solidFill>
                  <a:srgbClr val="FFC000"/>
                </a:solidFill>
                <a:latin typeface="Arial"/>
                <a:cs typeface="Arial"/>
              </a:rPr>
              <a:t>Pulgarin</a:t>
            </a:r>
            <a:r>
              <a:rPr lang="es-MX" sz="2400" dirty="0" smtClean="0">
                <a:solidFill>
                  <a:srgbClr val="FFC000"/>
                </a:solidFill>
                <a:latin typeface="Arial"/>
                <a:cs typeface="Arial"/>
              </a:rPr>
              <a:t> Zapata</a:t>
            </a:r>
            <a:br>
              <a:rPr lang="es-MX" sz="2400" dirty="0" smtClean="0">
                <a:solidFill>
                  <a:srgbClr val="FFC000"/>
                </a:solidFill>
                <a:latin typeface="Arial"/>
                <a:cs typeface="Arial"/>
              </a:rPr>
            </a:br>
            <a:r>
              <a:rPr lang="es-MX" sz="2400" dirty="0" err="1" smtClean="0">
                <a:solidFill>
                  <a:srgbClr val="FFC000"/>
                </a:solidFill>
                <a:latin typeface="Arial"/>
                <a:cs typeface="Arial"/>
              </a:rPr>
              <a:t>Maria</a:t>
            </a:r>
            <a:r>
              <a:rPr lang="es-MX" sz="2400" dirty="0" smtClean="0">
                <a:solidFill>
                  <a:srgbClr val="FFC000"/>
                </a:solidFill>
                <a:latin typeface="Arial"/>
                <a:cs typeface="Arial"/>
              </a:rPr>
              <a:t> Salome Tamayo </a:t>
            </a:r>
            <a:r>
              <a:rPr lang="es-MX" sz="2400" dirty="0" err="1" smtClean="0">
                <a:solidFill>
                  <a:srgbClr val="FFC000"/>
                </a:solidFill>
                <a:latin typeface="Arial"/>
                <a:cs typeface="Arial"/>
              </a:rPr>
              <a:t>Alvarez</a:t>
            </a:r>
            <a:endParaRPr sz="2400" dirty="0">
              <a:solidFill>
                <a:schemeClr val="bg1"/>
              </a:solidFill>
              <a:latin typeface="Arial"/>
              <a:cs typeface="Arial"/>
            </a:endParaRPr>
          </a:p>
        </p:txBody>
      </p:sp>
      <p:sp>
        <p:nvSpPr>
          <p:cNvPr id="4" name="object 4"/>
          <p:cNvSpPr txBox="1"/>
          <p:nvPr/>
        </p:nvSpPr>
        <p:spPr>
          <a:xfrm>
            <a:off x="4346692" y="4114800"/>
            <a:ext cx="7867822" cy="1654171"/>
          </a:xfrm>
          <a:prstGeom prst="rect">
            <a:avLst/>
          </a:prstGeom>
        </p:spPr>
        <p:txBody>
          <a:bodyPr vert="horz" wrap="square" lIns="0" tIns="12065" rIns="0" bIns="0" rtlCol="0">
            <a:spAutoFit/>
          </a:bodyPr>
          <a:lstStyle/>
          <a:p>
            <a:pPr marL="12065" marR="5080" algn="ctr">
              <a:lnSpc>
                <a:spcPct val="100899"/>
              </a:lnSpc>
              <a:spcBef>
                <a:spcPts val="110"/>
              </a:spcBef>
            </a:pPr>
            <a:r>
              <a:rPr sz="2600" b="1" dirty="0" err="1" smtClean="0">
                <a:solidFill>
                  <a:srgbClr val="FFFFFF"/>
                </a:solidFill>
                <a:latin typeface="Arial"/>
                <a:cs typeface="Arial"/>
              </a:rPr>
              <a:t>Institución</a:t>
            </a:r>
            <a:r>
              <a:rPr sz="2600" b="1" spc="-150" dirty="0" smtClean="0">
                <a:solidFill>
                  <a:srgbClr val="FFFFFF"/>
                </a:solidFill>
                <a:latin typeface="Arial"/>
                <a:cs typeface="Arial"/>
              </a:rPr>
              <a:t> </a:t>
            </a:r>
            <a:r>
              <a:rPr sz="2600" b="1" dirty="0" err="1" smtClean="0">
                <a:solidFill>
                  <a:srgbClr val="FFFFFF"/>
                </a:solidFill>
                <a:latin typeface="Arial"/>
                <a:cs typeface="Arial"/>
              </a:rPr>
              <a:t>Educativa</a:t>
            </a:r>
            <a:r>
              <a:rPr lang="es-MX" sz="2600" b="1" dirty="0" smtClean="0">
                <a:solidFill>
                  <a:srgbClr val="FFFFFF"/>
                </a:solidFill>
                <a:latin typeface="Arial"/>
                <a:cs typeface="Arial"/>
              </a:rPr>
              <a:t>:</a:t>
            </a:r>
            <a:r>
              <a:rPr sz="2600" b="1" spc="-130" dirty="0" smtClean="0">
                <a:solidFill>
                  <a:srgbClr val="FFFFFF"/>
                </a:solidFill>
                <a:latin typeface="Arial"/>
                <a:cs typeface="Arial"/>
              </a:rPr>
              <a:t> </a:t>
            </a:r>
            <a:r>
              <a:rPr lang="es-MX" sz="2600" b="1" spc="-130" dirty="0" smtClean="0">
                <a:solidFill>
                  <a:srgbClr val="FFFFFF"/>
                </a:solidFill>
                <a:latin typeface="Arial"/>
                <a:cs typeface="Arial"/>
              </a:rPr>
              <a:t>Centro Formativo de </a:t>
            </a:r>
            <a:r>
              <a:rPr lang="es-MX" sz="2600" b="1" spc="-130" dirty="0">
                <a:solidFill>
                  <a:srgbClr val="FFFFFF"/>
                </a:solidFill>
                <a:latin typeface="Arial"/>
                <a:cs typeface="Arial"/>
              </a:rPr>
              <a:t>A</a:t>
            </a:r>
            <a:r>
              <a:rPr lang="es-MX" sz="2600" b="1" spc="-130" dirty="0" smtClean="0">
                <a:solidFill>
                  <a:srgbClr val="FFFFFF"/>
                </a:solidFill>
                <a:latin typeface="Arial"/>
                <a:cs typeface="Arial"/>
              </a:rPr>
              <a:t>ntioquia</a:t>
            </a:r>
          </a:p>
          <a:p>
            <a:pPr marL="12065" marR="5080" algn="ctr">
              <a:lnSpc>
                <a:spcPct val="100899"/>
              </a:lnSpc>
              <a:spcBef>
                <a:spcPts val="110"/>
              </a:spcBef>
            </a:pPr>
            <a:r>
              <a:rPr sz="2600" b="1" dirty="0" err="1" smtClean="0">
                <a:solidFill>
                  <a:srgbClr val="FFFFFF"/>
                </a:solidFill>
                <a:latin typeface="Arial"/>
                <a:cs typeface="Arial"/>
              </a:rPr>
              <a:t>Programa</a:t>
            </a:r>
            <a:r>
              <a:rPr sz="2600" b="1" spc="-125" dirty="0" smtClean="0">
                <a:solidFill>
                  <a:srgbClr val="FFFFFF"/>
                </a:solidFill>
                <a:latin typeface="Arial"/>
                <a:cs typeface="Arial"/>
              </a:rPr>
              <a:t> </a:t>
            </a:r>
            <a:r>
              <a:rPr sz="2600" b="1" dirty="0">
                <a:solidFill>
                  <a:srgbClr val="FFFFFF"/>
                </a:solidFill>
                <a:latin typeface="Arial"/>
                <a:cs typeface="Arial"/>
              </a:rPr>
              <a:t>de</a:t>
            </a:r>
            <a:r>
              <a:rPr sz="2600" b="1" spc="-120" dirty="0">
                <a:solidFill>
                  <a:srgbClr val="FFFFFF"/>
                </a:solidFill>
                <a:latin typeface="Arial"/>
                <a:cs typeface="Arial"/>
              </a:rPr>
              <a:t> </a:t>
            </a:r>
            <a:r>
              <a:rPr sz="2600" b="1" dirty="0">
                <a:solidFill>
                  <a:srgbClr val="FFFFFF"/>
                </a:solidFill>
                <a:latin typeface="Arial"/>
                <a:cs typeface="Arial"/>
              </a:rPr>
              <a:t>formación:</a:t>
            </a:r>
            <a:r>
              <a:rPr sz="2600" b="1" spc="-85" dirty="0">
                <a:solidFill>
                  <a:srgbClr val="FFFFFF"/>
                </a:solidFill>
                <a:latin typeface="Arial"/>
                <a:cs typeface="Arial"/>
              </a:rPr>
              <a:t> </a:t>
            </a:r>
            <a:r>
              <a:rPr lang="es-MX" sz="2600" b="1" spc="-85" dirty="0" smtClean="0">
                <a:solidFill>
                  <a:srgbClr val="FFFFFF"/>
                </a:solidFill>
                <a:latin typeface="Arial"/>
                <a:cs typeface="Arial"/>
              </a:rPr>
              <a:t>Desarrollo de software</a:t>
            </a:r>
          </a:p>
          <a:p>
            <a:pPr marL="12065" marR="5080" algn="ctr">
              <a:lnSpc>
                <a:spcPct val="100899"/>
              </a:lnSpc>
              <a:spcBef>
                <a:spcPts val="110"/>
              </a:spcBef>
            </a:pPr>
            <a:r>
              <a:rPr sz="2600" b="1" dirty="0" err="1" smtClean="0">
                <a:solidFill>
                  <a:srgbClr val="FFFFFF"/>
                </a:solidFill>
                <a:latin typeface="Arial"/>
                <a:cs typeface="Arial"/>
              </a:rPr>
              <a:t>Grado</a:t>
            </a:r>
            <a:r>
              <a:rPr sz="2600" b="1" dirty="0" smtClean="0">
                <a:solidFill>
                  <a:srgbClr val="FFFFFF"/>
                </a:solidFill>
                <a:latin typeface="Arial"/>
                <a:cs typeface="Arial"/>
              </a:rPr>
              <a:t>:</a:t>
            </a:r>
            <a:r>
              <a:rPr lang="es-MX" sz="2600" b="1" spc="-65" dirty="0">
                <a:solidFill>
                  <a:srgbClr val="FFFFFF"/>
                </a:solidFill>
                <a:latin typeface="Arial"/>
                <a:cs typeface="Arial"/>
              </a:rPr>
              <a:t> </a:t>
            </a:r>
            <a:r>
              <a:rPr lang="es-MX" sz="2600" b="1" spc="-65" dirty="0" smtClean="0">
                <a:solidFill>
                  <a:srgbClr val="FFFFFF"/>
                </a:solidFill>
                <a:latin typeface="Arial"/>
                <a:cs typeface="Arial"/>
              </a:rPr>
              <a:t>10 info2</a:t>
            </a:r>
            <a:endParaRPr sz="26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79300" cy="6850856"/>
          </a:xfrm>
          <a:prstGeom prst="rect">
            <a:avLst/>
          </a:prstGeom>
        </p:spPr>
      </p:pic>
      <p:sp>
        <p:nvSpPr>
          <p:cNvPr id="3" name="object 3"/>
          <p:cNvSpPr txBox="1">
            <a:spLocks noGrp="1"/>
          </p:cNvSpPr>
          <p:nvPr>
            <p:ph type="title"/>
          </p:nvPr>
        </p:nvSpPr>
        <p:spPr>
          <a:xfrm>
            <a:off x="3868226" y="3637848"/>
            <a:ext cx="8097520" cy="1243330"/>
          </a:xfrm>
          <a:prstGeom prst="rect">
            <a:avLst/>
          </a:prstGeom>
        </p:spPr>
        <p:txBody>
          <a:bodyPr vert="horz" wrap="square" lIns="0" tIns="12065" rIns="0" bIns="0" rtlCol="0">
            <a:spAutoFit/>
          </a:bodyPr>
          <a:lstStyle/>
          <a:p>
            <a:pPr marL="12700" marR="5080" indent="855980">
              <a:lnSpc>
                <a:spcPct val="100000"/>
              </a:lnSpc>
              <a:spcBef>
                <a:spcPts val="95"/>
              </a:spcBef>
            </a:pPr>
            <a:r>
              <a:rPr sz="4000" b="0" spc="-40" dirty="0">
                <a:solidFill>
                  <a:srgbClr val="FFFFFF"/>
                </a:solidFill>
                <a:latin typeface="Calibri"/>
                <a:cs typeface="Calibri"/>
              </a:rPr>
              <a:t>PRESENTACIÓN</a:t>
            </a:r>
            <a:r>
              <a:rPr sz="4000" b="0" spc="-110" dirty="0">
                <a:solidFill>
                  <a:srgbClr val="FFFFFF"/>
                </a:solidFill>
                <a:latin typeface="Calibri"/>
                <a:cs typeface="Calibri"/>
              </a:rPr>
              <a:t> </a:t>
            </a:r>
            <a:r>
              <a:rPr sz="4000" b="0" dirty="0">
                <a:solidFill>
                  <a:srgbClr val="FFFFFF"/>
                </a:solidFill>
                <a:latin typeface="Calibri"/>
                <a:cs typeface="Calibri"/>
              </a:rPr>
              <a:t>DE</a:t>
            </a:r>
            <a:r>
              <a:rPr sz="4000" b="0" spc="-105" dirty="0">
                <a:solidFill>
                  <a:srgbClr val="FFFFFF"/>
                </a:solidFill>
                <a:latin typeface="Calibri"/>
                <a:cs typeface="Calibri"/>
              </a:rPr>
              <a:t> </a:t>
            </a:r>
            <a:r>
              <a:rPr sz="4000" b="0" spc="-10" dirty="0">
                <a:solidFill>
                  <a:srgbClr val="FFFFFF"/>
                </a:solidFill>
                <a:latin typeface="Calibri"/>
                <a:cs typeface="Calibri"/>
              </a:rPr>
              <a:t>PROPUESTA </a:t>
            </a:r>
            <a:r>
              <a:rPr sz="4000" b="0" spc="-35" dirty="0">
                <a:solidFill>
                  <a:srgbClr val="FFFFFF"/>
                </a:solidFill>
                <a:latin typeface="Calibri"/>
                <a:cs typeface="Calibri"/>
              </a:rPr>
              <a:t>PROYECTO</a:t>
            </a:r>
            <a:r>
              <a:rPr sz="4000" b="0" spc="-135" dirty="0">
                <a:solidFill>
                  <a:srgbClr val="FFFFFF"/>
                </a:solidFill>
                <a:latin typeface="Calibri"/>
                <a:cs typeface="Calibri"/>
              </a:rPr>
              <a:t> </a:t>
            </a:r>
            <a:r>
              <a:rPr sz="4000" b="0" spc="-10" dirty="0">
                <a:solidFill>
                  <a:srgbClr val="FFFFFF"/>
                </a:solidFill>
                <a:latin typeface="Calibri"/>
                <a:cs typeface="Calibri"/>
              </a:rPr>
              <a:t>INTEGRADOR</a:t>
            </a:r>
            <a:r>
              <a:rPr sz="4000" b="0" spc="-130" dirty="0">
                <a:solidFill>
                  <a:srgbClr val="FFFFFF"/>
                </a:solidFill>
                <a:latin typeface="Calibri"/>
                <a:cs typeface="Calibri"/>
              </a:rPr>
              <a:t> </a:t>
            </a:r>
            <a:r>
              <a:rPr sz="4000" b="0" dirty="0">
                <a:solidFill>
                  <a:srgbClr val="FFFFFF"/>
                </a:solidFill>
                <a:latin typeface="Calibri"/>
                <a:cs typeface="Calibri"/>
              </a:rPr>
              <a:t>DE</a:t>
            </a:r>
            <a:r>
              <a:rPr sz="4000" b="0" spc="-135" dirty="0">
                <a:solidFill>
                  <a:srgbClr val="FFFFFF"/>
                </a:solidFill>
                <a:latin typeface="Calibri"/>
                <a:cs typeface="Calibri"/>
              </a:rPr>
              <a:t> </a:t>
            </a:r>
            <a:r>
              <a:rPr sz="4000" b="0" dirty="0">
                <a:solidFill>
                  <a:srgbClr val="FFFFFF"/>
                </a:solidFill>
                <a:latin typeface="Calibri"/>
                <a:cs typeface="Calibri"/>
              </a:rPr>
              <a:t>AULA</a:t>
            </a:r>
            <a:r>
              <a:rPr sz="4000" b="0" spc="-130" dirty="0">
                <a:solidFill>
                  <a:srgbClr val="FFFFFF"/>
                </a:solidFill>
                <a:latin typeface="Calibri"/>
                <a:cs typeface="Calibri"/>
              </a:rPr>
              <a:t> </a:t>
            </a:r>
            <a:r>
              <a:rPr sz="4000" b="0" spc="-20" dirty="0">
                <a:solidFill>
                  <a:srgbClr val="FFFFFF"/>
                </a:solidFill>
                <a:latin typeface="Calibri"/>
                <a:cs typeface="Calibri"/>
              </a:rPr>
              <a:t>-PIA-</a:t>
            </a:r>
            <a:endParaRPr sz="40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3326" rIns="0" bIns="0" rtlCol="0">
            <a:spAutoFit/>
          </a:bodyPr>
          <a:lstStyle/>
          <a:p>
            <a:pPr algn="ctr">
              <a:lnSpc>
                <a:spcPct val="100000"/>
              </a:lnSpc>
              <a:spcBef>
                <a:spcPts val="725"/>
              </a:spcBef>
            </a:pPr>
            <a:r>
              <a:rPr dirty="0">
                <a:solidFill>
                  <a:srgbClr val="500094"/>
                </a:solidFill>
              </a:rPr>
              <a:t>PROBLEMA</a:t>
            </a:r>
            <a:r>
              <a:rPr spc="-80" dirty="0">
                <a:solidFill>
                  <a:srgbClr val="500094"/>
                </a:solidFill>
              </a:rPr>
              <a:t> </a:t>
            </a:r>
            <a:r>
              <a:rPr dirty="0">
                <a:solidFill>
                  <a:srgbClr val="500094"/>
                </a:solidFill>
              </a:rPr>
              <a:t>O</a:t>
            </a:r>
            <a:r>
              <a:rPr spc="-35" dirty="0">
                <a:solidFill>
                  <a:srgbClr val="500094"/>
                </a:solidFill>
              </a:rPr>
              <a:t> </a:t>
            </a:r>
            <a:r>
              <a:rPr spc="-10" dirty="0"/>
              <a:t>NECESIDAD</a:t>
            </a:r>
          </a:p>
          <a:p>
            <a:pPr algn="ctr">
              <a:lnSpc>
                <a:spcPct val="100000"/>
              </a:lnSpc>
              <a:spcBef>
                <a:spcPts val="310"/>
              </a:spcBef>
            </a:pPr>
            <a:r>
              <a:rPr lang="es-MX" sz="1800" spc="-10" dirty="0" smtClean="0">
                <a:solidFill>
                  <a:srgbClr val="878787"/>
                </a:solidFill>
              </a:rPr>
              <a:t>BAJO RENDIMIENTO ACADEMICO</a:t>
            </a:r>
            <a:endParaRPr sz="1800" dirty="0"/>
          </a:p>
        </p:txBody>
      </p:sp>
      <p:sp>
        <p:nvSpPr>
          <p:cNvPr id="3" name="object 3"/>
          <p:cNvSpPr txBox="1"/>
          <p:nvPr/>
        </p:nvSpPr>
        <p:spPr>
          <a:xfrm>
            <a:off x="1944560" y="2568599"/>
            <a:ext cx="8395970" cy="281680"/>
          </a:xfrm>
          <a:prstGeom prst="rect">
            <a:avLst/>
          </a:prstGeom>
        </p:spPr>
        <p:txBody>
          <a:bodyPr vert="horz" wrap="square" lIns="0" tIns="10795" rIns="0" bIns="0" rtlCol="0">
            <a:spAutoFit/>
          </a:bodyPr>
          <a:lstStyle/>
          <a:p>
            <a:pPr marL="12700" marR="5080" algn="just">
              <a:lnSpc>
                <a:spcPct val="100600"/>
              </a:lnSpc>
              <a:spcBef>
                <a:spcPts val="85"/>
              </a:spcBef>
            </a:pPr>
            <a:endParaRPr sz="1800" dirty="0">
              <a:latin typeface="Calibri"/>
              <a:cs typeface="Calibri"/>
            </a:endParaRPr>
          </a:p>
        </p:txBody>
      </p:sp>
      <p:sp>
        <p:nvSpPr>
          <p:cNvPr id="4" name="CuadroTexto 3"/>
          <p:cNvSpPr txBox="1"/>
          <p:nvPr/>
        </p:nvSpPr>
        <p:spPr>
          <a:xfrm>
            <a:off x="1822450" y="2362200"/>
            <a:ext cx="9220200" cy="1569660"/>
          </a:xfrm>
          <a:prstGeom prst="rect">
            <a:avLst/>
          </a:prstGeom>
          <a:noFill/>
        </p:spPr>
        <p:txBody>
          <a:bodyPr wrap="square" rtlCol="0">
            <a:spAutoFit/>
          </a:bodyPr>
          <a:lstStyle/>
          <a:p>
            <a:r>
              <a:rPr lang="es-MX" sz="2400" b="1" dirty="0" smtClean="0">
                <a:latin typeface="+mn-lt"/>
              </a:rPr>
              <a:t> </a:t>
            </a:r>
            <a:r>
              <a:rPr lang="es-MX" sz="2400" dirty="0">
                <a:latin typeface="+mn-lt"/>
              </a:rPr>
              <a:t>A</a:t>
            </a:r>
            <a:r>
              <a:rPr lang="es-MX" sz="2400" dirty="0" smtClean="0">
                <a:latin typeface="+mn-lt"/>
              </a:rPr>
              <a:t> </a:t>
            </a:r>
            <a:r>
              <a:rPr lang="es-MX" sz="2400" dirty="0" smtClean="0">
                <a:latin typeface="+mn-lt"/>
              </a:rPr>
              <a:t>lo largo del tiempo </a:t>
            </a:r>
            <a:r>
              <a:rPr lang="es-MX" sz="2400" dirty="0" smtClean="0">
                <a:latin typeface="+mn-lt"/>
              </a:rPr>
              <a:t>se generan dificultades </a:t>
            </a:r>
            <a:r>
              <a:rPr lang="es-MX" sz="2400" dirty="0" smtClean="0">
                <a:latin typeface="+mn-lt"/>
              </a:rPr>
              <a:t>en ciertas </a:t>
            </a:r>
            <a:r>
              <a:rPr lang="es-MX" sz="2400" dirty="0" smtClean="0">
                <a:latin typeface="+mn-lt"/>
              </a:rPr>
              <a:t>áreas, por ende </a:t>
            </a:r>
            <a:r>
              <a:rPr lang="es-MX" sz="2400" dirty="0" smtClean="0">
                <a:latin typeface="+mn-lt"/>
              </a:rPr>
              <a:t>algunos estudiantes de la institución</a:t>
            </a:r>
            <a:r>
              <a:rPr lang="es-MX" sz="2400" dirty="0" smtClean="0">
                <a:latin typeface="+mn-lt"/>
              </a:rPr>
              <a:t> </a:t>
            </a:r>
            <a:r>
              <a:rPr lang="es-MX" sz="2400" dirty="0" smtClean="0">
                <a:latin typeface="+mn-lt"/>
              </a:rPr>
              <a:t>no tienen la misma capacidad como </a:t>
            </a:r>
            <a:r>
              <a:rPr lang="es-MX" sz="2400" dirty="0" smtClean="0">
                <a:latin typeface="+mn-lt"/>
              </a:rPr>
              <a:t>otras,  </a:t>
            </a:r>
            <a:r>
              <a:rPr lang="es-MX" sz="2400" dirty="0" smtClean="0">
                <a:latin typeface="+mn-lt"/>
              </a:rPr>
              <a:t>ya que el cerebro no actúa de la </a:t>
            </a:r>
            <a:r>
              <a:rPr lang="es-MX" sz="2400" dirty="0" smtClean="0">
                <a:latin typeface="+mn-lt"/>
              </a:rPr>
              <a:t>misma forma </a:t>
            </a:r>
            <a:r>
              <a:rPr lang="es-MX" sz="2400" dirty="0" smtClean="0">
                <a:latin typeface="+mn-lt"/>
              </a:rPr>
              <a:t>que </a:t>
            </a:r>
            <a:r>
              <a:rPr lang="es-MX" sz="2400" dirty="0" smtClean="0">
                <a:latin typeface="+mn-lt"/>
              </a:rPr>
              <a:t>los demás</a:t>
            </a:r>
            <a:r>
              <a:rPr lang="es-MX" sz="2400" dirty="0" smtClean="0">
                <a:latin typeface="+mn-lt"/>
              </a:rPr>
              <a:t>, por consiguiente crea </a:t>
            </a:r>
            <a:r>
              <a:rPr lang="es-MX" sz="2400" dirty="0" smtClean="0">
                <a:latin typeface="+mn-lt"/>
              </a:rPr>
              <a:t>diferentes </a:t>
            </a:r>
            <a:r>
              <a:rPr lang="es-MX" sz="2400" dirty="0" smtClean="0">
                <a:latin typeface="+mn-lt"/>
              </a:rPr>
              <a:t>capacidades.</a:t>
            </a:r>
            <a:endParaRPr lang="en-US" sz="2400" dirty="0">
              <a:latin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976482" y="275272"/>
            <a:ext cx="5219065" cy="1125855"/>
          </a:xfrm>
          <a:prstGeom prst="rect">
            <a:avLst/>
          </a:prstGeom>
        </p:spPr>
        <p:txBody>
          <a:bodyPr vert="horz" wrap="square" lIns="0" tIns="8890" rIns="0" bIns="0" rtlCol="0">
            <a:spAutoFit/>
          </a:bodyPr>
          <a:lstStyle/>
          <a:p>
            <a:pPr marL="744855" marR="5080" indent="-732790">
              <a:lnSpc>
                <a:spcPct val="100600"/>
              </a:lnSpc>
              <a:spcBef>
                <a:spcPts val="70"/>
              </a:spcBef>
            </a:pPr>
            <a:r>
              <a:rPr dirty="0">
                <a:solidFill>
                  <a:srgbClr val="500094"/>
                </a:solidFill>
              </a:rPr>
              <a:t>MARCO</a:t>
            </a:r>
            <a:r>
              <a:rPr spc="-125" dirty="0">
                <a:solidFill>
                  <a:srgbClr val="500094"/>
                </a:solidFill>
              </a:rPr>
              <a:t> </a:t>
            </a:r>
            <a:r>
              <a:rPr spc="-10" dirty="0">
                <a:solidFill>
                  <a:srgbClr val="500094"/>
                </a:solidFill>
              </a:rPr>
              <a:t>TEÓRICO</a:t>
            </a:r>
            <a:r>
              <a:rPr spc="-120" dirty="0">
                <a:solidFill>
                  <a:srgbClr val="500094"/>
                </a:solidFill>
              </a:rPr>
              <a:t> </a:t>
            </a:r>
            <a:r>
              <a:rPr dirty="0">
                <a:solidFill>
                  <a:srgbClr val="500094"/>
                </a:solidFill>
              </a:rPr>
              <a:t>Y</a:t>
            </a:r>
            <a:r>
              <a:rPr spc="-120" dirty="0">
                <a:solidFill>
                  <a:srgbClr val="500094"/>
                </a:solidFill>
              </a:rPr>
              <a:t> </a:t>
            </a:r>
            <a:r>
              <a:rPr spc="-35" dirty="0">
                <a:solidFill>
                  <a:srgbClr val="500094"/>
                </a:solidFill>
              </a:rPr>
              <a:t>ESTADO </a:t>
            </a:r>
            <a:r>
              <a:rPr dirty="0"/>
              <a:t>Y</a:t>
            </a:r>
            <a:r>
              <a:rPr spc="-60" dirty="0"/>
              <a:t> </a:t>
            </a:r>
            <a:r>
              <a:rPr spc="-65" dirty="0"/>
              <a:t>ESTADO</a:t>
            </a:r>
            <a:r>
              <a:rPr spc="-55" dirty="0"/>
              <a:t> </a:t>
            </a:r>
            <a:r>
              <a:rPr dirty="0"/>
              <a:t>DEL</a:t>
            </a:r>
            <a:r>
              <a:rPr spc="-60" dirty="0"/>
              <a:t> </a:t>
            </a:r>
            <a:r>
              <a:rPr spc="-20" dirty="0"/>
              <a:t>ARTE</a:t>
            </a:r>
          </a:p>
        </p:txBody>
      </p:sp>
      <p:sp>
        <p:nvSpPr>
          <p:cNvPr id="4" name="object 4"/>
          <p:cNvSpPr txBox="1"/>
          <p:nvPr/>
        </p:nvSpPr>
        <p:spPr>
          <a:xfrm>
            <a:off x="5706538" y="1693125"/>
            <a:ext cx="6173608" cy="5164875"/>
          </a:xfrm>
          <a:prstGeom prst="rect">
            <a:avLst/>
          </a:prstGeom>
        </p:spPr>
        <p:txBody>
          <a:bodyPr vert="horz" wrap="square" lIns="0" tIns="27305" rIns="0" bIns="0" rtlCol="0">
            <a:spAutoFit/>
          </a:bodyPr>
          <a:lstStyle/>
          <a:p>
            <a:r>
              <a:rPr lang="es-MX" sz="2200" dirty="0" smtClean="0">
                <a:latin typeface="+mn-lt"/>
              </a:rPr>
              <a:t>En nuestra institución, reconocemos la importancia  que desempeñan las estudiantes monitoras como apoyo académico para sus compañeras. Esta iniciativa, inspirada en la propuesta de una candidata de contraloría, busca potenciar el aprendizaje colaborativo y fortalecer la comprensión de las diferentes áreas de estudio.</a:t>
            </a:r>
          </a:p>
          <a:p>
            <a:r>
              <a:rPr lang="es-MX" sz="2200" dirty="0" smtClean="0">
                <a:latin typeface="+mn-lt"/>
              </a:rPr>
              <a:t>Las monitoras, seleccionadas por su excelencia académica y habilidades de comunicación, sirven como guías y mentoras para sus compañeras. A través de tutorías personalizadas, sesiones de estudio grupales y dinámicas, las monitoras comparten su conocimiento y experiencia, creando un ambiente de aprendizaje y accesibilidad para todas.</a:t>
            </a:r>
          </a:p>
          <a:p>
            <a:pPr marL="12700" marR="5080">
              <a:lnSpc>
                <a:spcPts val="2850"/>
              </a:lnSpc>
              <a:spcBef>
                <a:spcPts val="215"/>
              </a:spcBef>
              <a:tabLst>
                <a:tab pos="1332230" algn="l"/>
                <a:tab pos="1417955" algn="l"/>
                <a:tab pos="2395855" algn="l"/>
                <a:tab pos="2983230" algn="l"/>
                <a:tab pos="3609340" algn="l"/>
              </a:tabLst>
            </a:pPr>
            <a:endParaRPr sz="2200" dirty="0">
              <a:latin typeface="+mn-lt"/>
              <a:cs typeface="Calibri"/>
            </a:endParaRPr>
          </a:p>
        </p:txBody>
      </p:sp>
      <p:sp>
        <p:nvSpPr>
          <p:cNvPr id="5" name="object 5"/>
          <p:cNvSpPr txBox="1"/>
          <p:nvPr/>
        </p:nvSpPr>
        <p:spPr>
          <a:xfrm>
            <a:off x="8793342" y="2965511"/>
            <a:ext cx="2402205" cy="391160"/>
          </a:xfrm>
          <a:prstGeom prst="rect">
            <a:avLst/>
          </a:prstGeom>
        </p:spPr>
        <p:txBody>
          <a:bodyPr vert="horz" wrap="square" lIns="0" tIns="12065" rIns="0" bIns="0" rtlCol="0">
            <a:spAutoFit/>
          </a:bodyPr>
          <a:lstStyle/>
          <a:p>
            <a:pPr marL="12700">
              <a:lnSpc>
                <a:spcPct val="100000"/>
              </a:lnSpc>
              <a:spcBef>
                <a:spcPts val="95"/>
              </a:spcBef>
              <a:tabLst>
                <a:tab pos="723265" algn="l"/>
                <a:tab pos="2167255" algn="l"/>
              </a:tabLst>
            </a:pPr>
            <a:r>
              <a:rPr sz="2400" spc="-25" dirty="0" smtClean="0">
                <a:latin typeface="Calibri"/>
                <a:cs typeface="Calibri"/>
              </a:rPr>
              <a:t>l</a:t>
            </a:r>
            <a:endParaRPr sz="2400" dirty="0">
              <a:latin typeface="Calibri"/>
              <a:cs typeface="Calibri"/>
            </a:endParaRPr>
          </a:p>
        </p:txBody>
      </p:sp>
      <p:pic>
        <p:nvPicPr>
          <p:cNvPr id="9" name="Imagen 8"/>
          <p:cNvPicPr>
            <a:picLocks noChangeAspect="1"/>
          </p:cNvPicPr>
          <p:nvPr/>
        </p:nvPicPr>
        <p:blipFill>
          <a:blip r:embed="rId2"/>
          <a:stretch>
            <a:fillRect/>
          </a:stretch>
        </p:blipFill>
        <p:spPr>
          <a:xfrm>
            <a:off x="0" y="838200"/>
            <a:ext cx="5586925" cy="55869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7907" y="1008445"/>
            <a:ext cx="5023485" cy="574040"/>
          </a:xfrm>
          <a:prstGeom prst="rect">
            <a:avLst/>
          </a:prstGeom>
        </p:spPr>
        <p:txBody>
          <a:bodyPr vert="horz" wrap="square" lIns="0" tIns="12065" rIns="0" bIns="0" rtlCol="0">
            <a:spAutoFit/>
          </a:bodyPr>
          <a:lstStyle/>
          <a:p>
            <a:pPr marL="12700">
              <a:lnSpc>
                <a:spcPct val="100000"/>
              </a:lnSpc>
              <a:spcBef>
                <a:spcPts val="95"/>
              </a:spcBef>
            </a:pPr>
            <a:r>
              <a:rPr spc="-10" dirty="0">
                <a:solidFill>
                  <a:srgbClr val="500094"/>
                </a:solidFill>
              </a:rPr>
              <a:t>OBJETIVOS</a:t>
            </a:r>
            <a:r>
              <a:rPr spc="-85" dirty="0">
                <a:solidFill>
                  <a:srgbClr val="500094"/>
                </a:solidFill>
              </a:rPr>
              <a:t> </a:t>
            </a:r>
            <a:r>
              <a:rPr dirty="0">
                <a:solidFill>
                  <a:srgbClr val="500094"/>
                </a:solidFill>
              </a:rPr>
              <a:t>DEL</a:t>
            </a:r>
            <a:r>
              <a:rPr spc="-50" dirty="0">
                <a:solidFill>
                  <a:srgbClr val="500094"/>
                </a:solidFill>
              </a:rPr>
              <a:t> </a:t>
            </a:r>
            <a:r>
              <a:rPr spc="-10" dirty="0"/>
              <a:t>PROYECTO</a:t>
            </a:r>
          </a:p>
        </p:txBody>
      </p:sp>
      <p:sp>
        <p:nvSpPr>
          <p:cNvPr id="3" name="object 3"/>
          <p:cNvSpPr txBox="1"/>
          <p:nvPr/>
        </p:nvSpPr>
        <p:spPr>
          <a:xfrm>
            <a:off x="439101" y="1540337"/>
            <a:ext cx="11301095" cy="378309"/>
          </a:xfrm>
          <a:prstGeom prst="rect">
            <a:avLst/>
          </a:prstGeom>
        </p:spPr>
        <p:txBody>
          <a:bodyPr vert="horz" wrap="square" lIns="0" tIns="100330" rIns="0" bIns="0" rtlCol="0">
            <a:spAutoFit/>
          </a:bodyPr>
          <a:lstStyle/>
          <a:p>
            <a:pPr marR="36195" algn="ctr">
              <a:lnSpc>
                <a:spcPct val="100000"/>
              </a:lnSpc>
              <a:spcBef>
                <a:spcPts val="790"/>
              </a:spcBef>
            </a:pPr>
            <a:r>
              <a:rPr sz="1800" b="1" spc="-10" dirty="0" smtClean="0">
                <a:solidFill>
                  <a:srgbClr val="878787"/>
                </a:solidFill>
                <a:latin typeface="Calibri"/>
                <a:cs typeface="Calibri"/>
              </a:rPr>
              <a:t>SUBTÍTULO</a:t>
            </a:r>
            <a:endParaRPr sz="1800" dirty="0">
              <a:latin typeface="Calibri"/>
              <a:cs typeface="Calibri"/>
            </a:endParaRPr>
          </a:p>
        </p:txBody>
      </p:sp>
      <p:sp>
        <p:nvSpPr>
          <p:cNvPr id="4" name="CuadroTexto 3"/>
          <p:cNvSpPr txBox="1"/>
          <p:nvPr/>
        </p:nvSpPr>
        <p:spPr>
          <a:xfrm>
            <a:off x="831848" y="2081206"/>
            <a:ext cx="10515600" cy="2031325"/>
          </a:xfrm>
          <a:prstGeom prst="rect">
            <a:avLst/>
          </a:prstGeom>
          <a:noFill/>
        </p:spPr>
        <p:txBody>
          <a:bodyPr wrap="square" rtlCol="0">
            <a:spAutoFit/>
          </a:bodyPr>
          <a:lstStyle/>
          <a:p>
            <a:r>
              <a:rPr lang="es-MX" b="1" dirty="0" smtClean="0">
                <a:latin typeface="+mn-lt"/>
              </a:rPr>
              <a:t>Objetivo general.</a:t>
            </a:r>
          </a:p>
          <a:p>
            <a:pPr marL="285750" indent="-285750">
              <a:buFont typeface="Arial" panose="020B0604020202020204" pitchFamily="34" charset="0"/>
              <a:buChar char="•"/>
            </a:pPr>
            <a:r>
              <a:rPr lang="es-MX" dirty="0" smtClean="0">
                <a:latin typeface="+mn-lt"/>
              </a:rPr>
              <a:t>Analizar las capacidad y dificultades de las estudiantes para mejorar su rendimiento académicamente.</a:t>
            </a:r>
          </a:p>
          <a:p>
            <a:pPr marL="285750" indent="-285750">
              <a:buFont typeface="Arial" panose="020B0604020202020204" pitchFamily="34" charset="0"/>
              <a:buChar char="•"/>
            </a:pPr>
            <a:endParaRPr lang="es-MX" dirty="0" smtClean="0">
              <a:latin typeface="+mn-lt"/>
            </a:endParaRPr>
          </a:p>
          <a:p>
            <a:r>
              <a:rPr lang="es-MX" b="1" dirty="0" smtClean="0">
                <a:latin typeface="+mn-lt"/>
              </a:rPr>
              <a:t>Objetivos específicos.</a:t>
            </a:r>
          </a:p>
          <a:p>
            <a:pPr marL="285750" indent="-285750">
              <a:buFont typeface="Arial" panose="020B0604020202020204" pitchFamily="34" charset="0"/>
              <a:buChar char="•"/>
            </a:pPr>
            <a:r>
              <a:rPr lang="es-MX" dirty="0" smtClean="0">
                <a:latin typeface="+mn-lt"/>
              </a:rPr>
              <a:t>Fomentar la capacidad cognitiva de las estudiantes que tienen dificultades en respectivas áreas..</a:t>
            </a:r>
          </a:p>
          <a:p>
            <a:pPr marL="285750" indent="-285750">
              <a:buFont typeface="Arial" panose="020B0604020202020204" pitchFamily="34" charset="0"/>
              <a:buChar char="•"/>
            </a:pPr>
            <a:r>
              <a:rPr lang="es-MX" dirty="0" smtClean="0">
                <a:latin typeface="+mn-lt"/>
              </a:rPr>
              <a:t>Potenciar la seguridad en las estudiantes para tener mas confianza consigo mismas al realizar una actividad.</a:t>
            </a:r>
          </a:p>
          <a:p>
            <a:pPr marL="285750" indent="-285750">
              <a:buFont typeface="Arial" panose="020B0604020202020204" pitchFamily="34" charset="0"/>
              <a:buChar char="•"/>
            </a:pPr>
            <a:r>
              <a:rPr lang="es-MX" dirty="0" smtClean="0">
                <a:latin typeface="+mn-lt"/>
              </a:rPr>
              <a:t>Generar nuevas metodologías por parte de los docentes para mejorar su rendimiento y aprendizaje. </a:t>
            </a:r>
            <a:endParaRPr lang="es-MX" dirty="0">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3326" rIns="0" bIns="0" rtlCol="0">
            <a:spAutoFit/>
          </a:bodyPr>
          <a:lstStyle/>
          <a:p>
            <a:pPr algn="ctr">
              <a:lnSpc>
                <a:spcPct val="100000"/>
              </a:lnSpc>
              <a:spcBef>
                <a:spcPts val="725"/>
              </a:spcBef>
            </a:pPr>
            <a:r>
              <a:rPr spc="-10" dirty="0">
                <a:solidFill>
                  <a:srgbClr val="500094"/>
                </a:solidFill>
              </a:rPr>
              <a:t>METODO</a:t>
            </a:r>
            <a:r>
              <a:rPr spc="-10" dirty="0"/>
              <a:t>LOGÍA</a:t>
            </a:r>
          </a:p>
          <a:p>
            <a:pPr algn="ctr">
              <a:lnSpc>
                <a:spcPct val="100000"/>
              </a:lnSpc>
              <a:spcBef>
                <a:spcPts val="310"/>
              </a:spcBef>
            </a:pPr>
            <a:r>
              <a:rPr sz="1800" spc="-10" dirty="0">
                <a:solidFill>
                  <a:srgbClr val="878787"/>
                </a:solidFill>
              </a:rPr>
              <a:t>SUBTÍTULO</a:t>
            </a:r>
            <a:endParaRPr sz="1800"/>
          </a:p>
        </p:txBody>
      </p:sp>
      <p:sp>
        <p:nvSpPr>
          <p:cNvPr id="3" name="object 3"/>
          <p:cNvSpPr txBox="1"/>
          <p:nvPr/>
        </p:nvSpPr>
        <p:spPr>
          <a:xfrm>
            <a:off x="616416" y="2479022"/>
            <a:ext cx="10949940" cy="2922270"/>
          </a:xfrm>
          <a:prstGeom prst="rect">
            <a:avLst/>
          </a:prstGeom>
        </p:spPr>
        <p:txBody>
          <a:bodyPr vert="horz" wrap="square" lIns="0" tIns="27305" rIns="0" bIns="0" rtlCol="0">
            <a:spAutoFit/>
          </a:bodyPr>
          <a:lstStyle/>
          <a:p>
            <a:pPr marL="12700" marR="5080" algn="just">
              <a:lnSpc>
                <a:spcPts val="2850"/>
              </a:lnSpc>
              <a:spcBef>
                <a:spcPts val="215"/>
              </a:spcBef>
            </a:pPr>
            <a:r>
              <a:rPr sz="2400" dirty="0">
                <a:latin typeface="Calibri"/>
                <a:cs typeface="Calibri"/>
              </a:rPr>
              <a:t>Breve</a:t>
            </a:r>
            <a:r>
              <a:rPr sz="2400" spc="25" dirty="0">
                <a:latin typeface="Calibri"/>
                <a:cs typeface="Calibri"/>
              </a:rPr>
              <a:t> </a:t>
            </a:r>
            <a:r>
              <a:rPr sz="2400" dirty="0">
                <a:latin typeface="Calibri"/>
                <a:cs typeface="Calibri"/>
              </a:rPr>
              <a:t>descripción</a:t>
            </a:r>
            <a:r>
              <a:rPr sz="2400" spc="114" dirty="0">
                <a:latin typeface="Calibri"/>
                <a:cs typeface="Calibri"/>
              </a:rPr>
              <a:t> </a:t>
            </a:r>
            <a:r>
              <a:rPr sz="2400" u="sng" dirty="0">
                <a:uFill>
                  <a:solidFill>
                    <a:srgbClr val="000000"/>
                  </a:solidFill>
                </a:uFill>
                <a:latin typeface="Calibri"/>
                <a:cs typeface="Calibri"/>
              </a:rPr>
              <a:t>paso</a:t>
            </a:r>
            <a:r>
              <a:rPr sz="2400" spc="55" dirty="0">
                <a:latin typeface="Calibri"/>
                <a:cs typeface="Calibri"/>
              </a:rPr>
              <a:t> </a:t>
            </a:r>
            <a:r>
              <a:rPr sz="2400" u="sng" dirty="0">
                <a:uFill>
                  <a:solidFill>
                    <a:srgbClr val="000000"/>
                  </a:solidFill>
                </a:uFill>
                <a:latin typeface="Calibri"/>
                <a:cs typeface="Calibri"/>
              </a:rPr>
              <a:t>a</a:t>
            </a:r>
            <a:r>
              <a:rPr sz="2400" spc="5" dirty="0">
                <a:latin typeface="Calibri"/>
                <a:cs typeface="Calibri"/>
              </a:rPr>
              <a:t> </a:t>
            </a:r>
            <a:r>
              <a:rPr sz="2400" u="sng" dirty="0">
                <a:uFill>
                  <a:solidFill>
                    <a:srgbClr val="000000"/>
                  </a:solidFill>
                </a:uFill>
                <a:latin typeface="Calibri"/>
                <a:cs typeface="Calibri"/>
              </a:rPr>
              <a:t>paso</a:t>
            </a:r>
            <a:r>
              <a:rPr sz="2400" spc="60" dirty="0">
                <a:latin typeface="Calibri"/>
                <a:cs typeface="Calibri"/>
              </a:rPr>
              <a:t> </a:t>
            </a:r>
            <a:r>
              <a:rPr sz="2400" dirty="0">
                <a:latin typeface="Calibri"/>
                <a:cs typeface="Calibri"/>
              </a:rPr>
              <a:t>de</a:t>
            </a:r>
            <a:r>
              <a:rPr sz="2400" spc="45" dirty="0">
                <a:latin typeface="Calibri"/>
                <a:cs typeface="Calibri"/>
              </a:rPr>
              <a:t> </a:t>
            </a:r>
            <a:r>
              <a:rPr sz="2400" dirty="0">
                <a:latin typeface="Calibri"/>
                <a:cs typeface="Calibri"/>
              </a:rPr>
              <a:t>las</a:t>
            </a:r>
            <a:r>
              <a:rPr sz="2400" spc="10" dirty="0">
                <a:latin typeface="Calibri"/>
                <a:cs typeface="Calibri"/>
              </a:rPr>
              <a:t> </a:t>
            </a:r>
            <a:r>
              <a:rPr sz="2400" dirty="0">
                <a:latin typeface="Calibri"/>
                <a:cs typeface="Calibri"/>
              </a:rPr>
              <a:t>actividades</a:t>
            </a:r>
            <a:r>
              <a:rPr sz="2400" spc="85" dirty="0">
                <a:latin typeface="Calibri"/>
                <a:cs typeface="Calibri"/>
              </a:rPr>
              <a:t> </a:t>
            </a:r>
            <a:r>
              <a:rPr sz="2400" dirty="0">
                <a:latin typeface="Calibri"/>
                <a:cs typeface="Calibri"/>
              </a:rPr>
              <a:t>que</a:t>
            </a:r>
            <a:r>
              <a:rPr sz="2400" spc="60" dirty="0">
                <a:latin typeface="Calibri"/>
                <a:cs typeface="Calibri"/>
              </a:rPr>
              <a:t> </a:t>
            </a:r>
            <a:r>
              <a:rPr sz="2400" dirty="0">
                <a:latin typeface="Calibri"/>
                <a:cs typeface="Calibri"/>
              </a:rPr>
              <a:t>se</a:t>
            </a:r>
            <a:r>
              <a:rPr sz="2400" spc="60" dirty="0">
                <a:latin typeface="Calibri"/>
                <a:cs typeface="Calibri"/>
              </a:rPr>
              <a:t> </a:t>
            </a:r>
            <a:r>
              <a:rPr sz="2400" dirty="0">
                <a:latin typeface="Calibri"/>
                <a:cs typeface="Calibri"/>
              </a:rPr>
              <a:t>desarrollaran</a:t>
            </a:r>
            <a:r>
              <a:rPr sz="2400" spc="30" dirty="0">
                <a:latin typeface="Calibri"/>
                <a:cs typeface="Calibri"/>
              </a:rPr>
              <a:t> </a:t>
            </a:r>
            <a:r>
              <a:rPr sz="2400" dirty="0">
                <a:latin typeface="Calibri"/>
                <a:cs typeface="Calibri"/>
              </a:rPr>
              <a:t>para</a:t>
            </a:r>
            <a:r>
              <a:rPr sz="2400" spc="25" dirty="0">
                <a:latin typeface="Calibri"/>
                <a:cs typeface="Calibri"/>
              </a:rPr>
              <a:t> </a:t>
            </a:r>
            <a:r>
              <a:rPr sz="2400" dirty="0">
                <a:latin typeface="Calibri"/>
                <a:cs typeface="Calibri"/>
              </a:rPr>
              <a:t>dar</a:t>
            </a:r>
            <a:r>
              <a:rPr sz="2400" spc="5" dirty="0">
                <a:latin typeface="Calibri"/>
                <a:cs typeface="Calibri"/>
              </a:rPr>
              <a:t> </a:t>
            </a:r>
            <a:r>
              <a:rPr sz="2400" spc="-10" dirty="0">
                <a:latin typeface="Calibri"/>
                <a:cs typeface="Calibri"/>
              </a:rPr>
              <a:t>solución </a:t>
            </a:r>
            <a:r>
              <a:rPr sz="2400" dirty="0">
                <a:latin typeface="Calibri"/>
                <a:cs typeface="Calibri"/>
              </a:rPr>
              <a:t>a</a:t>
            </a:r>
            <a:r>
              <a:rPr sz="2400" spc="150" dirty="0">
                <a:latin typeface="Calibri"/>
                <a:cs typeface="Calibri"/>
              </a:rPr>
              <a:t> </a:t>
            </a:r>
            <a:r>
              <a:rPr sz="2400" dirty="0">
                <a:latin typeface="Calibri"/>
                <a:cs typeface="Calibri"/>
              </a:rPr>
              <a:t>los</a:t>
            </a:r>
            <a:r>
              <a:rPr sz="2400" spc="125" dirty="0">
                <a:latin typeface="Calibri"/>
                <a:cs typeface="Calibri"/>
              </a:rPr>
              <a:t> </a:t>
            </a:r>
            <a:r>
              <a:rPr sz="2400" dirty="0">
                <a:latin typeface="Calibri"/>
                <a:cs typeface="Calibri"/>
              </a:rPr>
              <a:t>objetivos</a:t>
            </a:r>
            <a:r>
              <a:rPr sz="2400" spc="60" dirty="0">
                <a:latin typeface="Calibri"/>
                <a:cs typeface="Calibri"/>
              </a:rPr>
              <a:t> </a:t>
            </a:r>
            <a:r>
              <a:rPr sz="2400" dirty="0">
                <a:latin typeface="Calibri"/>
                <a:cs typeface="Calibri"/>
              </a:rPr>
              <a:t>del</a:t>
            </a:r>
            <a:r>
              <a:rPr sz="2400" spc="100" dirty="0">
                <a:latin typeface="Calibri"/>
                <a:cs typeface="Calibri"/>
              </a:rPr>
              <a:t> </a:t>
            </a:r>
            <a:r>
              <a:rPr sz="2400" dirty="0">
                <a:latin typeface="Calibri"/>
                <a:cs typeface="Calibri"/>
              </a:rPr>
              <a:t>proyecto.</a:t>
            </a:r>
            <a:r>
              <a:rPr sz="2400" spc="170" dirty="0">
                <a:latin typeface="Calibri"/>
                <a:cs typeface="Calibri"/>
              </a:rPr>
              <a:t> </a:t>
            </a:r>
            <a:r>
              <a:rPr sz="2400" dirty="0">
                <a:latin typeface="Calibri"/>
                <a:cs typeface="Calibri"/>
              </a:rPr>
              <a:t>Se</a:t>
            </a:r>
            <a:r>
              <a:rPr sz="2400" spc="135" dirty="0">
                <a:latin typeface="Calibri"/>
                <a:cs typeface="Calibri"/>
              </a:rPr>
              <a:t> </a:t>
            </a:r>
            <a:r>
              <a:rPr sz="2400" dirty="0">
                <a:latin typeface="Calibri"/>
                <a:cs typeface="Calibri"/>
              </a:rPr>
              <a:t>debe</a:t>
            </a:r>
            <a:r>
              <a:rPr sz="2400" spc="140" dirty="0">
                <a:latin typeface="Calibri"/>
                <a:cs typeface="Calibri"/>
              </a:rPr>
              <a:t> </a:t>
            </a:r>
            <a:r>
              <a:rPr sz="2400" dirty="0">
                <a:latin typeface="Calibri"/>
                <a:cs typeface="Calibri"/>
              </a:rPr>
              <a:t>hacer</a:t>
            </a:r>
            <a:r>
              <a:rPr sz="2400" spc="125" dirty="0">
                <a:latin typeface="Calibri"/>
                <a:cs typeface="Calibri"/>
              </a:rPr>
              <a:t> </a:t>
            </a:r>
            <a:r>
              <a:rPr sz="2400" dirty="0">
                <a:latin typeface="Calibri"/>
                <a:cs typeface="Calibri"/>
              </a:rPr>
              <a:t>una</a:t>
            </a:r>
            <a:r>
              <a:rPr sz="2400" spc="110" dirty="0">
                <a:latin typeface="Calibri"/>
                <a:cs typeface="Calibri"/>
              </a:rPr>
              <a:t> </a:t>
            </a:r>
            <a:r>
              <a:rPr sz="2400" dirty="0">
                <a:latin typeface="Calibri"/>
                <a:cs typeface="Calibri"/>
              </a:rPr>
              <a:t>diferenciación</a:t>
            </a:r>
            <a:r>
              <a:rPr sz="2400" spc="155" dirty="0">
                <a:latin typeface="Calibri"/>
                <a:cs typeface="Calibri"/>
              </a:rPr>
              <a:t> </a:t>
            </a:r>
            <a:r>
              <a:rPr sz="2400" dirty="0">
                <a:latin typeface="Calibri"/>
                <a:cs typeface="Calibri"/>
              </a:rPr>
              <a:t>entre</a:t>
            </a:r>
            <a:r>
              <a:rPr sz="2400" spc="120" dirty="0">
                <a:latin typeface="Calibri"/>
                <a:cs typeface="Calibri"/>
              </a:rPr>
              <a:t> </a:t>
            </a:r>
            <a:r>
              <a:rPr sz="2400" dirty="0">
                <a:latin typeface="Calibri"/>
                <a:cs typeface="Calibri"/>
              </a:rPr>
              <a:t>los</a:t>
            </a:r>
            <a:r>
              <a:rPr sz="2400" spc="125" dirty="0">
                <a:latin typeface="Calibri"/>
                <a:cs typeface="Calibri"/>
              </a:rPr>
              <a:t> </a:t>
            </a:r>
            <a:r>
              <a:rPr sz="2400" dirty="0">
                <a:latin typeface="Calibri"/>
                <a:cs typeface="Calibri"/>
              </a:rPr>
              <a:t>objetivos</a:t>
            </a:r>
            <a:r>
              <a:rPr sz="2400" spc="60" dirty="0">
                <a:latin typeface="Calibri"/>
                <a:cs typeface="Calibri"/>
              </a:rPr>
              <a:t> </a:t>
            </a:r>
            <a:r>
              <a:rPr sz="2400" dirty="0">
                <a:latin typeface="Calibri"/>
                <a:cs typeface="Calibri"/>
              </a:rPr>
              <a:t>y</a:t>
            </a:r>
            <a:r>
              <a:rPr sz="2400" spc="140" dirty="0">
                <a:latin typeface="Calibri"/>
                <a:cs typeface="Calibri"/>
              </a:rPr>
              <a:t> </a:t>
            </a:r>
            <a:r>
              <a:rPr sz="2400" spc="-25" dirty="0">
                <a:latin typeface="Calibri"/>
                <a:cs typeface="Calibri"/>
              </a:rPr>
              <a:t>las </a:t>
            </a:r>
            <a:r>
              <a:rPr sz="2400" dirty="0">
                <a:latin typeface="Calibri"/>
                <a:cs typeface="Calibri"/>
              </a:rPr>
              <a:t>actividades</a:t>
            </a:r>
            <a:r>
              <a:rPr sz="2400" spc="-60" dirty="0">
                <a:latin typeface="Calibri"/>
                <a:cs typeface="Calibri"/>
              </a:rPr>
              <a:t> </a:t>
            </a:r>
            <a:r>
              <a:rPr sz="2400" dirty="0">
                <a:latin typeface="Calibri"/>
                <a:cs typeface="Calibri"/>
              </a:rPr>
              <a:t>que</a:t>
            </a:r>
            <a:r>
              <a:rPr sz="2400" spc="-55" dirty="0">
                <a:latin typeface="Calibri"/>
                <a:cs typeface="Calibri"/>
              </a:rPr>
              <a:t> </a:t>
            </a:r>
            <a:r>
              <a:rPr sz="2400" dirty="0">
                <a:latin typeface="Calibri"/>
                <a:cs typeface="Calibri"/>
              </a:rPr>
              <a:t>ayudan</a:t>
            </a:r>
            <a:r>
              <a:rPr sz="2400" spc="-60"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dar</a:t>
            </a:r>
            <a:r>
              <a:rPr sz="2400" spc="-60" dirty="0">
                <a:latin typeface="Calibri"/>
                <a:cs typeface="Calibri"/>
              </a:rPr>
              <a:t> </a:t>
            </a:r>
            <a:r>
              <a:rPr sz="2400" spc="-10" dirty="0">
                <a:latin typeface="Calibri"/>
                <a:cs typeface="Calibri"/>
              </a:rPr>
              <a:t>cumplimiento</a:t>
            </a:r>
            <a:r>
              <a:rPr sz="2400" spc="-55" dirty="0">
                <a:latin typeface="Calibri"/>
                <a:cs typeface="Calibri"/>
              </a:rPr>
              <a:t> </a:t>
            </a:r>
            <a:r>
              <a:rPr sz="2400" dirty="0">
                <a:latin typeface="Calibri"/>
                <a:cs typeface="Calibri"/>
              </a:rPr>
              <a:t>a</a:t>
            </a:r>
            <a:r>
              <a:rPr sz="2400" spc="-60" dirty="0">
                <a:latin typeface="Calibri"/>
                <a:cs typeface="Calibri"/>
              </a:rPr>
              <a:t> </a:t>
            </a:r>
            <a:r>
              <a:rPr sz="2400" dirty="0">
                <a:latin typeface="Calibri"/>
                <a:cs typeface="Calibri"/>
              </a:rPr>
              <a:t>cada</a:t>
            </a:r>
            <a:r>
              <a:rPr sz="2400" spc="-55" dirty="0">
                <a:latin typeface="Calibri"/>
                <a:cs typeface="Calibri"/>
              </a:rPr>
              <a:t> </a:t>
            </a:r>
            <a:r>
              <a:rPr sz="2400" spc="-10" dirty="0">
                <a:latin typeface="Calibri"/>
                <a:cs typeface="Calibri"/>
              </a:rPr>
              <a:t>objetivo.</a:t>
            </a:r>
            <a:endParaRPr sz="2400">
              <a:latin typeface="Calibri"/>
              <a:cs typeface="Calibri"/>
            </a:endParaRPr>
          </a:p>
          <a:p>
            <a:pPr marL="12700" algn="just">
              <a:lnSpc>
                <a:spcPts val="2735"/>
              </a:lnSpc>
            </a:pPr>
            <a:r>
              <a:rPr sz="2400" dirty="0">
                <a:latin typeface="Calibri"/>
                <a:cs typeface="Calibri"/>
              </a:rPr>
              <a:t>Para</a:t>
            </a:r>
            <a:r>
              <a:rPr sz="2400" spc="215" dirty="0">
                <a:latin typeface="Calibri"/>
                <a:cs typeface="Calibri"/>
              </a:rPr>
              <a:t> </a:t>
            </a:r>
            <a:r>
              <a:rPr sz="2400" dirty="0">
                <a:latin typeface="Calibri"/>
                <a:cs typeface="Calibri"/>
              </a:rPr>
              <a:t>plantear</a:t>
            </a:r>
            <a:r>
              <a:rPr sz="2400" spc="175" dirty="0">
                <a:latin typeface="Calibri"/>
                <a:cs typeface="Calibri"/>
              </a:rPr>
              <a:t> </a:t>
            </a:r>
            <a:r>
              <a:rPr sz="2400" dirty="0">
                <a:latin typeface="Calibri"/>
                <a:cs typeface="Calibri"/>
              </a:rPr>
              <a:t>una</a:t>
            </a:r>
            <a:r>
              <a:rPr sz="2400" spc="100" dirty="0">
                <a:latin typeface="Calibri"/>
                <a:cs typeface="Calibri"/>
              </a:rPr>
              <a:t> </a:t>
            </a:r>
            <a:r>
              <a:rPr sz="2400" dirty="0">
                <a:latin typeface="Calibri"/>
                <a:cs typeface="Calibri"/>
              </a:rPr>
              <a:t>metodología</a:t>
            </a:r>
            <a:r>
              <a:rPr sz="2400" spc="204" dirty="0">
                <a:latin typeface="Calibri"/>
                <a:cs typeface="Calibri"/>
              </a:rPr>
              <a:t> </a:t>
            </a:r>
            <a:r>
              <a:rPr sz="2400" dirty="0">
                <a:latin typeface="Calibri"/>
                <a:cs typeface="Calibri"/>
              </a:rPr>
              <a:t>se</a:t>
            </a:r>
            <a:r>
              <a:rPr sz="2400" spc="190" dirty="0">
                <a:latin typeface="Calibri"/>
                <a:cs typeface="Calibri"/>
              </a:rPr>
              <a:t> </a:t>
            </a:r>
            <a:r>
              <a:rPr sz="2400" dirty="0">
                <a:latin typeface="Calibri"/>
                <a:cs typeface="Calibri"/>
              </a:rPr>
              <a:t>recomienda</a:t>
            </a:r>
            <a:r>
              <a:rPr sz="2400" spc="120" dirty="0">
                <a:latin typeface="Calibri"/>
                <a:cs typeface="Calibri"/>
              </a:rPr>
              <a:t> </a:t>
            </a:r>
            <a:r>
              <a:rPr sz="2400" dirty="0">
                <a:latin typeface="Calibri"/>
                <a:cs typeface="Calibri"/>
              </a:rPr>
              <a:t>dividir</a:t>
            </a:r>
            <a:r>
              <a:rPr sz="2400" spc="204" dirty="0">
                <a:latin typeface="Calibri"/>
                <a:cs typeface="Calibri"/>
              </a:rPr>
              <a:t> </a:t>
            </a:r>
            <a:r>
              <a:rPr sz="2400" dirty="0">
                <a:latin typeface="Calibri"/>
                <a:cs typeface="Calibri"/>
              </a:rPr>
              <a:t>el</a:t>
            </a:r>
            <a:r>
              <a:rPr sz="2400" spc="210" dirty="0">
                <a:latin typeface="Calibri"/>
                <a:cs typeface="Calibri"/>
              </a:rPr>
              <a:t> </a:t>
            </a:r>
            <a:r>
              <a:rPr sz="2400" dirty="0">
                <a:latin typeface="Calibri"/>
                <a:cs typeface="Calibri"/>
              </a:rPr>
              <a:t>proyecto</a:t>
            </a:r>
            <a:r>
              <a:rPr sz="2400" spc="160" dirty="0">
                <a:latin typeface="Calibri"/>
                <a:cs typeface="Calibri"/>
              </a:rPr>
              <a:t> </a:t>
            </a:r>
            <a:r>
              <a:rPr sz="2400" dirty="0">
                <a:latin typeface="Calibri"/>
                <a:cs typeface="Calibri"/>
              </a:rPr>
              <a:t>en</a:t>
            </a:r>
            <a:r>
              <a:rPr sz="2400" spc="110" dirty="0">
                <a:latin typeface="Calibri"/>
                <a:cs typeface="Calibri"/>
              </a:rPr>
              <a:t> </a:t>
            </a:r>
            <a:r>
              <a:rPr sz="2400" dirty="0">
                <a:latin typeface="Calibri"/>
                <a:cs typeface="Calibri"/>
              </a:rPr>
              <a:t>etapas</a:t>
            </a:r>
            <a:r>
              <a:rPr sz="2400" spc="220" dirty="0">
                <a:latin typeface="Calibri"/>
                <a:cs typeface="Calibri"/>
              </a:rPr>
              <a:t> </a:t>
            </a:r>
            <a:r>
              <a:rPr sz="2400" spc="-10" dirty="0">
                <a:latin typeface="Calibri"/>
                <a:cs typeface="Calibri"/>
              </a:rPr>
              <a:t>(objetivos</a:t>
            </a:r>
            <a:endParaRPr sz="2400">
              <a:latin typeface="Calibri"/>
              <a:cs typeface="Calibri"/>
            </a:endParaRPr>
          </a:p>
          <a:p>
            <a:pPr marL="12700" marR="10160" algn="just">
              <a:lnSpc>
                <a:spcPts val="2850"/>
              </a:lnSpc>
              <a:spcBef>
                <a:spcPts val="105"/>
              </a:spcBef>
            </a:pPr>
            <a:r>
              <a:rPr sz="2400" dirty="0">
                <a:latin typeface="Calibri"/>
                <a:cs typeface="Calibri"/>
              </a:rPr>
              <a:t>específicos)</a:t>
            </a:r>
            <a:r>
              <a:rPr sz="2400" spc="325" dirty="0">
                <a:latin typeface="Calibri"/>
                <a:cs typeface="Calibri"/>
              </a:rPr>
              <a:t>  </a:t>
            </a:r>
            <a:r>
              <a:rPr sz="2400" dirty="0">
                <a:latin typeface="Calibri"/>
                <a:cs typeface="Calibri"/>
              </a:rPr>
              <a:t>y</a:t>
            </a:r>
            <a:r>
              <a:rPr sz="2400" spc="330" dirty="0">
                <a:latin typeface="Calibri"/>
                <a:cs typeface="Calibri"/>
              </a:rPr>
              <a:t>  </a:t>
            </a:r>
            <a:r>
              <a:rPr sz="2400" dirty="0">
                <a:latin typeface="Calibri"/>
                <a:cs typeface="Calibri"/>
              </a:rPr>
              <a:t>hacer</a:t>
            </a:r>
            <a:r>
              <a:rPr sz="2400" spc="320" dirty="0">
                <a:latin typeface="Calibri"/>
                <a:cs typeface="Calibri"/>
              </a:rPr>
              <a:t>  </a:t>
            </a:r>
            <a:r>
              <a:rPr sz="2400" dirty="0">
                <a:latin typeface="Calibri"/>
                <a:cs typeface="Calibri"/>
              </a:rPr>
              <a:t>una</a:t>
            </a:r>
            <a:r>
              <a:rPr sz="2400" spc="315" dirty="0">
                <a:latin typeface="Calibri"/>
                <a:cs typeface="Calibri"/>
              </a:rPr>
              <a:t>  </a:t>
            </a:r>
            <a:r>
              <a:rPr sz="2400" dirty="0">
                <a:latin typeface="Calibri"/>
                <a:cs typeface="Calibri"/>
              </a:rPr>
              <a:t>descripción</a:t>
            </a:r>
            <a:r>
              <a:rPr sz="2400" spc="320" dirty="0">
                <a:latin typeface="Calibri"/>
                <a:cs typeface="Calibri"/>
              </a:rPr>
              <a:t>  </a:t>
            </a:r>
            <a:r>
              <a:rPr sz="2400" dirty="0">
                <a:latin typeface="Calibri"/>
                <a:cs typeface="Calibri"/>
              </a:rPr>
              <a:t>de</a:t>
            </a:r>
            <a:r>
              <a:rPr sz="2400" spc="285" dirty="0">
                <a:latin typeface="Calibri"/>
                <a:cs typeface="Calibri"/>
              </a:rPr>
              <a:t>  </a:t>
            </a:r>
            <a:r>
              <a:rPr sz="2400" dirty="0">
                <a:latin typeface="Calibri"/>
                <a:cs typeface="Calibri"/>
              </a:rPr>
              <a:t>actividades</a:t>
            </a:r>
            <a:r>
              <a:rPr sz="2400" spc="340" dirty="0">
                <a:latin typeface="Calibri"/>
                <a:cs typeface="Calibri"/>
              </a:rPr>
              <a:t>  </a:t>
            </a:r>
            <a:r>
              <a:rPr sz="2400" dirty="0">
                <a:latin typeface="Calibri"/>
                <a:cs typeface="Calibri"/>
              </a:rPr>
              <a:t>relacionando</a:t>
            </a:r>
            <a:r>
              <a:rPr sz="2400" spc="320" dirty="0">
                <a:latin typeface="Calibri"/>
                <a:cs typeface="Calibri"/>
              </a:rPr>
              <a:t>  </a:t>
            </a:r>
            <a:r>
              <a:rPr sz="2400" dirty="0">
                <a:latin typeface="Calibri"/>
                <a:cs typeface="Calibri"/>
              </a:rPr>
              <a:t>los</a:t>
            </a:r>
            <a:r>
              <a:rPr sz="2400" spc="320" dirty="0">
                <a:latin typeface="Calibri"/>
                <a:cs typeface="Calibri"/>
              </a:rPr>
              <a:t>  </a:t>
            </a:r>
            <a:r>
              <a:rPr sz="2400" spc="-10" dirty="0">
                <a:latin typeface="Calibri"/>
                <a:cs typeface="Calibri"/>
              </a:rPr>
              <a:t>recursos </a:t>
            </a:r>
            <a:r>
              <a:rPr sz="2400" dirty="0">
                <a:latin typeface="Calibri"/>
                <a:cs typeface="Calibri"/>
              </a:rPr>
              <a:t>económicos,</a:t>
            </a:r>
            <a:r>
              <a:rPr sz="2400" spc="150" dirty="0">
                <a:latin typeface="Calibri"/>
                <a:cs typeface="Calibri"/>
              </a:rPr>
              <a:t> </a:t>
            </a:r>
            <a:r>
              <a:rPr sz="2400" dirty="0">
                <a:latin typeface="Calibri"/>
                <a:cs typeface="Calibri"/>
              </a:rPr>
              <a:t>físicos,</a:t>
            </a:r>
            <a:r>
              <a:rPr sz="2400" spc="130" dirty="0">
                <a:latin typeface="Calibri"/>
                <a:cs typeface="Calibri"/>
              </a:rPr>
              <a:t> </a:t>
            </a:r>
            <a:r>
              <a:rPr sz="2400" dirty="0">
                <a:latin typeface="Calibri"/>
                <a:cs typeface="Calibri"/>
              </a:rPr>
              <a:t>de</a:t>
            </a:r>
            <a:r>
              <a:rPr sz="2400" spc="55" dirty="0">
                <a:latin typeface="Calibri"/>
                <a:cs typeface="Calibri"/>
              </a:rPr>
              <a:t> </a:t>
            </a:r>
            <a:r>
              <a:rPr sz="2400" dirty="0">
                <a:latin typeface="Calibri"/>
                <a:cs typeface="Calibri"/>
              </a:rPr>
              <a:t>personal</a:t>
            </a:r>
            <a:r>
              <a:rPr sz="2400" spc="155" dirty="0">
                <a:latin typeface="Calibri"/>
                <a:cs typeface="Calibri"/>
              </a:rPr>
              <a:t> </a:t>
            </a:r>
            <a:r>
              <a:rPr sz="2400" dirty="0">
                <a:latin typeface="Calibri"/>
                <a:cs typeface="Calibri"/>
              </a:rPr>
              <a:t>y</a:t>
            </a:r>
            <a:r>
              <a:rPr sz="2400" spc="140" dirty="0">
                <a:latin typeface="Calibri"/>
                <a:cs typeface="Calibri"/>
              </a:rPr>
              <a:t> </a:t>
            </a:r>
            <a:r>
              <a:rPr sz="2400" dirty="0">
                <a:latin typeface="Calibri"/>
                <a:cs typeface="Calibri"/>
              </a:rPr>
              <a:t>de</a:t>
            </a:r>
            <a:r>
              <a:rPr sz="2400" spc="55" dirty="0">
                <a:latin typeface="Calibri"/>
                <a:cs typeface="Calibri"/>
              </a:rPr>
              <a:t> </a:t>
            </a:r>
            <a:r>
              <a:rPr sz="2400" dirty="0">
                <a:latin typeface="Calibri"/>
                <a:cs typeface="Calibri"/>
              </a:rPr>
              <a:t>tiempo</a:t>
            </a:r>
            <a:r>
              <a:rPr sz="2400" spc="155" dirty="0">
                <a:latin typeface="Calibri"/>
                <a:cs typeface="Calibri"/>
              </a:rPr>
              <a:t> </a:t>
            </a:r>
            <a:r>
              <a:rPr sz="2400" dirty="0">
                <a:latin typeface="Calibri"/>
                <a:cs typeface="Calibri"/>
              </a:rPr>
              <a:t>que</a:t>
            </a:r>
            <a:r>
              <a:rPr sz="2400" spc="65" dirty="0">
                <a:latin typeface="Calibri"/>
                <a:cs typeface="Calibri"/>
              </a:rPr>
              <a:t> </a:t>
            </a:r>
            <a:r>
              <a:rPr sz="2400" dirty="0">
                <a:latin typeface="Calibri"/>
                <a:cs typeface="Calibri"/>
              </a:rPr>
              <a:t>son</a:t>
            </a:r>
            <a:r>
              <a:rPr sz="2400" spc="220" dirty="0">
                <a:latin typeface="Calibri"/>
                <a:cs typeface="Calibri"/>
              </a:rPr>
              <a:t> </a:t>
            </a:r>
            <a:r>
              <a:rPr sz="2400" dirty="0">
                <a:latin typeface="Calibri"/>
                <a:cs typeface="Calibri"/>
              </a:rPr>
              <a:t>necesarios</a:t>
            </a:r>
            <a:r>
              <a:rPr sz="2400" spc="110" dirty="0">
                <a:latin typeface="Calibri"/>
                <a:cs typeface="Calibri"/>
              </a:rPr>
              <a:t> </a:t>
            </a:r>
            <a:r>
              <a:rPr sz="2400" dirty="0">
                <a:latin typeface="Calibri"/>
                <a:cs typeface="Calibri"/>
              </a:rPr>
              <a:t>para</a:t>
            </a:r>
            <a:r>
              <a:rPr sz="2400" spc="105" dirty="0">
                <a:latin typeface="Calibri"/>
                <a:cs typeface="Calibri"/>
              </a:rPr>
              <a:t> </a:t>
            </a:r>
            <a:r>
              <a:rPr sz="2400" dirty="0">
                <a:latin typeface="Calibri"/>
                <a:cs typeface="Calibri"/>
              </a:rPr>
              <a:t>llevarlos</a:t>
            </a:r>
            <a:r>
              <a:rPr sz="2400" spc="60" dirty="0">
                <a:latin typeface="Calibri"/>
                <a:cs typeface="Calibri"/>
              </a:rPr>
              <a:t> </a:t>
            </a:r>
            <a:r>
              <a:rPr sz="2400" dirty="0">
                <a:latin typeface="Calibri"/>
                <a:cs typeface="Calibri"/>
              </a:rPr>
              <a:t>a</a:t>
            </a:r>
            <a:r>
              <a:rPr sz="2400" spc="150" dirty="0">
                <a:latin typeface="Calibri"/>
                <a:cs typeface="Calibri"/>
              </a:rPr>
              <a:t> </a:t>
            </a:r>
            <a:r>
              <a:rPr sz="2400" spc="-10" dirty="0">
                <a:latin typeface="Calibri"/>
                <a:cs typeface="Calibri"/>
              </a:rPr>
              <a:t>cabo. </a:t>
            </a:r>
            <a:r>
              <a:rPr sz="2400" dirty="0">
                <a:latin typeface="Calibri"/>
                <a:cs typeface="Calibri"/>
              </a:rPr>
              <a:t>También</a:t>
            </a:r>
            <a:r>
              <a:rPr sz="2400" spc="85" dirty="0">
                <a:latin typeface="Calibri"/>
                <a:cs typeface="Calibri"/>
              </a:rPr>
              <a:t> </a:t>
            </a:r>
            <a:r>
              <a:rPr sz="2400" dirty="0">
                <a:latin typeface="Calibri"/>
                <a:cs typeface="Calibri"/>
              </a:rPr>
              <a:t>es</a:t>
            </a:r>
            <a:r>
              <a:rPr sz="2400" spc="50" dirty="0">
                <a:latin typeface="Calibri"/>
                <a:cs typeface="Calibri"/>
              </a:rPr>
              <a:t> </a:t>
            </a:r>
            <a:r>
              <a:rPr sz="2400" dirty="0">
                <a:latin typeface="Calibri"/>
                <a:cs typeface="Calibri"/>
              </a:rPr>
              <a:t>importante</a:t>
            </a:r>
            <a:r>
              <a:rPr sz="2400" spc="130" dirty="0">
                <a:latin typeface="Calibri"/>
                <a:cs typeface="Calibri"/>
              </a:rPr>
              <a:t> </a:t>
            </a:r>
            <a:r>
              <a:rPr sz="2400" dirty="0">
                <a:latin typeface="Calibri"/>
                <a:cs typeface="Calibri"/>
              </a:rPr>
              <a:t>considerar</a:t>
            </a:r>
            <a:r>
              <a:rPr sz="2400" spc="110" dirty="0">
                <a:latin typeface="Calibri"/>
                <a:cs typeface="Calibri"/>
              </a:rPr>
              <a:t> </a:t>
            </a:r>
            <a:r>
              <a:rPr sz="2400" dirty="0">
                <a:latin typeface="Calibri"/>
                <a:cs typeface="Calibri"/>
              </a:rPr>
              <a:t>un</a:t>
            </a:r>
            <a:r>
              <a:rPr sz="2400" spc="105" dirty="0">
                <a:latin typeface="Calibri"/>
                <a:cs typeface="Calibri"/>
              </a:rPr>
              <a:t> </a:t>
            </a:r>
            <a:r>
              <a:rPr sz="2400" dirty="0">
                <a:latin typeface="Calibri"/>
                <a:cs typeface="Calibri"/>
              </a:rPr>
              <a:t>entregable</a:t>
            </a:r>
            <a:r>
              <a:rPr sz="2400" spc="100" dirty="0">
                <a:latin typeface="Calibri"/>
                <a:cs typeface="Calibri"/>
              </a:rPr>
              <a:t> </a:t>
            </a:r>
            <a:r>
              <a:rPr sz="2400" dirty="0">
                <a:latin typeface="Calibri"/>
                <a:cs typeface="Calibri"/>
              </a:rPr>
              <a:t>que</a:t>
            </a:r>
            <a:r>
              <a:rPr sz="2400" spc="110" dirty="0">
                <a:latin typeface="Calibri"/>
                <a:cs typeface="Calibri"/>
              </a:rPr>
              <a:t> </a:t>
            </a:r>
            <a:r>
              <a:rPr sz="2400" dirty="0">
                <a:latin typeface="Calibri"/>
                <a:cs typeface="Calibri"/>
              </a:rPr>
              <a:t>por</a:t>
            </a:r>
            <a:r>
              <a:rPr sz="2400" spc="90" dirty="0">
                <a:latin typeface="Calibri"/>
                <a:cs typeface="Calibri"/>
              </a:rPr>
              <a:t> </a:t>
            </a:r>
            <a:r>
              <a:rPr sz="2400" dirty="0">
                <a:latin typeface="Calibri"/>
                <a:cs typeface="Calibri"/>
              </a:rPr>
              <a:t>cada</a:t>
            </a:r>
            <a:r>
              <a:rPr sz="2400" spc="95" dirty="0">
                <a:latin typeface="Calibri"/>
                <a:cs typeface="Calibri"/>
              </a:rPr>
              <a:t> </a:t>
            </a:r>
            <a:r>
              <a:rPr sz="2400" dirty="0">
                <a:latin typeface="Calibri"/>
                <a:cs typeface="Calibri"/>
              </a:rPr>
              <a:t>actividad</a:t>
            </a:r>
            <a:r>
              <a:rPr sz="2400" spc="105" dirty="0">
                <a:latin typeface="Calibri"/>
                <a:cs typeface="Calibri"/>
              </a:rPr>
              <a:t> </a:t>
            </a:r>
            <a:r>
              <a:rPr sz="2400" dirty="0">
                <a:latin typeface="Calibri"/>
                <a:cs typeface="Calibri"/>
              </a:rPr>
              <a:t>dé</a:t>
            </a:r>
            <a:r>
              <a:rPr sz="2400" spc="35" dirty="0">
                <a:latin typeface="Calibri"/>
                <a:cs typeface="Calibri"/>
              </a:rPr>
              <a:t> </a:t>
            </a:r>
            <a:r>
              <a:rPr sz="2400" dirty="0">
                <a:latin typeface="Calibri"/>
                <a:cs typeface="Calibri"/>
              </a:rPr>
              <a:t>cuenta</a:t>
            </a:r>
            <a:r>
              <a:rPr sz="2400" spc="114" dirty="0">
                <a:latin typeface="Calibri"/>
                <a:cs typeface="Calibri"/>
              </a:rPr>
              <a:t> </a:t>
            </a:r>
            <a:r>
              <a:rPr sz="2400" spc="-25" dirty="0">
                <a:latin typeface="Calibri"/>
                <a:cs typeface="Calibri"/>
              </a:rPr>
              <a:t>del </a:t>
            </a:r>
            <a:r>
              <a:rPr sz="2400" spc="-10" dirty="0">
                <a:latin typeface="Calibri"/>
                <a:cs typeface="Calibri"/>
              </a:rPr>
              <a:t>cumplimiento</a:t>
            </a:r>
            <a:r>
              <a:rPr sz="2400" spc="-40" dirty="0">
                <a:latin typeface="Calibri"/>
                <a:cs typeface="Calibri"/>
              </a:rPr>
              <a:t> </a:t>
            </a:r>
            <a:r>
              <a:rPr sz="2400" dirty="0">
                <a:latin typeface="Calibri"/>
                <a:cs typeface="Calibri"/>
              </a:rPr>
              <a:t>de</a:t>
            </a:r>
            <a:r>
              <a:rPr sz="2400" spc="-40" dirty="0">
                <a:latin typeface="Calibri"/>
                <a:cs typeface="Calibri"/>
              </a:rPr>
              <a:t> </a:t>
            </a:r>
            <a:r>
              <a:rPr sz="2400" spc="-20" dirty="0">
                <a:latin typeface="Calibri"/>
                <a:cs typeface="Calibri"/>
              </a:rPr>
              <a:t>esta.</a:t>
            </a:r>
            <a:endParaRPr sz="24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6060" rIns="0" bIns="0" rtlCol="0">
            <a:spAutoFit/>
          </a:bodyPr>
          <a:lstStyle/>
          <a:p>
            <a:pPr marL="2540" algn="ctr">
              <a:lnSpc>
                <a:spcPct val="100000"/>
              </a:lnSpc>
              <a:spcBef>
                <a:spcPts val="1780"/>
              </a:spcBef>
            </a:pPr>
            <a:r>
              <a:rPr spc="-75" dirty="0">
                <a:solidFill>
                  <a:srgbClr val="500094"/>
                </a:solidFill>
              </a:rPr>
              <a:t>RESULTADOS</a:t>
            </a:r>
            <a:r>
              <a:rPr spc="-65" dirty="0">
                <a:solidFill>
                  <a:srgbClr val="500094"/>
                </a:solidFill>
              </a:rPr>
              <a:t> </a:t>
            </a:r>
            <a:r>
              <a:rPr dirty="0">
                <a:solidFill>
                  <a:srgbClr val="500094"/>
                </a:solidFill>
              </a:rPr>
              <a:t>Y</a:t>
            </a:r>
            <a:r>
              <a:rPr spc="-55" dirty="0">
                <a:solidFill>
                  <a:srgbClr val="500094"/>
                </a:solidFill>
              </a:rPr>
              <a:t> </a:t>
            </a:r>
            <a:r>
              <a:rPr spc="-20" dirty="0"/>
              <a:t>PRODUCTOS</a:t>
            </a:r>
            <a:r>
              <a:rPr spc="-65" dirty="0"/>
              <a:t> </a:t>
            </a:r>
            <a:r>
              <a:rPr spc="-10" dirty="0"/>
              <a:t>ESPERADOS</a:t>
            </a:r>
          </a:p>
          <a:p>
            <a:pPr marL="1905" marR="5080" algn="ctr">
              <a:lnSpc>
                <a:spcPct val="100000"/>
              </a:lnSpc>
              <a:spcBef>
                <a:spcPts val="840"/>
              </a:spcBef>
            </a:pPr>
            <a:r>
              <a:rPr sz="1800" spc="-10" dirty="0">
                <a:solidFill>
                  <a:srgbClr val="878787"/>
                </a:solidFill>
              </a:rPr>
              <a:t>SUBTÍTULO</a:t>
            </a:r>
            <a:endParaRPr sz="1800"/>
          </a:p>
        </p:txBody>
      </p:sp>
      <p:sp>
        <p:nvSpPr>
          <p:cNvPr id="3" name="object 3"/>
          <p:cNvSpPr txBox="1">
            <a:spLocks noGrp="1"/>
          </p:cNvSpPr>
          <p:nvPr>
            <p:ph type="body" idx="1"/>
          </p:nvPr>
        </p:nvSpPr>
        <p:spPr>
          <a:prstGeom prst="rect">
            <a:avLst/>
          </a:prstGeom>
        </p:spPr>
        <p:txBody>
          <a:bodyPr vert="horz" wrap="square" lIns="0" tIns="27305" rIns="0" bIns="0" rtlCol="0">
            <a:spAutoFit/>
          </a:bodyPr>
          <a:lstStyle/>
          <a:p>
            <a:pPr marL="12700" marR="5080" algn="just">
              <a:lnSpc>
                <a:spcPts val="2850"/>
              </a:lnSpc>
              <a:spcBef>
                <a:spcPts val="215"/>
              </a:spcBef>
            </a:pPr>
            <a:r>
              <a:rPr dirty="0"/>
              <a:t>Descripción</a:t>
            </a:r>
            <a:r>
              <a:rPr spc="245" dirty="0"/>
              <a:t> </a:t>
            </a:r>
            <a:r>
              <a:rPr dirty="0"/>
              <a:t>de</a:t>
            </a:r>
            <a:r>
              <a:rPr spc="175" dirty="0"/>
              <a:t> </a:t>
            </a:r>
            <a:r>
              <a:rPr dirty="0"/>
              <a:t>posibles</a:t>
            </a:r>
            <a:r>
              <a:rPr spc="270" dirty="0"/>
              <a:t> </a:t>
            </a:r>
            <a:r>
              <a:rPr dirty="0"/>
              <a:t>productos</a:t>
            </a:r>
            <a:r>
              <a:rPr spc="200" dirty="0"/>
              <a:t> </a:t>
            </a:r>
            <a:r>
              <a:rPr dirty="0"/>
              <a:t>a</a:t>
            </a:r>
            <a:r>
              <a:rPr spc="260" dirty="0"/>
              <a:t> </a:t>
            </a:r>
            <a:r>
              <a:rPr dirty="0"/>
              <a:t>alcanzar</a:t>
            </a:r>
            <a:r>
              <a:rPr spc="305" dirty="0"/>
              <a:t> </a:t>
            </a:r>
            <a:r>
              <a:rPr dirty="0"/>
              <a:t>con</a:t>
            </a:r>
            <a:r>
              <a:rPr spc="155" dirty="0"/>
              <a:t> </a:t>
            </a:r>
            <a:r>
              <a:rPr dirty="0"/>
              <a:t>el</a:t>
            </a:r>
            <a:r>
              <a:rPr spc="265" dirty="0"/>
              <a:t> </a:t>
            </a:r>
            <a:r>
              <a:rPr dirty="0"/>
              <a:t>desarrollo</a:t>
            </a:r>
            <a:r>
              <a:rPr spc="165" dirty="0"/>
              <a:t> </a:t>
            </a:r>
            <a:r>
              <a:rPr dirty="0"/>
              <a:t>del</a:t>
            </a:r>
            <a:r>
              <a:rPr spc="275" dirty="0"/>
              <a:t> </a:t>
            </a:r>
            <a:r>
              <a:rPr dirty="0"/>
              <a:t>proyecto.</a:t>
            </a:r>
            <a:r>
              <a:rPr spc="210" dirty="0"/>
              <a:t> </a:t>
            </a:r>
            <a:r>
              <a:rPr spc="-10" dirty="0"/>
              <a:t>Ejemplo: </a:t>
            </a:r>
            <a:r>
              <a:rPr dirty="0"/>
              <a:t>idea</a:t>
            </a:r>
            <a:r>
              <a:rPr spc="350" dirty="0"/>
              <a:t> </a:t>
            </a:r>
            <a:r>
              <a:rPr dirty="0"/>
              <a:t>de</a:t>
            </a:r>
            <a:r>
              <a:rPr spc="340" dirty="0"/>
              <a:t> </a:t>
            </a:r>
            <a:r>
              <a:rPr dirty="0"/>
              <a:t>emprendimiento,</a:t>
            </a:r>
            <a:r>
              <a:rPr spc="315" dirty="0"/>
              <a:t> </a:t>
            </a:r>
            <a:r>
              <a:rPr dirty="0"/>
              <a:t>desarrollo</a:t>
            </a:r>
            <a:r>
              <a:rPr spc="325" dirty="0"/>
              <a:t> </a:t>
            </a:r>
            <a:r>
              <a:rPr dirty="0"/>
              <a:t>de</a:t>
            </a:r>
            <a:r>
              <a:rPr spc="340" dirty="0"/>
              <a:t> </a:t>
            </a:r>
            <a:r>
              <a:rPr dirty="0"/>
              <a:t>prototipos</a:t>
            </a:r>
            <a:r>
              <a:rPr spc="250" dirty="0"/>
              <a:t> </a:t>
            </a:r>
            <a:r>
              <a:rPr dirty="0"/>
              <a:t>funcionales</a:t>
            </a:r>
            <a:r>
              <a:rPr spc="380" dirty="0"/>
              <a:t> </a:t>
            </a:r>
            <a:r>
              <a:rPr dirty="0"/>
              <a:t>de</a:t>
            </a:r>
            <a:r>
              <a:rPr spc="340" dirty="0"/>
              <a:t> </a:t>
            </a:r>
            <a:r>
              <a:rPr dirty="0"/>
              <a:t>1°,</a:t>
            </a:r>
            <a:r>
              <a:rPr spc="380" dirty="0"/>
              <a:t> </a:t>
            </a:r>
            <a:r>
              <a:rPr dirty="0"/>
              <a:t>2°o</a:t>
            </a:r>
            <a:r>
              <a:rPr spc="250" dirty="0"/>
              <a:t> </a:t>
            </a:r>
            <a:r>
              <a:rPr dirty="0"/>
              <a:t>3°</a:t>
            </a:r>
            <a:r>
              <a:rPr spc="380" dirty="0"/>
              <a:t> </a:t>
            </a:r>
            <a:r>
              <a:rPr dirty="0"/>
              <a:t>nivel</a:t>
            </a:r>
            <a:r>
              <a:rPr spc="345" dirty="0"/>
              <a:t> </a:t>
            </a:r>
            <a:r>
              <a:rPr spc="-25" dirty="0"/>
              <a:t>de </a:t>
            </a:r>
            <a:r>
              <a:rPr dirty="0"/>
              <a:t>complejidad,</a:t>
            </a:r>
            <a:r>
              <a:rPr spc="240" dirty="0"/>
              <a:t>  </a:t>
            </a:r>
            <a:r>
              <a:rPr dirty="0"/>
              <a:t>plan</a:t>
            </a:r>
            <a:r>
              <a:rPr spc="275" dirty="0"/>
              <a:t> </a:t>
            </a:r>
            <a:r>
              <a:rPr dirty="0"/>
              <a:t>de</a:t>
            </a:r>
            <a:r>
              <a:rPr spc="190" dirty="0"/>
              <a:t> </a:t>
            </a:r>
            <a:r>
              <a:rPr dirty="0"/>
              <a:t>medios,</a:t>
            </a:r>
            <a:r>
              <a:rPr spc="290" dirty="0"/>
              <a:t> </a:t>
            </a:r>
            <a:r>
              <a:rPr dirty="0"/>
              <a:t>producciones</a:t>
            </a:r>
            <a:r>
              <a:rPr spc="265" dirty="0"/>
              <a:t> </a:t>
            </a:r>
            <a:r>
              <a:rPr dirty="0"/>
              <a:t>para</a:t>
            </a:r>
            <a:r>
              <a:rPr spc="229" dirty="0"/>
              <a:t> </a:t>
            </a:r>
            <a:r>
              <a:rPr dirty="0"/>
              <a:t>la</a:t>
            </a:r>
            <a:r>
              <a:rPr spc="190" dirty="0"/>
              <a:t> </a:t>
            </a:r>
            <a:r>
              <a:rPr dirty="0"/>
              <a:t>Institución</a:t>
            </a:r>
            <a:r>
              <a:rPr spc="285" dirty="0"/>
              <a:t> </a:t>
            </a:r>
            <a:r>
              <a:rPr dirty="0"/>
              <a:t>Educativa</a:t>
            </a:r>
            <a:r>
              <a:rPr spc="260" dirty="0"/>
              <a:t> </a:t>
            </a:r>
            <a:r>
              <a:rPr dirty="0"/>
              <a:t>tales</a:t>
            </a:r>
            <a:r>
              <a:rPr spc="200" dirty="0"/>
              <a:t> </a:t>
            </a:r>
            <a:r>
              <a:rPr spc="-10" dirty="0"/>
              <a:t>como: </a:t>
            </a:r>
            <a:r>
              <a:rPr dirty="0"/>
              <a:t>Periódico</a:t>
            </a:r>
            <a:r>
              <a:rPr spc="229" dirty="0"/>
              <a:t> </a:t>
            </a:r>
            <a:r>
              <a:rPr dirty="0"/>
              <a:t>Institucional,</a:t>
            </a:r>
            <a:r>
              <a:rPr spc="150" dirty="0"/>
              <a:t> </a:t>
            </a:r>
            <a:r>
              <a:rPr dirty="0"/>
              <a:t>Revista</a:t>
            </a:r>
            <a:r>
              <a:rPr spc="320" dirty="0"/>
              <a:t> </a:t>
            </a:r>
            <a:r>
              <a:rPr dirty="0"/>
              <a:t>Institucional,</a:t>
            </a:r>
            <a:r>
              <a:rPr spc="210" dirty="0"/>
              <a:t> </a:t>
            </a:r>
            <a:r>
              <a:rPr dirty="0"/>
              <a:t>mejora</a:t>
            </a:r>
            <a:r>
              <a:rPr spc="210" dirty="0"/>
              <a:t> </a:t>
            </a:r>
            <a:r>
              <a:rPr dirty="0"/>
              <a:t>en</a:t>
            </a:r>
            <a:r>
              <a:rPr spc="155" dirty="0"/>
              <a:t> </a:t>
            </a:r>
            <a:r>
              <a:rPr dirty="0"/>
              <a:t>las</a:t>
            </a:r>
            <a:r>
              <a:rPr spc="254" dirty="0"/>
              <a:t> </a:t>
            </a:r>
            <a:r>
              <a:rPr dirty="0"/>
              <a:t>instalaciones</a:t>
            </a:r>
            <a:r>
              <a:rPr spc="165" dirty="0"/>
              <a:t> </a:t>
            </a:r>
            <a:r>
              <a:rPr dirty="0"/>
              <a:t>eléctricas</a:t>
            </a:r>
            <a:r>
              <a:rPr spc="260" dirty="0"/>
              <a:t> </a:t>
            </a:r>
            <a:r>
              <a:rPr spc="-25" dirty="0"/>
              <a:t>por </a:t>
            </a:r>
            <a:r>
              <a:rPr spc="-10" dirty="0"/>
              <a:t>ejemplo,</a:t>
            </a:r>
            <a:r>
              <a:rPr spc="-50" dirty="0"/>
              <a:t> </a:t>
            </a:r>
            <a:r>
              <a:rPr dirty="0"/>
              <a:t>según</a:t>
            </a:r>
            <a:r>
              <a:rPr spc="-50" dirty="0"/>
              <a:t> </a:t>
            </a:r>
            <a:r>
              <a:rPr dirty="0"/>
              <a:t>el</a:t>
            </a:r>
            <a:r>
              <a:rPr spc="-50" dirty="0"/>
              <a:t> </a:t>
            </a:r>
            <a:r>
              <a:rPr spc="-10" dirty="0"/>
              <a:t>programa</a:t>
            </a:r>
            <a:r>
              <a:rPr spc="-50" dirty="0"/>
              <a:t> </a:t>
            </a:r>
            <a:r>
              <a:rPr dirty="0"/>
              <a:t>de</a:t>
            </a:r>
            <a:r>
              <a:rPr spc="-50" dirty="0"/>
              <a:t> </a:t>
            </a:r>
            <a:r>
              <a:rPr spc="-10" dirty="0"/>
              <a:t>formación.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6060" rIns="0" bIns="0" rtlCol="0">
            <a:spAutoFit/>
          </a:bodyPr>
          <a:lstStyle/>
          <a:p>
            <a:pPr marL="6350" algn="ctr">
              <a:lnSpc>
                <a:spcPct val="100000"/>
              </a:lnSpc>
              <a:spcBef>
                <a:spcPts val="1780"/>
              </a:spcBef>
            </a:pPr>
            <a:r>
              <a:rPr spc="-10" dirty="0">
                <a:solidFill>
                  <a:srgbClr val="500094"/>
                </a:solidFill>
              </a:rPr>
              <a:t>CRONO</a:t>
            </a:r>
            <a:r>
              <a:rPr spc="-10" dirty="0"/>
              <a:t>GRAMA</a:t>
            </a:r>
          </a:p>
          <a:p>
            <a:pPr marL="6350" marR="8890" algn="ctr">
              <a:lnSpc>
                <a:spcPct val="100000"/>
              </a:lnSpc>
              <a:spcBef>
                <a:spcPts val="840"/>
              </a:spcBef>
            </a:pPr>
            <a:r>
              <a:rPr sz="1800" spc="-10" dirty="0">
                <a:solidFill>
                  <a:srgbClr val="878787"/>
                </a:solidFill>
              </a:rPr>
              <a:t>SUBTÍTULO</a:t>
            </a:r>
            <a:endParaRPr sz="1800"/>
          </a:p>
        </p:txBody>
      </p:sp>
      <p:sp>
        <p:nvSpPr>
          <p:cNvPr id="3" name="object 3"/>
          <p:cNvSpPr txBox="1">
            <a:spLocks noGrp="1"/>
          </p:cNvSpPr>
          <p:nvPr>
            <p:ph type="body" idx="1"/>
          </p:nvPr>
        </p:nvSpPr>
        <p:spPr>
          <a:prstGeom prst="rect">
            <a:avLst/>
          </a:prstGeom>
        </p:spPr>
        <p:txBody>
          <a:bodyPr vert="horz" wrap="square" lIns="0" tIns="27305" rIns="0" bIns="0" rtlCol="0">
            <a:spAutoFit/>
          </a:bodyPr>
          <a:lstStyle/>
          <a:p>
            <a:pPr marL="12700" marR="5080" algn="just">
              <a:lnSpc>
                <a:spcPts val="2850"/>
              </a:lnSpc>
              <a:spcBef>
                <a:spcPts val="215"/>
              </a:spcBef>
            </a:pPr>
            <a:r>
              <a:rPr dirty="0"/>
              <a:t>Este</a:t>
            </a:r>
            <a:r>
              <a:rPr spc="-40" dirty="0"/>
              <a:t> </a:t>
            </a:r>
            <a:r>
              <a:rPr dirty="0"/>
              <a:t>debe</a:t>
            </a:r>
            <a:r>
              <a:rPr spc="5" dirty="0"/>
              <a:t> </a:t>
            </a:r>
            <a:r>
              <a:rPr dirty="0"/>
              <a:t>ser acorde</a:t>
            </a:r>
            <a:r>
              <a:rPr spc="-25" dirty="0"/>
              <a:t> </a:t>
            </a:r>
            <a:r>
              <a:rPr dirty="0"/>
              <a:t>con</a:t>
            </a:r>
            <a:r>
              <a:rPr spc="-25" dirty="0"/>
              <a:t> </a:t>
            </a:r>
            <a:r>
              <a:rPr dirty="0"/>
              <a:t>el</a:t>
            </a:r>
            <a:r>
              <a:rPr spc="20" dirty="0"/>
              <a:t> </a:t>
            </a:r>
            <a:r>
              <a:rPr dirty="0"/>
              <a:t>desarrollo</a:t>
            </a:r>
            <a:r>
              <a:rPr spc="-20" dirty="0"/>
              <a:t> </a:t>
            </a:r>
            <a:r>
              <a:rPr dirty="0"/>
              <a:t>de</a:t>
            </a:r>
            <a:r>
              <a:rPr spc="-80" dirty="0"/>
              <a:t> </a:t>
            </a:r>
            <a:r>
              <a:rPr dirty="0"/>
              <a:t>las</a:t>
            </a:r>
            <a:r>
              <a:rPr spc="25" dirty="0"/>
              <a:t> </a:t>
            </a:r>
            <a:r>
              <a:rPr dirty="0"/>
              <a:t>unidades</a:t>
            </a:r>
            <a:r>
              <a:rPr spc="15" dirty="0"/>
              <a:t> </a:t>
            </a:r>
            <a:r>
              <a:rPr dirty="0"/>
              <a:t>de</a:t>
            </a:r>
            <a:r>
              <a:rPr spc="-15" dirty="0"/>
              <a:t> </a:t>
            </a:r>
            <a:r>
              <a:rPr spc="-10" dirty="0"/>
              <a:t>aprendizaje</a:t>
            </a:r>
            <a:r>
              <a:rPr spc="-15" dirty="0"/>
              <a:t> </a:t>
            </a:r>
            <a:r>
              <a:rPr dirty="0"/>
              <a:t>de</a:t>
            </a:r>
            <a:r>
              <a:rPr spc="-15" dirty="0"/>
              <a:t> </a:t>
            </a:r>
            <a:r>
              <a:rPr dirty="0"/>
              <a:t>cada</a:t>
            </a:r>
            <a:r>
              <a:rPr spc="-80" dirty="0"/>
              <a:t> </a:t>
            </a:r>
            <a:r>
              <a:rPr spc="-10" dirty="0"/>
              <a:t>programa </a:t>
            </a:r>
            <a:r>
              <a:rPr dirty="0"/>
              <a:t>de</a:t>
            </a:r>
            <a:r>
              <a:rPr spc="45" dirty="0"/>
              <a:t> </a:t>
            </a:r>
            <a:r>
              <a:rPr spc="-10" dirty="0"/>
              <a:t>Técnica</a:t>
            </a:r>
            <a:r>
              <a:rPr spc="35" dirty="0"/>
              <a:t> </a:t>
            </a:r>
            <a:r>
              <a:rPr dirty="0"/>
              <a:t>Laboral</a:t>
            </a:r>
            <a:r>
              <a:rPr spc="55" dirty="0"/>
              <a:t> </a:t>
            </a:r>
            <a:r>
              <a:rPr dirty="0"/>
              <a:t>respectivo.</a:t>
            </a:r>
            <a:r>
              <a:rPr spc="55" dirty="0"/>
              <a:t> </a:t>
            </a:r>
            <a:r>
              <a:rPr dirty="0"/>
              <a:t>El</a:t>
            </a:r>
            <a:r>
              <a:rPr spc="30" dirty="0"/>
              <a:t> </a:t>
            </a:r>
            <a:r>
              <a:rPr dirty="0"/>
              <a:t>cronograma</a:t>
            </a:r>
            <a:r>
              <a:rPr spc="60" dirty="0"/>
              <a:t> </a:t>
            </a:r>
            <a:r>
              <a:rPr dirty="0"/>
              <a:t>será</a:t>
            </a:r>
            <a:r>
              <a:rPr spc="80" dirty="0"/>
              <a:t> </a:t>
            </a:r>
            <a:r>
              <a:rPr dirty="0"/>
              <a:t>presentado</a:t>
            </a:r>
            <a:r>
              <a:rPr spc="45" dirty="0"/>
              <a:t> </a:t>
            </a:r>
            <a:r>
              <a:rPr dirty="0"/>
              <a:t>de</a:t>
            </a:r>
            <a:r>
              <a:rPr spc="-15" dirty="0"/>
              <a:t> </a:t>
            </a:r>
            <a:r>
              <a:rPr dirty="0"/>
              <a:t>común</a:t>
            </a:r>
            <a:r>
              <a:rPr spc="70" dirty="0"/>
              <a:t> </a:t>
            </a:r>
            <a:r>
              <a:rPr dirty="0"/>
              <a:t>acuerdo</a:t>
            </a:r>
            <a:r>
              <a:rPr spc="30" dirty="0"/>
              <a:t> </a:t>
            </a:r>
            <a:r>
              <a:rPr spc="-10" dirty="0"/>
              <a:t>entre </a:t>
            </a:r>
            <a:r>
              <a:rPr dirty="0"/>
              <a:t>docentes</a:t>
            </a:r>
            <a:r>
              <a:rPr spc="155" dirty="0"/>
              <a:t> </a:t>
            </a:r>
            <a:r>
              <a:rPr dirty="0"/>
              <a:t>y</a:t>
            </a:r>
            <a:r>
              <a:rPr spc="90" dirty="0"/>
              <a:t> </a:t>
            </a:r>
            <a:r>
              <a:rPr dirty="0"/>
              <a:t>estudiantes</a:t>
            </a:r>
            <a:r>
              <a:rPr spc="165" dirty="0"/>
              <a:t> </a:t>
            </a:r>
            <a:r>
              <a:rPr dirty="0"/>
              <a:t>y</a:t>
            </a:r>
            <a:r>
              <a:rPr spc="155" dirty="0"/>
              <a:t> </a:t>
            </a:r>
            <a:r>
              <a:rPr dirty="0"/>
              <a:t>de</a:t>
            </a:r>
            <a:r>
              <a:rPr spc="140" dirty="0"/>
              <a:t> </a:t>
            </a:r>
            <a:r>
              <a:rPr dirty="0"/>
              <a:t>acuerdo</a:t>
            </a:r>
            <a:r>
              <a:rPr spc="125" dirty="0"/>
              <a:t> </a:t>
            </a:r>
            <a:r>
              <a:rPr dirty="0"/>
              <a:t>a</a:t>
            </a:r>
            <a:r>
              <a:rPr spc="95" dirty="0"/>
              <a:t> </a:t>
            </a:r>
            <a:r>
              <a:rPr dirty="0"/>
              <a:t>las</a:t>
            </a:r>
            <a:r>
              <a:rPr spc="180" dirty="0"/>
              <a:t> </a:t>
            </a:r>
            <a:r>
              <a:rPr dirty="0"/>
              <a:t>instrucciones</a:t>
            </a:r>
            <a:r>
              <a:rPr spc="150" dirty="0"/>
              <a:t> </a:t>
            </a:r>
            <a:r>
              <a:rPr dirty="0"/>
              <a:t>de</a:t>
            </a:r>
            <a:r>
              <a:rPr spc="140" dirty="0"/>
              <a:t> </a:t>
            </a:r>
            <a:r>
              <a:rPr dirty="0"/>
              <a:t>la</a:t>
            </a:r>
            <a:r>
              <a:rPr spc="145" dirty="0"/>
              <a:t> </a:t>
            </a:r>
            <a:r>
              <a:rPr dirty="0"/>
              <a:t>Coordinación</a:t>
            </a:r>
            <a:r>
              <a:rPr spc="95" dirty="0"/>
              <a:t> </a:t>
            </a:r>
            <a:r>
              <a:rPr spc="-10" dirty="0"/>
              <a:t>Académica </a:t>
            </a:r>
            <a:r>
              <a:rPr dirty="0"/>
              <a:t>en</a:t>
            </a:r>
            <a:r>
              <a:rPr spc="-50" dirty="0"/>
              <a:t> </a:t>
            </a:r>
            <a:r>
              <a:rPr dirty="0"/>
              <a:t>cada</a:t>
            </a:r>
            <a:r>
              <a:rPr spc="-45" dirty="0"/>
              <a:t> </a:t>
            </a:r>
            <a:r>
              <a:rPr spc="-10" dirty="0"/>
              <a:t>caso.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226060" rIns="0" bIns="0" rtlCol="0">
            <a:spAutoFit/>
          </a:bodyPr>
          <a:lstStyle/>
          <a:p>
            <a:pPr algn="ctr">
              <a:lnSpc>
                <a:spcPct val="100000"/>
              </a:lnSpc>
              <a:spcBef>
                <a:spcPts val="1780"/>
              </a:spcBef>
            </a:pPr>
            <a:r>
              <a:rPr spc="-10" dirty="0">
                <a:solidFill>
                  <a:srgbClr val="500094"/>
                </a:solidFill>
              </a:rPr>
              <a:t>BIBLIO</a:t>
            </a:r>
            <a:r>
              <a:rPr spc="-10" dirty="0"/>
              <a:t>GRAFÍA</a:t>
            </a:r>
          </a:p>
          <a:p>
            <a:pPr algn="ctr">
              <a:lnSpc>
                <a:spcPct val="100000"/>
              </a:lnSpc>
              <a:spcBef>
                <a:spcPts val="840"/>
              </a:spcBef>
            </a:pPr>
            <a:r>
              <a:rPr sz="1800" spc="-10" dirty="0">
                <a:solidFill>
                  <a:srgbClr val="878787"/>
                </a:solidFill>
              </a:rPr>
              <a:t>SUBTÍTULO</a:t>
            </a:r>
            <a:endParaRPr sz="1800"/>
          </a:p>
        </p:txBody>
      </p:sp>
      <p:sp>
        <p:nvSpPr>
          <p:cNvPr id="3" name="object 3"/>
          <p:cNvSpPr txBox="1"/>
          <p:nvPr/>
        </p:nvSpPr>
        <p:spPr>
          <a:xfrm>
            <a:off x="616416" y="2479022"/>
            <a:ext cx="10944225" cy="752475"/>
          </a:xfrm>
          <a:prstGeom prst="rect">
            <a:avLst/>
          </a:prstGeom>
        </p:spPr>
        <p:txBody>
          <a:bodyPr vert="horz" wrap="square" lIns="0" tIns="27305" rIns="0" bIns="0" rtlCol="0">
            <a:spAutoFit/>
          </a:bodyPr>
          <a:lstStyle/>
          <a:p>
            <a:pPr marL="12700" marR="5080">
              <a:lnSpc>
                <a:spcPts val="2850"/>
              </a:lnSpc>
              <a:spcBef>
                <a:spcPts val="215"/>
              </a:spcBef>
            </a:pPr>
            <a:r>
              <a:rPr sz="2400" dirty="0">
                <a:latin typeface="Calibri"/>
                <a:cs typeface="Calibri"/>
              </a:rPr>
              <a:t>Presentación</a:t>
            </a:r>
            <a:r>
              <a:rPr sz="2400" spc="50" dirty="0">
                <a:latin typeface="Calibri"/>
                <a:cs typeface="Calibri"/>
              </a:rPr>
              <a:t> </a:t>
            </a:r>
            <a:r>
              <a:rPr sz="2400" dirty="0">
                <a:latin typeface="Calibri"/>
                <a:cs typeface="Calibri"/>
              </a:rPr>
              <a:t>de</a:t>
            </a:r>
            <a:r>
              <a:rPr sz="2400" spc="-30" dirty="0">
                <a:latin typeface="Calibri"/>
                <a:cs typeface="Calibri"/>
              </a:rPr>
              <a:t> </a:t>
            </a:r>
            <a:r>
              <a:rPr sz="2400" dirty="0">
                <a:latin typeface="Calibri"/>
                <a:cs typeface="Calibri"/>
              </a:rPr>
              <a:t>las</a:t>
            </a:r>
            <a:r>
              <a:rPr sz="2400" spc="65" dirty="0">
                <a:latin typeface="Calibri"/>
                <a:cs typeface="Calibri"/>
              </a:rPr>
              <a:t> </a:t>
            </a:r>
            <a:r>
              <a:rPr sz="2400" dirty="0">
                <a:latin typeface="Calibri"/>
                <a:cs typeface="Calibri"/>
              </a:rPr>
              <a:t>fuentes</a:t>
            </a:r>
            <a:r>
              <a:rPr sz="2400" spc="25" dirty="0">
                <a:latin typeface="Calibri"/>
                <a:cs typeface="Calibri"/>
              </a:rPr>
              <a:t> </a:t>
            </a:r>
            <a:r>
              <a:rPr sz="2400" dirty="0">
                <a:latin typeface="Calibri"/>
                <a:cs typeface="Calibri"/>
              </a:rPr>
              <a:t>bibliográficas</a:t>
            </a:r>
            <a:r>
              <a:rPr sz="2400" spc="50" dirty="0">
                <a:latin typeface="Calibri"/>
                <a:cs typeface="Calibri"/>
              </a:rPr>
              <a:t> </a:t>
            </a:r>
            <a:r>
              <a:rPr sz="2400" dirty="0">
                <a:latin typeface="Calibri"/>
                <a:cs typeface="Calibri"/>
              </a:rPr>
              <a:t>que</a:t>
            </a:r>
            <a:r>
              <a:rPr sz="2400" spc="-25" dirty="0">
                <a:latin typeface="Calibri"/>
                <a:cs typeface="Calibri"/>
              </a:rPr>
              <a:t> </a:t>
            </a:r>
            <a:r>
              <a:rPr sz="2400" dirty="0">
                <a:latin typeface="Calibri"/>
                <a:cs typeface="Calibri"/>
              </a:rPr>
              <a:t>sirvieron</a:t>
            </a:r>
            <a:r>
              <a:rPr sz="2400" spc="55" dirty="0">
                <a:latin typeface="Calibri"/>
                <a:cs typeface="Calibri"/>
              </a:rPr>
              <a:t> </a:t>
            </a:r>
            <a:r>
              <a:rPr sz="2400" dirty="0">
                <a:latin typeface="Calibri"/>
                <a:cs typeface="Calibri"/>
              </a:rPr>
              <a:t>de</a:t>
            </a:r>
            <a:r>
              <a:rPr sz="2400" spc="30" dirty="0">
                <a:latin typeface="Calibri"/>
                <a:cs typeface="Calibri"/>
              </a:rPr>
              <a:t> </a:t>
            </a:r>
            <a:r>
              <a:rPr sz="2400" dirty="0">
                <a:latin typeface="Calibri"/>
                <a:cs typeface="Calibri"/>
              </a:rPr>
              <a:t>apoyo</a:t>
            </a:r>
            <a:r>
              <a:rPr sz="2400" spc="90" dirty="0">
                <a:latin typeface="Calibri"/>
                <a:cs typeface="Calibri"/>
              </a:rPr>
              <a:t> </a:t>
            </a:r>
            <a:r>
              <a:rPr sz="2400" dirty="0">
                <a:latin typeface="Calibri"/>
                <a:cs typeface="Calibri"/>
              </a:rPr>
              <a:t>para</a:t>
            </a:r>
            <a:r>
              <a:rPr sz="2400" spc="15" dirty="0">
                <a:latin typeface="Calibri"/>
                <a:cs typeface="Calibri"/>
              </a:rPr>
              <a:t> </a:t>
            </a:r>
            <a:r>
              <a:rPr sz="2400" dirty="0">
                <a:latin typeface="Calibri"/>
                <a:cs typeface="Calibri"/>
              </a:rPr>
              <a:t>la</a:t>
            </a:r>
            <a:r>
              <a:rPr sz="2400" spc="35" dirty="0">
                <a:latin typeface="Calibri"/>
                <a:cs typeface="Calibri"/>
              </a:rPr>
              <a:t> </a:t>
            </a:r>
            <a:r>
              <a:rPr sz="2400" dirty="0">
                <a:latin typeface="Calibri"/>
                <a:cs typeface="Calibri"/>
              </a:rPr>
              <a:t>construcción</a:t>
            </a:r>
            <a:r>
              <a:rPr sz="2400" spc="-45" dirty="0">
                <a:latin typeface="Calibri"/>
                <a:cs typeface="Calibri"/>
              </a:rPr>
              <a:t> </a:t>
            </a:r>
            <a:r>
              <a:rPr sz="2400" spc="-50" dirty="0">
                <a:latin typeface="Calibri"/>
                <a:cs typeface="Calibri"/>
              </a:rPr>
              <a:t>y </a:t>
            </a:r>
            <a:r>
              <a:rPr sz="2400" dirty="0">
                <a:latin typeface="Calibri"/>
                <a:cs typeface="Calibri"/>
              </a:rPr>
              <a:t>desarrollo</a:t>
            </a:r>
            <a:r>
              <a:rPr sz="2400" spc="-55" dirty="0">
                <a:latin typeface="Calibri"/>
                <a:cs typeface="Calibri"/>
              </a:rPr>
              <a:t> </a:t>
            </a:r>
            <a:r>
              <a:rPr sz="2400" dirty="0">
                <a:latin typeface="Calibri"/>
                <a:cs typeface="Calibri"/>
              </a:rPr>
              <a:t>de</a:t>
            </a:r>
            <a:r>
              <a:rPr sz="2400" spc="-55" dirty="0">
                <a:latin typeface="Calibri"/>
                <a:cs typeface="Calibri"/>
              </a:rPr>
              <a:t> </a:t>
            </a:r>
            <a:r>
              <a:rPr sz="2400" dirty="0">
                <a:latin typeface="Calibri"/>
                <a:cs typeface="Calibri"/>
              </a:rPr>
              <a:t>la</a:t>
            </a:r>
            <a:r>
              <a:rPr sz="2400" spc="-55" dirty="0">
                <a:latin typeface="Calibri"/>
                <a:cs typeface="Calibri"/>
              </a:rPr>
              <a:t> </a:t>
            </a:r>
            <a:r>
              <a:rPr sz="2400" spc="-10" dirty="0">
                <a:latin typeface="Calibri"/>
                <a:cs typeface="Calibri"/>
              </a:rPr>
              <a:t>propuesta</a:t>
            </a:r>
            <a:r>
              <a:rPr sz="2400" spc="-50" dirty="0">
                <a:latin typeface="Calibri"/>
                <a:cs typeface="Calibri"/>
              </a:rPr>
              <a:t> </a:t>
            </a:r>
            <a:r>
              <a:rPr sz="2400" dirty="0">
                <a:latin typeface="Calibri"/>
                <a:cs typeface="Calibri"/>
              </a:rPr>
              <a:t>(mínimo</a:t>
            </a:r>
            <a:r>
              <a:rPr sz="2400" spc="-55" dirty="0">
                <a:latin typeface="Calibri"/>
                <a:cs typeface="Calibri"/>
              </a:rPr>
              <a:t> </a:t>
            </a:r>
            <a:r>
              <a:rPr sz="2400" dirty="0">
                <a:latin typeface="Calibri"/>
                <a:cs typeface="Calibri"/>
              </a:rPr>
              <a:t>5</a:t>
            </a:r>
            <a:r>
              <a:rPr sz="2400" spc="-55" dirty="0">
                <a:latin typeface="Calibri"/>
                <a:cs typeface="Calibri"/>
              </a:rPr>
              <a:t> </a:t>
            </a:r>
            <a:r>
              <a:rPr sz="2400" spc="-20" dirty="0">
                <a:latin typeface="Calibri"/>
                <a:cs typeface="Calibri"/>
              </a:rPr>
              <a:t>referencias).</a:t>
            </a:r>
            <a:r>
              <a:rPr sz="2400" spc="-50" dirty="0">
                <a:latin typeface="Calibri"/>
                <a:cs typeface="Calibri"/>
              </a:rPr>
              <a:t> </a:t>
            </a:r>
            <a:r>
              <a:rPr sz="2400" dirty="0">
                <a:latin typeface="Calibri"/>
                <a:cs typeface="Calibri"/>
              </a:rPr>
              <a:t>Utilizar</a:t>
            </a:r>
            <a:r>
              <a:rPr sz="2400" spc="-55" dirty="0">
                <a:latin typeface="Calibri"/>
                <a:cs typeface="Calibri"/>
              </a:rPr>
              <a:t> </a:t>
            </a:r>
            <a:r>
              <a:rPr sz="2400" dirty="0">
                <a:latin typeface="Calibri"/>
                <a:cs typeface="Calibri"/>
              </a:rPr>
              <a:t>formato</a:t>
            </a:r>
            <a:r>
              <a:rPr sz="2400" spc="-55" dirty="0">
                <a:latin typeface="Calibri"/>
                <a:cs typeface="Calibri"/>
              </a:rPr>
              <a:t> </a:t>
            </a:r>
            <a:r>
              <a:rPr sz="2400" spc="-20" dirty="0">
                <a:latin typeface="Calibri"/>
                <a:cs typeface="Calibri"/>
              </a:rPr>
              <a:t>APA.</a:t>
            </a:r>
            <a:endParaRPr sz="24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3149" y="1564721"/>
            <a:ext cx="6331585" cy="574040"/>
          </a:xfrm>
          <a:prstGeom prst="rect">
            <a:avLst/>
          </a:prstGeom>
        </p:spPr>
        <p:txBody>
          <a:bodyPr vert="horz" wrap="square" lIns="0" tIns="12065" rIns="0" bIns="0" rtlCol="0">
            <a:spAutoFit/>
          </a:bodyPr>
          <a:lstStyle/>
          <a:p>
            <a:pPr marL="12700">
              <a:lnSpc>
                <a:spcPct val="100000"/>
              </a:lnSpc>
              <a:spcBef>
                <a:spcPts val="95"/>
              </a:spcBef>
            </a:pPr>
            <a:r>
              <a:rPr spc="-10" dirty="0">
                <a:solidFill>
                  <a:srgbClr val="500094"/>
                </a:solidFill>
              </a:rPr>
              <a:t>ELEMENTOS</a:t>
            </a:r>
            <a:r>
              <a:rPr spc="-170" dirty="0">
                <a:solidFill>
                  <a:srgbClr val="500094"/>
                </a:solidFill>
              </a:rPr>
              <a:t> </a:t>
            </a:r>
            <a:r>
              <a:rPr spc="-10" dirty="0"/>
              <a:t>COMPLEMENTARIOS</a:t>
            </a:r>
          </a:p>
        </p:txBody>
      </p:sp>
      <p:grpSp>
        <p:nvGrpSpPr>
          <p:cNvPr id="3" name="object 3"/>
          <p:cNvGrpSpPr/>
          <p:nvPr/>
        </p:nvGrpSpPr>
        <p:grpSpPr>
          <a:xfrm>
            <a:off x="1094574" y="2784798"/>
            <a:ext cx="452120" cy="397510"/>
            <a:chOff x="1094574" y="2784798"/>
            <a:chExt cx="452120" cy="397510"/>
          </a:xfrm>
        </p:grpSpPr>
        <p:sp>
          <p:nvSpPr>
            <p:cNvPr id="4" name="object 4"/>
            <p:cNvSpPr/>
            <p:nvPr/>
          </p:nvSpPr>
          <p:spPr>
            <a:xfrm>
              <a:off x="1094562" y="2784804"/>
              <a:ext cx="452120" cy="318135"/>
            </a:xfrm>
            <a:custGeom>
              <a:avLst/>
              <a:gdLst/>
              <a:ahLst/>
              <a:cxnLst/>
              <a:rect l="l" t="t" r="r" b="b"/>
              <a:pathLst>
                <a:path w="452119" h="318135">
                  <a:moveTo>
                    <a:pt x="52946" y="138239"/>
                  </a:moveTo>
                  <a:lnTo>
                    <a:pt x="47015" y="132372"/>
                  </a:lnTo>
                  <a:lnTo>
                    <a:pt x="0" y="132372"/>
                  </a:lnTo>
                  <a:lnTo>
                    <a:pt x="0" y="317715"/>
                  </a:lnTo>
                  <a:lnTo>
                    <a:pt x="47015" y="317715"/>
                  </a:lnTo>
                  <a:lnTo>
                    <a:pt x="52946" y="311772"/>
                  </a:lnTo>
                  <a:lnTo>
                    <a:pt x="52946" y="138239"/>
                  </a:lnTo>
                  <a:close/>
                </a:path>
                <a:path w="452119" h="318135">
                  <a:moveTo>
                    <a:pt x="239191" y="217665"/>
                  </a:moveTo>
                  <a:lnTo>
                    <a:pt x="233260" y="211810"/>
                  </a:lnTo>
                  <a:lnTo>
                    <a:pt x="225933" y="211810"/>
                  </a:lnTo>
                  <a:lnTo>
                    <a:pt x="218592" y="211810"/>
                  </a:lnTo>
                  <a:lnTo>
                    <a:pt x="212725" y="217665"/>
                  </a:lnTo>
                  <a:lnTo>
                    <a:pt x="212725" y="232346"/>
                  </a:lnTo>
                  <a:lnTo>
                    <a:pt x="218592" y="238277"/>
                  </a:lnTo>
                  <a:lnTo>
                    <a:pt x="233260" y="238277"/>
                  </a:lnTo>
                  <a:lnTo>
                    <a:pt x="239191" y="232346"/>
                  </a:lnTo>
                  <a:lnTo>
                    <a:pt x="239191" y="217665"/>
                  </a:lnTo>
                  <a:close/>
                </a:path>
                <a:path w="452119" h="318135">
                  <a:moveTo>
                    <a:pt x="451853" y="132372"/>
                  </a:moveTo>
                  <a:lnTo>
                    <a:pt x="412178" y="132372"/>
                  </a:lnTo>
                  <a:lnTo>
                    <a:pt x="404837" y="132372"/>
                  </a:lnTo>
                  <a:lnTo>
                    <a:pt x="398907" y="138239"/>
                  </a:lnTo>
                  <a:lnTo>
                    <a:pt x="398907" y="311772"/>
                  </a:lnTo>
                  <a:lnTo>
                    <a:pt x="404837" y="317715"/>
                  </a:lnTo>
                  <a:lnTo>
                    <a:pt x="451853" y="317715"/>
                  </a:lnTo>
                  <a:lnTo>
                    <a:pt x="451853" y="132372"/>
                  </a:lnTo>
                  <a:close/>
                </a:path>
                <a:path w="452119" h="318135">
                  <a:moveTo>
                    <a:pt x="451853" y="92633"/>
                  </a:moveTo>
                  <a:lnTo>
                    <a:pt x="448729" y="77165"/>
                  </a:lnTo>
                  <a:lnTo>
                    <a:pt x="440220" y="64554"/>
                  </a:lnTo>
                  <a:lnTo>
                    <a:pt x="427609" y="56057"/>
                  </a:lnTo>
                  <a:lnTo>
                    <a:pt x="412178" y="52933"/>
                  </a:lnTo>
                  <a:lnTo>
                    <a:pt x="318630" y="52933"/>
                  </a:lnTo>
                  <a:lnTo>
                    <a:pt x="318630" y="39674"/>
                  </a:lnTo>
                  <a:lnTo>
                    <a:pt x="315937" y="26466"/>
                  </a:lnTo>
                  <a:lnTo>
                    <a:pt x="315480" y="24218"/>
                  </a:lnTo>
                  <a:lnTo>
                    <a:pt x="306959" y="11607"/>
                  </a:lnTo>
                  <a:lnTo>
                    <a:pt x="294335" y="3111"/>
                  </a:lnTo>
                  <a:lnTo>
                    <a:pt x="292163" y="2679"/>
                  </a:lnTo>
                  <a:lnTo>
                    <a:pt x="292163" y="32334"/>
                  </a:lnTo>
                  <a:lnTo>
                    <a:pt x="292163" y="52933"/>
                  </a:lnTo>
                  <a:lnTo>
                    <a:pt x="159766" y="52933"/>
                  </a:lnTo>
                  <a:lnTo>
                    <a:pt x="159766" y="32334"/>
                  </a:lnTo>
                  <a:lnTo>
                    <a:pt x="165620" y="26466"/>
                  </a:lnTo>
                  <a:lnTo>
                    <a:pt x="286232" y="26466"/>
                  </a:lnTo>
                  <a:lnTo>
                    <a:pt x="292163" y="32334"/>
                  </a:lnTo>
                  <a:lnTo>
                    <a:pt x="292163" y="2679"/>
                  </a:lnTo>
                  <a:lnTo>
                    <a:pt x="278866" y="0"/>
                  </a:lnTo>
                  <a:lnTo>
                    <a:pt x="172986" y="0"/>
                  </a:lnTo>
                  <a:lnTo>
                    <a:pt x="157518" y="3111"/>
                  </a:lnTo>
                  <a:lnTo>
                    <a:pt x="144907" y="11607"/>
                  </a:lnTo>
                  <a:lnTo>
                    <a:pt x="136410" y="24218"/>
                  </a:lnTo>
                  <a:lnTo>
                    <a:pt x="133299" y="39674"/>
                  </a:lnTo>
                  <a:lnTo>
                    <a:pt x="133299" y="52933"/>
                  </a:lnTo>
                  <a:lnTo>
                    <a:pt x="132207" y="52933"/>
                  </a:lnTo>
                  <a:lnTo>
                    <a:pt x="132207" y="121412"/>
                  </a:lnTo>
                  <a:lnTo>
                    <a:pt x="128485" y="128485"/>
                  </a:lnTo>
                  <a:lnTo>
                    <a:pt x="125818" y="131178"/>
                  </a:lnTo>
                  <a:lnTo>
                    <a:pt x="122504" y="132372"/>
                  </a:lnTo>
                  <a:lnTo>
                    <a:pt x="112445" y="132372"/>
                  </a:lnTo>
                  <a:lnTo>
                    <a:pt x="105905" y="127101"/>
                  </a:lnTo>
                  <a:lnTo>
                    <a:pt x="105905" y="111760"/>
                  </a:lnTo>
                  <a:lnTo>
                    <a:pt x="132207" y="121412"/>
                  </a:lnTo>
                  <a:lnTo>
                    <a:pt x="132207" y="52933"/>
                  </a:lnTo>
                  <a:lnTo>
                    <a:pt x="105905" y="52933"/>
                  </a:lnTo>
                  <a:lnTo>
                    <a:pt x="105905" y="39674"/>
                  </a:lnTo>
                  <a:lnTo>
                    <a:pt x="103238" y="26466"/>
                  </a:lnTo>
                  <a:lnTo>
                    <a:pt x="102781" y="24218"/>
                  </a:lnTo>
                  <a:lnTo>
                    <a:pt x="94272" y="11607"/>
                  </a:lnTo>
                  <a:lnTo>
                    <a:pt x="81661" y="3111"/>
                  </a:lnTo>
                  <a:lnTo>
                    <a:pt x="79438" y="2667"/>
                  </a:lnTo>
                  <a:lnTo>
                    <a:pt x="79438" y="32334"/>
                  </a:lnTo>
                  <a:lnTo>
                    <a:pt x="79438" y="52933"/>
                  </a:lnTo>
                  <a:lnTo>
                    <a:pt x="52946" y="52933"/>
                  </a:lnTo>
                  <a:lnTo>
                    <a:pt x="52946" y="32334"/>
                  </a:lnTo>
                  <a:lnTo>
                    <a:pt x="58877" y="26466"/>
                  </a:lnTo>
                  <a:lnTo>
                    <a:pt x="73507" y="26466"/>
                  </a:lnTo>
                  <a:lnTo>
                    <a:pt x="79438" y="32334"/>
                  </a:lnTo>
                  <a:lnTo>
                    <a:pt x="79438" y="2667"/>
                  </a:lnTo>
                  <a:lnTo>
                    <a:pt x="38125" y="11607"/>
                  </a:lnTo>
                  <a:lnTo>
                    <a:pt x="26479" y="39674"/>
                  </a:lnTo>
                  <a:lnTo>
                    <a:pt x="26479" y="55359"/>
                  </a:lnTo>
                  <a:lnTo>
                    <a:pt x="15684" y="61163"/>
                  </a:lnTo>
                  <a:lnTo>
                    <a:pt x="7340" y="69786"/>
                  </a:lnTo>
                  <a:lnTo>
                    <a:pt x="1943" y="80505"/>
                  </a:lnTo>
                  <a:lnTo>
                    <a:pt x="0" y="92633"/>
                  </a:lnTo>
                  <a:lnTo>
                    <a:pt x="0" y="105905"/>
                  </a:lnTo>
                  <a:lnTo>
                    <a:pt x="39751" y="105905"/>
                  </a:lnTo>
                  <a:lnTo>
                    <a:pt x="55181" y="109016"/>
                  </a:lnTo>
                  <a:lnTo>
                    <a:pt x="67805" y="117513"/>
                  </a:lnTo>
                  <a:lnTo>
                    <a:pt x="76314" y="130111"/>
                  </a:lnTo>
                  <a:lnTo>
                    <a:pt x="79438" y="145567"/>
                  </a:lnTo>
                  <a:lnTo>
                    <a:pt x="79438" y="211810"/>
                  </a:lnTo>
                  <a:lnTo>
                    <a:pt x="134632" y="211810"/>
                  </a:lnTo>
                  <a:lnTo>
                    <a:pt x="145059" y="180479"/>
                  </a:lnTo>
                  <a:lnTo>
                    <a:pt x="165239" y="155282"/>
                  </a:lnTo>
                  <a:lnTo>
                    <a:pt x="192938" y="138480"/>
                  </a:lnTo>
                  <a:lnTo>
                    <a:pt x="225933" y="132372"/>
                  </a:lnTo>
                  <a:lnTo>
                    <a:pt x="258914" y="138480"/>
                  </a:lnTo>
                  <a:lnTo>
                    <a:pt x="286613" y="155282"/>
                  </a:lnTo>
                  <a:lnTo>
                    <a:pt x="306819" y="180479"/>
                  </a:lnTo>
                  <a:lnTo>
                    <a:pt x="317296" y="211810"/>
                  </a:lnTo>
                  <a:lnTo>
                    <a:pt x="372414" y="211810"/>
                  </a:lnTo>
                  <a:lnTo>
                    <a:pt x="372414" y="145567"/>
                  </a:lnTo>
                  <a:lnTo>
                    <a:pt x="375539" y="130111"/>
                  </a:lnTo>
                  <a:lnTo>
                    <a:pt x="384060" y="117513"/>
                  </a:lnTo>
                  <a:lnTo>
                    <a:pt x="396697" y="109016"/>
                  </a:lnTo>
                  <a:lnTo>
                    <a:pt x="412178" y="105905"/>
                  </a:lnTo>
                  <a:lnTo>
                    <a:pt x="451853" y="105905"/>
                  </a:lnTo>
                  <a:lnTo>
                    <a:pt x="451853" y="92633"/>
                  </a:lnTo>
                  <a:close/>
                </a:path>
              </a:pathLst>
            </a:custGeom>
            <a:solidFill>
              <a:srgbClr val="500094"/>
            </a:solidFill>
          </p:spPr>
          <p:txBody>
            <a:bodyPr wrap="square" lIns="0" tIns="0" rIns="0" bIns="0" rtlCol="0"/>
            <a:lstStyle/>
            <a:p>
              <a:endParaRPr/>
            </a:p>
          </p:txBody>
        </p:sp>
        <p:pic>
          <p:nvPicPr>
            <p:cNvPr id="5" name="object 5"/>
            <p:cNvPicPr/>
            <p:nvPr/>
          </p:nvPicPr>
          <p:blipFill>
            <a:blip r:embed="rId2" cstate="print"/>
            <a:stretch>
              <a:fillRect/>
            </a:stretch>
          </p:blipFill>
          <p:spPr>
            <a:xfrm>
              <a:off x="1254618" y="2943641"/>
              <a:ext cx="132110" cy="132350"/>
            </a:xfrm>
            <a:prstGeom prst="rect">
              <a:avLst/>
            </a:prstGeom>
          </p:spPr>
        </p:pic>
        <p:sp>
          <p:nvSpPr>
            <p:cNvPr id="6" name="object 6"/>
            <p:cNvSpPr/>
            <p:nvPr/>
          </p:nvSpPr>
          <p:spPr>
            <a:xfrm>
              <a:off x="1094574" y="3023075"/>
              <a:ext cx="452120" cy="159385"/>
            </a:xfrm>
            <a:custGeom>
              <a:avLst/>
              <a:gdLst/>
              <a:ahLst/>
              <a:cxnLst/>
              <a:rect l="l" t="t" r="r" b="b"/>
              <a:pathLst>
                <a:path w="452119" h="159385">
                  <a:moveTo>
                    <a:pt x="412172" y="158843"/>
                  </a:moveTo>
                  <a:lnTo>
                    <a:pt x="39740" y="158843"/>
                  </a:lnTo>
                  <a:lnTo>
                    <a:pt x="24272" y="155690"/>
                  </a:lnTo>
                  <a:lnTo>
                    <a:pt x="11640" y="147176"/>
                  </a:lnTo>
                  <a:lnTo>
                    <a:pt x="3123" y="134560"/>
                  </a:lnTo>
                  <a:lnTo>
                    <a:pt x="0" y="119103"/>
                  </a:lnTo>
                  <a:lnTo>
                    <a:pt x="0" y="105903"/>
                  </a:lnTo>
                  <a:lnTo>
                    <a:pt x="39740" y="105903"/>
                  </a:lnTo>
                  <a:lnTo>
                    <a:pt x="55180" y="102750"/>
                  </a:lnTo>
                  <a:lnTo>
                    <a:pt x="67798" y="94236"/>
                  </a:lnTo>
                  <a:lnTo>
                    <a:pt x="76310" y="81620"/>
                  </a:lnTo>
                  <a:lnTo>
                    <a:pt x="79433" y="66163"/>
                  </a:lnTo>
                  <a:lnTo>
                    <a:pt x="79433" y="0"/>
                  </a:lnTo>
                  <a:lnTo>
                    <a:pt x="134554" y="0"/>
                  </a:lnTo>
                  <a:lnTo>
                    <a:pt x="145028" y="31293"/>
                  </a:lnTo>
                  <a:lnTo>
                    <a:pt x="165229" y="56500"/>
                  </a:lnTo>
                  <a:lnTo>
                    <a:pt x="192934" y="73316"/>
                  </a:lnTo>
                  <a:lnTo>
                    <a:pt x="225921" y="79433"/>
                  </a:lnTo>
                  <a:lnTo>
                    <a:pt x="258908" y="73316"/>
                  </a:lnTo>
                  <a:lnTo>
                    <a:pt x="286613" y="56500"/>
                  </a:lnTo>
                  <a:lnTo>
                    <a:pt x="306814" y="31293"/>
                  </a:lnTo>
                  <a:lnTo>
                    <a:pt x="317288" y="0"/>
                  </a:lnTo>
                  <a:lnTo>
                    <a:pt x="372409" y="0"/>
                  </a:lnTo>
                  <a:lnTo>
                    <a:pt x="372409" y="66163"/>
                  </a:lnTo>
                  <a:lnTo>
                    <a:pt x="375532" y="81620"/>
                  </a:lnTo>
                  <a:lnTo>
                    <a:pt x="384052" y="94236"/>
                  </a:lnTo>
                  <a:lnTo>
                    <a:pt x="396691" y="102750"/>
                  </a:lnTo>
                  <a:lnTo>
                    <a:pt x="412172" y="105903"/>
                  </a:lnTo>
                  <a:lnTo>
                    <a:pt x="451842" y="105903"/>
                  </a:lnTo>
                  <a:lnTo>
                    <a:pt x="451842" y="119103"/>
                  </a:lnTo>
                  <a:lnTo>
                    <a:pt x="448720" y="134560"/>
                  </a:lnTo>
                  <a:lnTo>
                    <a:pt x="440210" y="147176"/>
                  </a:lnTo>
                  <a:lnTo>
                    <a:pt x="427599" y="155690"/>
                  </a:lnTo>
                  <a:lnTo>
                    <a:pt x="412172" y="158843"/>
                  </a:lnTo>
                  <a:close/>
                </a:path>
              </a:pathLst>
            </a:custGeom>
            <a:solidFill>
              <a:srgbClr val="500094"/>
            </a:solidFill>
          </p:spPr>
          <p:txBody>
            <a:bodyPr wrap="square" lIns="0" tIns="0" rIns="0" bIns="0" rtlCol="0"/>
            <a:lstStyle/>
            <a:p>
              <a:endParaRPr/>
            </a:p>
          </p:txBody>
        </p:sp>
      </p:grpSp>
      <p:sp>
        <p:nvSpPr>
          <p:cNvPr id="7" name="object 7"/>
          <p:cNvSpPr/>
          <p:nvPr/>
        </p:nvSpPr>
        <p:spPr>
          <a:xfrm>
            <a:off x="1678470" y="2757436"/>
            <a:ext cx="397510" cy="452120"/>
          </a:xfrm>
          <a:custGeom>
            <a:avLst/>
            <a:gdLst/>
            <a:ahLst/>
            <a:cxnLst/>
            <a:rect l="l" t="t" r="r" b="b"/>
            <a:pathLst>
              <a:path w="397510" h="452119">
                <a:moveTo>
                  <a:pt x="344170" y="145643"/>
                </a:moveTo>
                <a:lnTo>
                  <a:pt x="336740" y="99644"/>
                </a:lnTo>
                <a:lnTo>
                  <a:pt x="316052" y="59677"/>
                </a:lnTo>
                <a:lnTo>
                  <a:pt x="284518" y="28130"/>
                </a:lnTo>
                <a:lnTo>
                  <a:pt x="264477" y="17754"/>
                </a:lnTo>
                <a:lnTo>
                  <a:pt x="264477" y="139331"/>
                </a:lnTo>
                <a:lnTo>
                  <a:pt x="263486" y="158521"/>
                </a:lnTo>
                <a:lnTo>
                  <a:pt x="245325" y="192392"/>
                </a:lnTo>
                <a:lnTo>
                  <a:pt x="211328" y="210578"/>
                </a:lnTo>
                <a:lnTo>
                  <a:pt x="198526" y="211823"/>
                </a:lnTo>
                <a:lnTo>
                  <a:pt x="192138" y="211518"/>
                </a:lnTo>
                <a:lnTo>
                  <a:pt x="156413" y="196672"/>
                </a:lnTo>
                <a:lnTo>
                  <a:pt x="132372" y="145643"/>
                </a:lnTo>
                <a:lnTo>
                  <a:pt x="137604" y="119875"/>
                </a:lnTo>
                <a:lnTo>
                  <a:pt x="151790" y="98844"/>
                </a:lnTo>
                <a:lnTo>
                  <a:pt x="172834" y="84658"/>
                </a:lnTo>
                <a:lnTo>
                  <a:pt x="198602" y="79425"/>
                </a:lnTo>
                <a:lnTo>
                  <a:pt x="217995" y="82334"/>
                </a:lnTo>
                <a:lnTo>
                  <a:pt x="235369" y="90576"/>
                </a:lnTo>
                <a:lnTo>
                  <a:pt x="249631" y="103454"/>
                </a:lnTo>
                <a:lnTo>
                  <a:pt x="259753" y="120294"/>
                </a:lnTo>
                <a:lnTo>
                  <a:pt x="264477" y="139331"/>
                </a:lnTo>
                <a:lnTo>
                  <a:pt x="264477" y="17754"/>
                </a:lnTo>
                <a:lnTo>
                  <a:pt x="244563" y="7429"/>
                </a:lnTo>
                <a:lnTo>
                  <a:pt x="198602" y="0"/>
                </a:lnTo>
                <a:lnTo>
                  <a:pt x="152946" y="7302"/>
                </a:lnTo>
                <a:lnTo>
                  <a:pt x="113017" y="27736"/>
                </a:lnTo>
                <a:lnTo>
                  <a:pt x="81343" y="59093"/>
                </a:lnTo>
                <a:lnTo>
                  <a:pt x="60477" y="99123"/>
                </a:lnTo>
                <a:lnTo>
                  <a:pt x="52959" y="145643"/>
                </a:lnTo>
                <a:lnTo>
                  <a:pt x="54686" y="168338"/>
                </a:lnTo>
                <a:lnTo>
                  <a:pt x="59855" y="189915"/>
                </a:lnTo>
                <a:lnTo>
                  <a:pt x="68364" y="210502"/>
                </a:lnTo>
                <a:lnTo>
                  <a:pt x="80200" y="230378"/>
                </a:lnTo>
                <a:lnTo>
                  <a:pt x="187439" y="397611"/>
                </a:lnTo>
                <a:lnTo>
                  <a:pt x="190017" y="401713"/>
                </a:lnTo>
                <a:lnTo>
                  <a:pt x="194284" y="403758"/>
                </a:lnTo>
                <a:lnTo>
                  <a:pt x="202844" y="403758"/>
                </a:lnTo>
                <a:lnTo>
                  <a:pt x="207111" y="401713"/>
                </a:lnTo>
                <a:lnTo>
                  <a:pt x="209689" y="397611"/>
                </a:lnTo>
                <a:lnTo>
                  <a:pt x="317347" y="229806"/>
                </a:lnTo>
                <a:lnTo>
                  <a:pt x="328142" y="211823"/>
                </a:lnTo>
                <a:lnTo>
                  <a:pt x="328942" y="210502"/>
                </a:lnTo>
                <a:lnTo>
                  <a:pt x="337362" y="189788"/>
                </a:lnTo>
                <a:lnTo>
                  <a:pt x="342480" y="168046"/>
                </a:lnTo>
                <a:lnTo>
                  <a:pt x="344170" y="145643"/>
                </a:lnTo>
                <a:close/>
              </a:path>
              <a:path w="397510" h="452119">
                <a:moveTo>
                  <a:pt x="397116" y="372402"/>
                </a:moveTo>
                <a:lnTo>
                  <a:pt x="390525" y="351129"/>
                </a:lnTo>
                <a:lnTo>
                  <a:pt x="371627" y="332257"/>
                </a:lnTo>
                <a:lnTo>
                  <a:pt x="341693" y="316420"/>
                </a:lnTo>
                <a:lnTo>
                  <a:pt x="302018" y="304228"/>
                </a:lnTo>
                <a:lnTo>
                  <a:pt x="235381" y="408419"/>
                </a:lnTo>
                <a:lnTo>
                  <a:pt x="227990" y="417233"/>
                </a:lnTo>
                <a:lnTo>
                  <a:pt x="219036" y="423532"/>
                </a:lnTo>
                <a:lnTo>
                  <a:pt x="209054" y="427316"/>
                </a:lnTo>
                <a:lnTo>
                  <a:pt x="198551" y="428586"/>
                </a:lnTo>
                <a:lnTo>
                  <a:pt x="188048" y="427316"/>
                </a:lnTo>
                <a:lnTo>
                  <a:pt x="178079" y="423532"/>
                </a:lnTo>
                <a:lnTo>
                  <a:pt x="169125" y="417233"/>
                </a:lnTo>
                <a:lnTo>
                  <a:pt x="161747" y="408419"/>
                </a:lnTo>
                <a:lnTo>
                  <a:pt x="94945" y="304228"/>
                </a:lnTo>
                <a:lnTo>
                  <a:pt x="55333" y="316445"/>
                </a:lnTo>
                <a:lnTo>
                  <a:pt x="25450" y="332282"/>
                </a:lnTo>
                <a:lnTo>
                  <a:pt x="6565" y="351142"/>
                </a:lnTo>
                <a:lnTo>
                  <a:pt x="0" y="372402"/>
                </a:lnTo>
                <a:lnTo>
                  <a:pt x="11404" y="400494"/>
                </a:lnTo>
                <a:lnTo>
                  <a:pt x="42176" y="422668"/>
                </a:lnTo>
                <a:lnTo>
                  <a:pt x="87096" y="438746"/>
                </a:lnTo>
                <a:lnTo>
                  <a:pt x="140970" y="448538"/>
                </a:lnTo>
                <a:lnTo>
                  <a:pt x="198602" y="451840"/>
                </a:lnTo>
                <a:lnTo>
                  <a:pt x="256197" y="448538"/>
                </a:lnTo>
                <a:lnTo>
                  <a:pt x="310045" y="438746"/>
                </a:lnTo>
                <a:lnTo>
                  <a:pt x="354952" y="422668"/>
                </a:lnTo>
                <a:lnTo>
                  <a:pt x="385711" y="400494"/>
                </a:lnTo>
                <a:lnTo>
                  <a:pt x="397116" y="372402"/>
                </a:lnTo>
                <a:close/>
              </a:path>
            </a:pathLst>
          </a:custGeom>
          <a:solidFill>
            <a:srgbClr val="500094"/>
          </a:solidFill>
        </p:spPr>
        <p:txBody>
          <a:bodyPr wrap="square" lIns="0" tIns="0" rIns="0" bIns="0" rtlCol="0"/>
          <a:lstStyle/>
          <a:p>
            <a:endParaRPr/>
          </a:p>
        </p:txBody>
      </p:sp>
      <p:sp>
        <p:nvSpPr>
          <p:cNvPr id="8" name="object 8"/>
          <p:cNvSpPr/>
          <p:nvPr/>
        </p:nvSpPr>
        <p:spPr>
          <a:xfrm>
            <a:off x="2800324" y="2757449"/>
            <a:ext cx="397510" cy="452120"/>
          </a:xfrm>
          <a:custGeom>
            <a:avLst/>
            <a:gdLst/>
            <a:ahLst/>
            <a:cxnLst/>
            <a:rect l="l" t="t" r="r" b="b"/>
            <a:pathLst>
              <a:path w="397510" h="452119">
                <a:moveTo>
                  <a:pt x="367411" y="160604"/>
                </a:moveTo>
                <a:lnTo>
                  <a:pt x="291236" y="160604"/>
                </a:lnTo>
                <a:lnTo>
                  <a:pt x="291236" y="193014"/>
                </a:lnTo>
                <a:lnTo>
                  <a:pt x="291236" y="366483"/>
                </a:lnTo>
                <a:lnTo>
                  <a:pt x="285305" y="372414"/>
                </a:lnTo>
                <a:lnTo>
                  <a:pt x="270675" y="372414"/>
                </a:lnTo>
                <a:lnTo>
                  <a:pt x="264744" y="366483"/>
                </a:lnTo>
                <a:lnTo>
                  <a:pt x="264744" y="193014"/>
                </a:lnTo>
                <a:lnTo>
                  <a:pt x="270675" y="187096"/>
                </a:lnTo>
                <a:lnTo>
                  <a:pt x="285305" y="187096"/>
                </a:lnTo>
                <a:lnTo>
                  <a:pt x="291236" y="193014"/>
                </a:lnTo>
                <a:lnTo>
                  <a:pt x="291236" y="160604"/>
                </a:lnTo>
                <a:lnTo>
                  <a:pt x="211797" y="160604"/>
                </a:lnTo>
                <a:lnTo>
                  <a:pt x="211797" y="193014"/>
                </a:lnTo>
                <a:lnTo>
                  <a:pt x="211797" y="366483"/>
                </a:lnTo>
                <a:lnTo>
                  <a:pt x="205867" y="372414"/>
                </a:lnTo>
                <a:lnTo>
                  <a:pt x="191262" y="372414"/>
                </a:lnTo>
                <a:lnTo>
                  <a:pt x="185331" y="366483"/>
                </a:lnTo>
                <a:lnTo>
                  <a:pt x="185331" y="193014"/>
                </a:lnTo>
                <a:lnTo>
                  <a:pt x="191262" y="187096"/>
                </a:lnTo>
                <a:lnTo>
                  <a:pt x="205867" y="187096"/>
                </a:lnTo>
                <a:lnTo>
                  <a:pt x="211797" y="193014"/>
                </a:lnTo>
                <a:lnTo>
                  <a:pt x="211797" y="160604"/>
                </a:lnTo>
                <a:lnTo>
                  <a:pt x="132372" y="160604"/>
                </a:lnTo>
                <a:lnTo>
                  <a:pt x="132372" y="193014"/>
                </a:lnTo>
                <a:lnTo>
                  <a:pt x="132372" y="366483"/>
                </a:lnTo>
                <a:lnTo>
                  <a:pt x="126441" y="372414"/>
                </a:lnTo>
                <a:lnTo>
                  <a:pt x="111836" y="372414"/>
                </a:lnTo>
                <a:lnTo>
                  <a:pt x="105892" y="366483"/>
                </a:lnTo>
                <a:lnTo>
                  <a:pt x="105892" y="193014"/>
                </a:lnTo>
                <a:lnTo>
                  <a:pt x="111836" y="187096"/>
                </a:lnTo>
                <a:lnTo>
                  <a:pt x="126441" y="187096"/>
                </a:lnTo>
                <a:lnTo>
                  <a:pt x="132372" y="193014"/>
                </a:lnTo>
                <a:lnTo>
                  <a:pt x="132372" y="160604"/>
                </a:lnTo>
                <a:lnTo>
                  <a:pt x="29718" y="160604"/>
                </a:lnTo>
                <a:lnTo>
                  <a:pt x="50825" y="415696"/>
                </a:lnTo>
                <a:lnTo>
                  <a:pt x="54838" y="429983"/>
                </a:lnTo>
                <a:lnTo>
                  <a:pt x="63474" y="441452"/>
                </a:lnTo>
                <a:lnTo>
                  <a:pt x="75628" y="449072"/>
                </a:lnTo>
                <a:lnTo>
                  <a:pt x="90233" y="451853"/>
                </a:lnTo>
                <a:lnTo>
                  <a:pt x="306895" y="451853"/>
                </a:lnTo>
                <a:lnTo>
                  <a:pt x="342315" y="429933"/>
                </a:lnTo>
                <a:lnTo>
                  <a:pt x="349859" y="372414"/>
                </a:lnTo>
                <a:lnTo>
                  <a:pt x="365213" y="187096"/>
                </a:lnTo>
                <a:lnTo>
                  <a:pt x="367411" y="160604"/>
                </a:lnTo>
                <a:close/>
              </a:path>
              <a:path w="397510" h="452119">
                <a:moveTo>
                  <a:pt x="397141" y="92684"/>
                </a:moveTo>
                <a:lnTo>
                  <a:pt x="394017" y="77216"/>
                </a:lnTo>
                <a:lnTo>
                  <a:pt x="385508" y="64592"/>
                </a:lnTo>
                <a:lnTo>
                  <a:pt x="372884" y="56070"/>
                </a:lnTo>
                <a:lnTo>
                  <a:pt x="357441" y="52946"/>
                </a:lnTo>
                <a:lnTo>
                  <a:pt x="264744" y="52946"/>
                </a:lnTo>
                <a:lnTo>
                  <a:pt x="264744" y="39751"/>
                </a:lnTo>
                <a:lnTo>
                  <a:pt x="240512" y="3124"/>
                </a:lnTo>
                <a:lnTo>
                  <a:pt x="238277" y="2679"/>
                </a:lnTo>
                <a:lnTo>
                  <a:pt x="238277" y="32410"/>
                </a:lnTo>
                <a:lnTo>
                  <a:pt x="238277" y="52946"/>
                </a:lnTo>
                <a:lnTo>
                  <a:pt x="158864" y="52946"/>
                </a:lnTo>
                <a:lnTo>
                  <a:pt x="158864" y="32410"/>
                </a:lnTo>
                <a:lnTo>
                  <a:pt x="164795" y="26479"/>
                </a:lnTo>
                <a:lnTo>
                  <a:pt x="232346" y="26479"/>
                </a:lnTo>
                <a:lnTo>
                  <a:pt x="238277" y="32410"/>
                </a:lnTo>
                <a:lnTo>
                  <a:pt x="238277" y="2679"/>
                </a:lnTo>
                <a:lnTo>
                  <a:pt x="225069" y="0"/>
                </a:lnTo>
                <a:lnTo>
                  <a:pt x="172135" y="0"/>
                </a:lnTo>
                <a:lnTo>
                  <a:pt x="156654" y="3124"/>
                </a:lnTo>
                <a:lnTo>
                  <a:pt x="144018" y="11645"/>
                </a:lnTo>
                <a:lnTo>
                  <a:pt x="135496" y="24282"/>
                </a:lnTo>
                <a:lnTo>
                  <a:pt x="132372" y="39751"/>
                </a:lnTo>
                <a:lnTo>
                  <a:pt x="132372" y="52946"/>
                </a:lnTo>
                <a:lnTo>
                  <a:pt x="39763" y="52946"/>
                </a:lnTo>
                <a:lnTo>
                  <a:pt x="24282" y="56070"/>
                </a:lnTo>
                <a:lnTo>
                  <a:pt x="11633" y="64592"/>
                </a:lnTo>
                <a:lnTo>
                  <a:pt x="3124" y="77216"/>
                </a:lnTo>
                <a:lnTo>
                  <a:pt x="0" y="92684"/>
                </a:lnTo>
                <a:lnTo>
                  <a:pt x="0" y="126453"/>
                </a:lnTo>
                <a:lnTo>
                  <a:pt x="5930" y="132384"/>
                </a:lnTo>
                <a:lnTo>
                  <a:pt x="391210" y="132384"/>
                </a:lnTo>
                <a:lnTo>
                  <a:pt x="397141" y="126453"/>
                </a:lnTo>
                <a:lnTo>
                  <a:pt x="397141" y="92684"/>
                </a:lnTo>
                <a:close/>
              </a:path>
            </a:pathLst>
          </a:custGeom>
          <a:solidFill>
            <a:srgbClr val="500094"/>
          </a:solidFill>
        </p:spPr>
        <p:txBody>
          <a:bodyPr wrap="square" lIns="0" tIns="0" rIns="0" bIns="0" rtlCol="0"/>
          <a:lstStyle/>
          <a:p>
            <a:endParaRPr/>
          </a:p>
        </p:txBody>
      </p:sp>
      <p:grpSp>
        <p:nvGrpSpPr>
          <p:cNvPr id="9" name="object 9"/>
          <p:cNvGrpSpPr/>
          <p:nvPr/>
        </p:nvGrpSpPr>
        <p:grpSpPr>
          <a:xfrm>
            <a:off x="3351265" y="2757882"/>
            <a:ext cx="397510" cy="451484"/>
            <a:chOff x="3351265" y="2757882"/>
            <a:chExt cx="397510" cy="451484"/>
          </a:xfrm>
        </p:grpSpPr>
        <p:sp>
          <p:nvSpPr>
            <p:cNvPr id="10" name="object 10"/>
            <p:cNvSpPr/>
            <p:nvPr/>
          </p:nvSpPr>
          <p:spPr>
            <a:xfrm>
              <a:off x="3457168" y="2757893"/>
              <a:ext cx="238760" cy="106045"/>
            </a:xfrm>
            <a:custGeom>
              <a:avLst/>
              <a:gdLst/>
              <a:ahLst/>
              <a:cxnLst/>
              <a:rect l="l" t="t" r="r" b="b"/>
              <a:pathLst>
                <a:path w="238760" h="106044">
                  <a:moveTo>
                    <a:pt x="52933" y="85318"/>
                  </a:moveTo>
                  <a:lnTo>
                    <a:pt x="47002" y="79387"/>
                  </a:lnTo>
                  <a:lnTo>
                    <a:pt x="13258" y="79387"/>
                  </a:lnTo>
                  <a:lnTo>
                    <a:pt x="5930" y="79387"/>
                  </a:lnTo>
                  <a:lnTo>
                    <a:pt x="0" y="85318"/>
                  </a:lnTo>
                  <a:lnTo>
                    <a:pt x="0" y="99949"/>
                  </a:lnTo>
                  <a:lnTo>
                    <a:pt x="5930" y="105879"/>
                  </a:lnTo>
                  <a:lnTo>
                    <a:pt x="47002" y="105879"/>
                  </a:lnTo>
                  <a:lnTo>
                    <a:pt x="52933" y="99949"/>
                  </a:lnTo>
                  <a:lnTo>
                    <a:pt x="52933" y="85318"/>
                  </a:lnTo>
                  <a:close/>
                </a:path>
                <a:path w="238760" h="106044">
                  <a:moveTo>
                    <a:pt x="94526" y="40347"/>
                  </a:moveTo>
                  <a:lnTo>
                    <a:pt x="91262" y="33782"/>
                  </a:lnTo>
                  <a:lnTo>
                    <a:pt x="77990" y="7315"/>
                  </a:lnTo>
                  <a:lnTo>
                    <a:pt x="75704" y="2641"/>
                  </a:lnTo>
                  <a:lnTo>
                    <a:pt x="71005" y="0"/>
                  </a:lnTo>
                  <a:lnTo>
                    <a:pt x="66179" y="0"/>
                  </a:lnTo>
                  <a:lnTo>
                    <a:pt x="64185" y="0"/>
                  </a:lnTo>
                  <a:lnTo>
                    <a:pt x="62166" y="444"/>
                  </a:lnTo>
                  <a:lnTo>
                    <a:pt x="60274" y="1384"/>
                  </a:lnTo>
                  <a:lnTo>
                    <a:pt x="53708" y="4610"/>
                  </a:lnTo>
                  <a:lnTo>
                    <a:pt x="51028" y="12611"/>
                  </a:lnTo>
                  <a:lnTo>
                    <a:pt x="54343" y="19177"/>
                  </a:lnTo>
                  <a:lnTo>
                    <a:pt x="67538" y="45643"/>
                  </a:lnTo>
                  <a:lnTo>
                    <a:pt x="69913" y="50241"/>
                  </a:lnTo>
                  <a:lnTo>
                    <a:pt x="74549" y="52933"/>
                  </a:lnTo>
                  <a:lnTo>
                    <a:pt x="81394" y="52933"/>
                  </a:lnTo>
                  <a:lnTo>
                    <a:pt x="83439" y="52463"/>
                  </a:lnTo>
                  <a:lnTo>
                    <a:pt x="85331" y="51511"/>
                  </a:lnTo>
                  <a:lnTo>
                    <a:pt x="91897" y="48247"/>
                  </a:lnTo>
                  <a:lnTo>
                    <a:pt x="94526" y="40347"/>
                  </a:lnTo>
                  <a:close/>
                </a:path>
                <a:path w="238760" h="106044">
                  <a:moveTo>
                    <a:pt x="187236" y="12611"/>
                  </a:moveTo>
                  <a:lnTo>
                    <a:pt x="184531" y="4610"/>
                  </a:lnTo>
                  <a:lnTo>
                    <a:pt x="177965" y="1384"/>
                  </a:lnTo>
                  <a:lnTo>
                    <a:pt x="176098" y="444"/>
                  </a:lnTo>
                  <a:lnTo>
                    <a:pt x="174078" y="0"/>
                  </a:lnTo>
                  <a:lnTo>
                    <a:pt x="172085" y="0"/>
                  </a:lnTo>
                  <a:lnTo>
                    <a:pt x="167233" y="0"/>
                  </a:lnTo>
                  <a:lnTo>
                    <a:pt x="162547" y="2641"/>
                  </a:lnTo>
                  <a:lnTo>
                    <a:pt x="160248" y="7315"/>
                  </a:lnTo>
                  <a:lnTo>
                    <a:pt x="146977" y="33782"/>
                  </a:lnTo>
                  <a:lnTo>
                    <a:pt x="143738" y="40271"/>
                  </a:lnTo>
                  <a:lnTo>
                    <a:pt x="146405" y="48247"/>
                  </a:lnTo>
                  <a:lnTo>
                    <a:pt x="152908" y="51511"/>
                  </a:lnTo>
                  <a:lnTo>
                    <a:pt x="154825" y="52463"/>
                  </a:lnTo>
                  <a:lnTo>
                    <a:pt x="156870" y="52933"/>
                  </a:lnTo>
                  <a:lnTo>
                    <a:pt x="163690" y="52933"/>
                  </a:lnTo>
                  <a:lnTo>
                    <a:pt x="168351" y="50241"/>
                  </a:lnTo>
                  <a:lnTo>
                    <a:pt x="170700" y="45643"/>
                  </a:lnTo>
                  <a:lnTo>
                    <a:pt x="183896" y="19177"/>
                  </a:lnTo>
                  <a:lnTo>
                    <a:pt x="187236" y="12611"/>
                  </a:lnTo>
                  <a:close/>
                </a:path>
                <a:path w="238760" h="106044">
                  <a:moveTo>
                    <a:pt x="238264" y="85318"/>
                  </a:moveTo>
                  <a:lnTo>
                    <a:pt x="232333" y="79387"/>
                  </a:lnTo>
                  <a:lnTo>
                    <a:pt x="198577" y="79387"/>
                  </a:lnTo>
                  <a:lnTo>
                    <a:pt x="191236" y="79387"/>
                  </a:lnTo>
                  <a:lnTo>
                    <a:pt x="185305" y="85318"/>
                  </a:lnTo>
                  <a:lnTo>
                    <a:pt x="185305" y="99949"/>
                  </a:lnTo>
                  <a:lnTo>
                    <a:pt x="191236" y="105879"/>
                  </a:lnTo>
                  <a:lnTo>
                    <a:pt x="232333" y="105879"/>
                  </a:lnTo>
                  <a:lnTo>
                    <a:pt x="238264" y="99949"/>
                  </a:lnTo>
                  <a:lnTo>
                    <a:pt x="238264" y="85318"/>
                  </a:lnTo>
                  <a:close/>
                </a:path>
              </a:pathLst>
            </a:custGeom>
            <a:solidFill>
              <a:srgbClr val="500094"/>
            </a:solidFill>
          </p:spPr>
          <p:txBody>
            <a:bodyPr wrap="square" lIns="0" tIns="0" rIns="0" bIns="0" rtlCol="0"/>
            <a:lstStyle/>
            <a:p>
              <a:endParaRPr/>
            </a:p>
          </p:txBody>
        </p:sp>
        <p:pic>
          <p:nvPicPr>
            <p:cNvPr id="11" name="object 11"/>
            <p:cNvPicPr/>
            <p:nvPr/>
          </p:nvPicPr>
          <p:blipFill>
            <a:blip r:embed="rId3" cstate="print"/>
            <a:stretch>
              <a:fillRect/>
            </a:stretch>
          </p:blipFill>
          <p:spPr>
            <a:xfrm>
              <a:off x="3351265" y="2970580"/>
              <a:ext cx="79433" cy="238277"/>
            </a:xfrm>
            <a:prstGeom prst="rect">
              <a:avLst/>
            </a:prstGeom>
          </p:spPr>
        </p:pic>
        <p:sp>
          <p:nvSpPr>
            <p:cNvPr id="12" name="object 12"/>
            <p:cNvSpPr/>
            <p:nvPr/>
          </p:nvSpPr>
          <p:spPr>
            <a:xfrm>
              <a:off x="3457168" y="2838207"/>
              <a:ext cx="291465" cy="370840"/>
            </a:xfrm>
            <a:custGeom>
              <a:avLst/>
              <a:gdLst/>
              <a:ahLst/>
              <a:cxnLst/>
              <a:rect l="l" t="t" r="r" b="b"/>
              <a:pathLst>
                <a:path w="291464" h="370839">
                  <a:moveTo>
                    <a:pt x="195770" y="370650"/>
                  </a:moveTo>
                  <a:lnTo>
                    <a:pt x="109209" y="370650"/>
                  </a:lnTo>
                  <a:lnTo>
                    <a:pt x="74591" y="368529"/>
                  </a:lnTo>
                  <a:lnTo>
                    <a:pt x="45496" y="363209"/>
                  </a:lnTo>
                  <a:lnTo>
                    <a:pt x="20954" y="356259"/>
                  </a:lnTo>
                  <a:lnTo>
                    <a:pt x="0" y="349244"/>
                  </a:lnTo>
                  <a:lnTo>
                    <a:pt x="0" y="150661"/>
                  </a:lnTo>
                  <a:lnTo>
                    <a:pt x="12042" y="144657"/>
                  </a:lnTo>
                  <a:lnTo>
                    <a:pt x="23170" y="138592"/>
                  </a:lnTo>
                  <a:lnTo>
                    <a:pt x="59874" y="99437"/>
                  </a:lnTo>
                  <a:lnTo>
                    <a:pt x="77194" y="39891"/>
                  </a:lnTo>
                  <a:lnTo>
                    <a:pt x="79409" y="13199"/>
                  </a:lnTo>
                  <a:lnTo>
                    <a:pt x="79409" y="5931"/>
                  </a:lnTo>
                  <a:lnTo>
                    <a:pt x="85341" y="0"/>
                  </a:lnTo>
                  <a:lnTo>
                    <a:pt x="92680" y="0"/>
                  </a:lnTo>
                  <a:lnTo>
                    <a:pt x="103558" y="0"/>
                  </a:lnTo>
                  <a:lnTo>
                    <a:pt x="124837" y="4227"/>
                  </a:lnTo>
                  <a:lnTo>
                    <a:pt x="142349" y="15778"/>
                  </a:lnTo>
                  <a:lnTo>
                    <a:pt x="154286" y="32957"/>
                  </a:lnTo>
                  <a:lnTo>
                    <a:pt x="158843" y="54065"/>
                  </a:lnTo>
                  <a:lnTo>
                    <a:pt x="158099" y="71741"/>
                  </a:lnTo>
                  <a:lnTo>
                    <a:pt x="155602" y="94116"/>
                  </a:lnTo>
                  <a:lnTo>
                    <a:pt x="151425" y="116043"/>
                  </a:lnTo>
                  <a:lnTo>
                    <a:pt x="145643" y="132373"/>
                  </a:lnTo>
                  <a:lnTo>
                    <a:pt x="248780" y="132373"/>
                  </a:lnTo>
                  <a:lnTo>
                    <a:pt x="286281" y="153303"/>
                  </a:lnTo>
                  <a:lnTo>
                    <a:pt x="291029" y="175879"/>
                  </a:lnTo>
                  <a:lnTo>
                    <a:pt x="289367" y="184044"/>
                  </a:lnTo>
                  <a:lnTo>
                    <a:pt x="286039" y="191678"/>
                  </a:lnTo>
                  <a:lnTo>
                    <a:pt x="281135" y="198513"/>
                  </a:lnTo>
                  <a:lnTo>
                    <a:pt x="290443" y="216845"/>
                  </a:lnTo>
                  <a:lnTo>
                    <a:pt x="289590" y="236272"/>
                  </a:lnTo>
                  <a:lnTo>
                    <a:pt x="279720" y="253026"/>
                  </a:lnTo>
                  <a:lnTo>
                    <a:pt x="261980" y="263340"/>
                  </a:lnTo>
                  <a:lnTo>
                    <a:pt x="264722" y="280026"/>
                  </a:lnTo>
                  <a:lnTo>
                    <a:pt x="260561" y="295736"/>
                  </a:lnTo>
                  <a:lnTo>
                    <a:pt x="250493" y="308483"/>
                  </a:lnTo>
                  <a:lnTo>
                    <a:pt x="235510" y="316280"/>
                  </a:lnTo>
                  <a:lnTo>
                    <a:pt x="237958" y="336536"/>
                  </a:lnTo>
                  <a:lnTo>
                    <a:pt x="230463" y="353919"/>
                  </a:lnTo>
                  <a:lnTo>
                    <a:pt x="215556" y="366075"/>
                  </a:lnTo>
                  <a:lnTo>
                    <a:pt x="195770" y="370650"/>
                  </a:lnTo>
                  <a:close/>
                </a:path>
              </a:pathLst>
            </a:custGeom>
            <a:solidFill>
              <a:srgbClr val="500094"/>
            </a:solidFill>
          </p:spPr>
          <p:txBody>
            <a:bodyPr wrap="square" lIns="0" tIns="0" rIns="0" bIns="0" rtlCol="0"/>
            <a:lstStyle/>
            <a:p>
              <a:endParaRPr/>
            </a:p>
          </p:txBody>
        </p:sp>
      </p:grpSp>
      <p:grpSp>
        <p:nvGrpSpPr>
          <p:cNvPr id="13" name="object 13"/>
          <p:cNvGrpSpPr/>
          <p:nvPr/>
        </p:nvGrpSpPr>
        <p:grpSpPr>
          <a:xfrm>
            <a:off x="2201892" y="2864231"/>
            <a:ext cx="454025" cy="238760"/>
            <a:chOff x="2201892" y="2864231"/>
            <a:chExt cx="454025" cy="238760"/>
          </a:xfrm>
        </p:grpSpPr>
        <p:sp>
          <p:nvSpPr>
            <p:cNvPr id="14" name="object 14"/>
            <p:cNvSpPr/>
            <p:nvPr/>
          </p:nvSpPr>
          <p:spPr>
            <a:xfrm>
              <a:off x="2201892" y="2864231"/>
              <a:ext cx="454025" cy="238760"/>
            </a:xfrm>
            <a:custGeom>
              <a:avLst/>
              <a:gdLst/>
              <a:ahLst/>
              <a:cxnLst/>
              <a:rect l="l" t="t" r="r" b="b"/>
              <a:pathLst>
                <a:path w="454025" h="238760">
                  <a:moveTo>
                    <a:pt x="227046" y="238277"/>
                  </a:moveTo>
                  <a:lnTo>
                    <a:pt x="157628" y="227234"/>
                  </a:lnTo>
                  <a:lnTo>
                    <a:pt x="97363" y="200734"/>
                  </a:lnTo>
                  <a:lnTo>
                    <a:pt x="49548" y="168719"/>
                  </a:lnTo>
                  <a:lnTo>
                    <a:pt x="17480" y="141133"/>
                  </a:lnTo>
                  <a:lnTo>
                    <a:pt x="0" y="122901"/>
                  </a:lnTo>
                  <a:lnTo>
                    <a:pt x="0" y="115281"/>
                  </a:lnTo>
                  <a:lnTo>
                    <a:pt x="49548" y="69506"/>
                  </a:lnTo>
                  <a:lnTo>
                    <a:pt x="97363" y="37516"/>
                  </a:lnTo>
                  <a:lnTo>
                    <a:pt x="157628" y="11035"/>
                  </a:lnTo>
                  <a:lnTo>
                    <a:pt x="227046" y="0"/>
                  </a:lnTo>
                  <a:lnTo>
                    <a:pt x="296467" y="11035"/>
                  </a:lnTo>
                  <a:lnTo>
                    <a:pt x="331477" y="26423"/>
                  </a:lnTo>
                  <a:lnTo>
                    <a:pt x="227093" y="26423"/>
                  </a:lnTo>
                  <a:lnTo>
                    <a:pt x="209161" y="28172"/>
                  </a:lnTo>
                  <a:lnTo>
                    <a:pt x="161469" y="53573"/>
                  </a:lnTo>
                  <a:lnTo>
                    <a:pt x="136139" y="101009"/>
                  </a:lnTo>
                  <a:lnTo>
                    <a:pt x="134787" y="127918"/>
                  </a:lnTo>
                  <a:lnTo>
                    <a:pt x="141423" y="154529"/>
                  </a:lnTo>
                  <a:lnTo>
                    <a:pt x="155573" y="178104"/>
                  </a:lnTo>
                  <a:lnTo>
                    <a:pt x="175548" y="196160"/>
                  </a:lnTo>
                  <a:lnTo>
                    <a:pt x="199866" y="207714"/>
                  </a:lnTo>
                  <a:lnTo>
                    <a:pt x="227046" y="211783"/>
                  </a:lnTo>
                  <a:lnTo>
                    <a:pt x="331595" y="211783"/>
                  </a:lnTo>
                  <a:lnTo>
                    <a:pt x="296467" y="227234"/>
                  </a:lnTo>
                  <a:lnTo>
                    <a:pt x="227046" y="238277"/>
                  </a:lnTo>
                  <a:close/>
                </a:path>
                <a:path w="454025" h="238760">
                  <a:moveTo>
                    <a:pt x="331595" y="211783"/>
                  </a:moveTo>
                  <a:lnTo>
                    <a:pt x="227046" y="211783"/>
                  </a:lnTo>
                  <a:lnTo>
                    <a:pt x="263073" y="204470"/>
                  </a:lnTo>
                  <a:lnTo>
                    <a:pt x="292503" y="184610"/>
                  </a:lnTo>
                  <a:lnTo>
                    <a:pt x="312363" y="155167"/>
                  </a:lnTo>
                  <a:lnTo>
                    <a:pt x="319680" y="119103"/>
                  </a:lnTo>
                  <a:lnTo>
                    <a:pt x="315608" y="91929"/>
                  </a:lnTo>
                  <a:lnTo>
                    <a:pt x="286020" y="47640"/>
                  </a:lnTo>
                  <a:lnTo>
                    <a:pt x="244970" y="28164"/>
                  </a:lnTo>
                  <a:lnTo>
                    <a:pt x="227093" y="26423"/>
                  </a:lnTo>
                  <a:lnTo>
                    <a:pt x="331477" y="26423"/>
                  </a:lnTo>
                  <a:lnTo>
                    <a:pt x="404511" y="69506"/>
                  </a:lnTo>
                  <a:lnTo>
                    <a:pt x="436564" y="97068"/>
                  </a:lnTo>
                  <a:lnTo>
                    <a:pt x="454023" y="115281"/>
                  </a:lnTo>
                  <a:lnTo>
                    <a:pt x="454023" y="122901"/>
                  </a:lnTo>
                  <a:lnTo>
                    <a:pt x="449591" y="127918"/>
                  </a:lnTo>
                  <a:lnTo>
                    <a:pt x="436564" y="141133"/>
                  </a:lnTo>
                  <a:lnTo>
                    <a:pt x="404511" y="168719"/>
                  </a:lnTo>
                  <a:lnTo>
                    <a:pt x="356717" y="200734"/>
                  </a:lnTo>
                  <a:lnTo>
                    <a:pt x="331595" y="211783"/>
                  </a:lnTo>
                  <a:close/>
                </a:path>
              </a:pathLst>
            </a:custGeom>
            <a:solidFill>
              <a:srgbClr val="500094"/>
            </a:solidFill>
          </p:spPr>
          <p:txBody>
            <a:bodyPr wrap="square" lIns="0" tIns="0" rIns="0" bIns="0" rtlCol="0"/>
            <a:lstStyle/>
            <a:p>
              <a:endParaRPr/>
            </a:p>
          </p:txBody>
        </p:sp>
        <p:pic>
          <p:nvPicPr>
            <p:cNvPr id="15" name="object 15"/>
            <p:cNvPicPr/>
            <p:nvPr/>
          </p:nvPicPr>
          <p:blipFill>
            <a:blip r:embed="rId4" cstate="print"/>
            <a:stretch>
              <a:fillRect/>
            </a:stretch>
          </p:blipFill>
          <p:spPr>
            <a:xfrm>
              <a:off x="2363125" y="2917171"/>
              <a:ext cx="130852" cy="132350"/>
            </a:xfrm>
            <a:prstGeom prst="rect">
              <a:avLst/>
            </a:prstGeom>
          </p:spPr>
        </p:pic>
      </p:grpSp>
      <p:grpSp>
        <p:nvGrpSpPr>
          <p:cNvPr id="16" name="object 16"/>
          <p:cNvGrpSpPr/>
          <p:nvPr/>
        </p:nvGrpSpPr>
        <p:grpSpPr>
          <a:xfrm>
            <a:off x="3878555" y="2757777"/>
            <a:ext cx="451484" cy="451484"/>
            <a:chOff x="3878555" y="2757777"/>
            <a:chExt cx="451484" cy="451484"/>
          </a:xfrm>
        </p:grpSpPr>
        <p:pic>
          <p:nvPicPr>
            <p:cNvPr id="17" name="object 17"/>
            <p:cNvPicPr/>
            <p:nvPr/>
          </p:nvPicPr>
          <p:blipFill>
            <a:blip r:embed="rId5" cstate="print"/>
            <a:stretch>
              <a:fillRect/>
            </a:stretch>
          </p:blipFill>
          <p:spPr>
            <a:xfrm>
              <a:off x="4143138" y="3028667"/>
              <a:ext cx="160836" cy="157882"/>
            </a:xfrm>
            <a:prstGeom prst="rect">
              <a:avLst/>
            </a:prstGeom>
          </p:spPr>
        </p:pic>
        <p:pic>
          <p:nvPicPr>
            <p:cNvPr id="18" name="object 18"/>
            <p:cNvPicPr/>
            <p:nvPr/>
          </p:nvPicPr>
          <p:blipFill>
            <a:blip r:embed="rId6" cstate="print"/>
            <a:stretch>
              <a:fillRect/>
            </a:stretch>
          </p:blipFill>
          <p:spPr>
            <a:xfrm>
              <a:off x="3900078" y="2785467"/>
              <a:ext cx="160672" cy="157366"/>
            </a:xfrm>
            <a:prstGeom prst="rect">
              <a:avLst/>
            </a:prstGeom>
          </p:spPr>
        </p:pic>
        <p:sp>
          <p:nvSpPr>
            <p:cNvPr id="19" name="object 19"/>
            <p:cNvSpPr/>
            <p:nvPr/>
          </p:nvSpPr>
          <p:spPr>
            <a:xfrm>
              <a:off x="3878554" y="2757779"/>
              <a:ext cx="451484" cy="451484"/>
            </a:xfrm>
            <a:custGeom>
              <a:avLst/>
              <a:gdLst/>
              <a:ahLst/>
              <a:cxnLst/>
              <a:rect l="l" t="t" r="r" b="b"/>
              <a:pathLst>
                <a:path w="451485" h="451485">
                  <a:moveTo>
                    <a:pt x="315658" y="222605"/>
                  </a:moveTo>
                  <a:lnTo>
                    <a:pt x="304952" y="184150"/>
                  </a:lnTo>
                  <a:lnTo>
                    <a:pt x="297497" y="172427"/>
                  </a:lnTo>
                  <a:lnTo>
                    <a:pt x="297256" y="172631"/>
                  </a:lnTo>
                  <a:lnTo>
                    <a:pt x="294652" y="169252"/>
                  </a:lnTo>
                  <a:lnTo>
                    <a:pt x="278790" y="153708"/>
                  </a:lnTo>
                  <a:lnTo>
                    <a:pt x="240360" y="192049"/>
                  </a:lnTo>
                  <a:lnTo>
                    <a:pt x="244386" y="194043"/>
                  </a:lnTo>
                  <a:lnTo>
                    <a:pt x="248145" y="196646"/>
                  </a:lnTo>
                  <a:lnTo>
                    <a:pt x="251383" y="199758"/>
                  </a:lnTo>
                  <a:lnTo>
                    <a:pt x="260121" y="212877"/>
                  </a:lnTo>
                  <a:lnTo>
                    <a:pt x="263042" y="227812"/>
                  </a:lnTo>
                  <a:lnTo>
                    <a:pt x="260121" y="242760"/>
                  </a:lnTo>
                  <a:lnTo>
                    <a:pt x="120345" y="386969"/>
                  </a:lnTo>
                  <a:lnTo>
                    <a:pt x="92252" y="398627"/>
                  </a:lnTo>
                  <a:lnTo>
                    <a:pt x="84670" y="397903"/>
                  </a:lnTo>
                  <a:lnTo>
                    <a:pt x="52565" y="358876"/>
                  </a:lnTo>
                  <a:lnTo>
                    <a:pt x="55486" y="343928"/>
                  </a:lnTo>
                  <a:lnTo>
                    <a:pt x="64211" y="330771"/>
                  </a:lnTo>
                  <a:lnTo>
                    <a:pt x="115912" y="279171"/>
                  </a:lnTo>
                  <a:lnTo>
                    <a:pt x="109842" y="263817"/>
                  </a:lnTo>
                  <a:lnTo>
                    <a:pt x="105981" y="247878"/>
                  </a:lnTo>
                  <a:lnTo>
                    <a:pt x="104368" y="231571"/>
                  </a:lnTo>
                  <a:lnTo>
                    <a:pt x="105029" y="215138"/>
                  </a:lnTo>
                  <a:lnTo>
                    <a:pt x="26720" y="293357"/>
                  </a:lnTo>
                  <a:lnTo>
                    <a:pt x="6629" y="323989"/>
                  </a:lnTo>
                  <a:lnTo>
                    <a:pt x="0" y="358762"/>
                  </a:lnTo>
                  <a:lnTo>
                    <a:pt x="6832" y="393496"/>
                  </a:lnTo>
                  <a:lnTo>
                    <a:pt x="41668" y="435902"/>
                  </a:lnTo>
                  <a:lnTo>
                    <a:pt x="92671" y="451167"/>
                  </a:lnTo>
                  <a:lnTo>
                    <a:pt x="110248" y="449491"/>
                  </a:lnTo>
                  <a:lnTo>
                    <a:pt x="157835" y="424395"/>
                  </a:lnTo>
                  <a:lnTo>
                    <a:pt x="288861" y="293357"/>
                  </a:lnTo>
                  <a:lnTo>
                    <a:pt x="313588" y="248259"/>
                  </a:lnTo>
                  <a:lnTo>
                    <a:pt x="315658" y="222605"/>
                  </a:lnTo>
                  <a:close/>
                </a:path>
                <a:path w="451485" h="451485">
                  <a:moveTo>
                    <a:pt x="451154" y="92417"/>
                  </a:moveTo>
                  <a:lnTo>
                    <a:pt x="424002" y="27127"/>
                  </a:lnTo>
                  <a:lnTo>
                    <a:pt x="376199" y="1701"/>
                  </a:lnTo>
                  <a:lnTo>
                    <a:pt x="358495" y="0"/>
                  </a:lnTo>
                  <a:lnTo>
                    <a:pt x="340931" y="1676"/>
                  </a:lnTo>
                  <a:lnTo>
                    <a:pt x="293395" y="26784"/>
                  </a:lnTo>
                  <a:lnTo>
                    <a:pt x="157835" y="162344"/>
                  </a:lnTo>
                  <a:lnTo>
                    <a:pt x="133083" y="207441"/>
                  </a:lnTo>
                  <a:lnTo>
                    <a:pt x="131025" y="233083"/>
                  </a:lnTo>
                  <a:lnTo>
                    <a:pt x="136309" y="258775"/>
                  </a:lnTo>
                  <a:lnTo>
                    <a:pt x="138747" y="265277"/>
                  </a:lnTo>
                  <a:lnTo>
                    <a:pt x="141732" y="271551"/>
                  </a:lnTo>
                  <a:lnTo>
                    <a:pt x="145224" y="277558"/>
                  </a:lnTo>
                  <a:lnTo>
                    <a:pt x="149225" y="283273"/>
                  </a:lnTo>
                  <a:lnTo>
                    <a:pt x="149364" y="283057"/>
                  </a:lnTo>
                  <a:lnTo>
                    <a:pt x="152044" y="286435"/>
                  </a:lnTo>
                  <a:lnTo>
                    <a:pt x="154597" y="290195"/>
                  </a:lnTo>
                  <a:lnTo>
                    <a:pt x="161023" y="296468"/>
                  </a:lnTo>
                  <a:lnTo>
                    <a:pt x="164325" y="299288"/>
                  </a:lnTo>
                  <a:lnTo>
                    <a:pt x="167932" y="301980"/>
                  </a:lnTo>
                  <a:lnTo>
                    <a:pt x="206273" y="263575"/>
                  </a:lnTo>
                  <a:lnTo>
                    <a:pt x="202234" y="261581"/>
                  </a:lnTo>
                  <a:lnTo>
                    <a:pt x="198513" y="259054"/>
                  </a:lnTo>
                  <a:lnTo>
                    <a:pt x="195249" y="255955"/>
                  </a:lnTo>
                  <a:lnTo>
                    <a:pt x="186512" y="242798"/>
                  </a:lnTo>
                  <a:lnTo>
                    <a:pt x="183603" y="227850"/>
                  </a:lnTo>
                  <a:lnTo>
                    <a:pt x="186512" y="212902"/>
                  </a:lnTo>
                  <a:lnTo>
                    <a:pt x="330809" y="64198"/>
                  </a:lnTo>
                  <a:lnTo>
                    <a:pt x="358902" y="52539"/>
                  </a:lnTo>
                  <a:lnTo>
                    <a:pt x="366471" y="53276"/>
                  </a:lnTo>
                  <a:lnTo>
                    <a:pt x="398576" y="92290"/>
                  </a:lnTo>
                  <a:lnTo>
                    <a:pt x="395668" y="107238"/>
                  </a:lnTo>
                  <a:lnTo>
                    <a:pt x="386943" y="120396"/>
                  </a:lnTo>
                  <a:lnTo>
                    <a:pt x="330809" y="176530"/>
                  </a:lnTo>
                  <a:lnTo>
                    <a:pt x="336816" y="191884"/>
                  </a:lnTo>
                  <a:lnTo>
                    <a:pt x="340652" y="207822"/>
                  </a:lnTo>
                  <a:lnTo>
                    <a:pt x="342265" y="224129"/>
                  </a:lnTo>
                  <a:lnTo>
                    <a:pt x="341617" y="240550"/>
                  </a:lnTo>
                  <a:lnTo>
                    <a:pt x="424434" y="157822"/>
                  </a:lnTo>
                  <a:lnTo>
                    <a:pt x="444525" y="127190"/>
                  </a:lnTo>
                  <a:lnTo>
                    <a:pt x="451154" y="92417"/>
                  </a:lnTo>
                  <a:close/>
                </a:path>
              </a:pathLst>
            </a:custGeom>
            <a:solidFill>
              <a:srgbClr val="500094"/>
            </a:solidFill>
          </p:spPr>
          <p:txBody>
            <a:bodyPr wrap="square" lIns="0" tIns="0" rIns="0" bIns="0" rtlCol="0"/>
            <a:lstStyle/>
            <a:p>
              <a:endParaRPr/>
            </a:p>
          </p:txBody>
        </p:sp>
      </p:grpSp>
      <p:sp>
        <p:nvSpPr>
          <p:cNvPr id="20" name="object 20"/>
          <p:cNvSpPr/>
          <p:nvPr/>
        </p:nvSpPr>
        <p:spPr>
          <a:xfrm>
            <a:off x="4435271" y="2757779"/>
            <a:ext cx="451484" cy="451484"/>
          </a:xfrm>
          <a:custGeom>
            <a:avLst/>
            <a:gdLst/>
            <a:ahLst/>
            <a:cxnLst/>
            <a:rect l="l" t="t" r="r" b="b"/>
            <a:pathLst>
              <a:path w="451485" h="451485">
                <a:moveTo>
                  <a:pt x="315658" y="222605"/>
                </a:moveTo>
                <a:lnTo>
                  <a:pt x="304965" y="184150"/>
                </a:lnTo>
                <a:lnTo>
                  <a:pt x="297497" y="172427"/>
                </a:lnTo>
                <a:lnTo>
                  <a:pt x="297281" y="172631"/>
                </a:lnTo>
                <a:lnTo>
                  <a:pt x="294601" y="169252"/>
                </a:lnTo>
                <a:lnTo>
                  <a:pt x="278714" y="153708"/>
                </a:lnTo>
                <a:lnTo>
                  <a:pt x="240372" y="192049"/>
                </a:lnTo>
                <a:lnTo>
                  <a:pt x="244411" y="194043"/>
                </a:lnTo>
                <a:lnTo>
                  <a:pt x="248145" y="196646"/>
                </a:lnTo>
                <a:lnTo>
                  <a:pt x="251396" y="199758"/>
                </a:lnTo>
                <a:lnTo>
                  <a:pt x="260134" y="212877"/>
                </a:lnTo>
                <a:lnTo>
                  <a:pt x="263042" y="227812"/>
                </a:lnTo>
                <a:lnTo>
                  <a:pt x="260134" y="242760"/>
                </a:lnTo>
                <a:lnTo>
                  <a:pt x="120357" y="386969"/>
                </a:lnTo>
                <a:lnTo>
                  <a:pt x="92278" y="398627"/>
                </a:lnTo>
                <a:lnTo>
                  <a:pt x="84696" y="397903"/>
                </a:lnTo>
                <a:lnTo>
                  <a:pt x="52578" y="358876"/>
                </a:lnTo>
                <a:lnTo>
                  <a:pt x="55486" y="343928"/>
                </a:lnTo>
                <a:lnTo>
                  <a:pt x="64236" y="330771"/>
                </a:lnTo>
                <a:lnTo>
                  <a:pt x="115900" y="279171"/>
                </a:lnTo>
                <a:lnTo>
                  <a:pt x="109855" y="263817"/>
                </a:lnTo>
                <a:lnTo>
                  <a:pt x="105994" y="247878"/>
                </a:lnTo>
                <a:lnTo>
                  <a:pt x="104381" y="231571"/>
                </a:lnTo>
                <a:lnTo>
                  <a:pt x="105029" y="215138"/>
                </a:lnTo>
                <a:lnTo>
                  <a:pt x="26746" y="293357"/>
                </a:lnTo>
                <a:lnTo>
                  <a:pt x="6629" y="323989"/>
                </a:lnTo>
                <a:lnTo>
                  <a:pt x="0" y="358762"/>
                </a:lnTo>
                <a:lnTo>
                  <a:pt x="6845" y="393496"/>
                </a:lnTo>
                <a:lnTo>
                  <a:pt x="41694" y="435902"/>
                </a:lnTo>
                <a:lnTo>
                  <a:pt x="92671" y="451167"/>
                </a:lnTo>
                <a:lnTo>
                  <a:pt x="110248" y="449491"/>
                </a:lnTo>
                <a:lnTo>
                  <a:pt x="157848" y="424395"/>
                </a:lnTo>
                <a:lnTo>
                  <a:pt x="288886" y="293357"/>
                </a:lnTo>
                <a:lnTo>
                  <a:pt x="313601" y="248259"/>
                </a:lnTo>
                <a:lnTo>
                  <a:pt x="315658" y="222605"/>
                </a:lnTo>
                <a:close/>
              </a:path>
              <a:path w="451485" h="451485">
                <a:moveTo>
                  <a:pt x="451167" y="92417"/>
                </a:moveTo>
                <a:lnTo>
                  <a:pt x="424002" y="27127"/>
                </a:lnTo>
                <a:lnTo>
                  <a:pt x="376199" y="1701"/>
                </a:lnTo>
                <a:lnTo>
                  <a:pt x="358495" y="0"/>
                </a:lnTo>
                <a:lnTo>
                  <a:pt x="340944" y="1676"/>
                </a:lnTo>
                <a:lnTo>
                  <a:pt x="293395" y="26784"/>
                </a:lnTo>
                <a:lnTo>
                  <a:pt x="157848" y="162344"/>
                </a:lnTo>
                <a:lnTo>
                  <a:pt x="133108" y="207441"/>
                </a:lnTo>
                <a:lnTo>
                  <a:pt x="131038" y="233083"/>
                </a:lnTo>
                <a:lnTo>
                  <a:pt x="136309" y="258775"/>
                </a:lnTo>
                <a:lnTo>
                  <a:pt x="138760" y="265277"/>
                </a:lnTo>
                <a:lnTo>
                  <a:pt x="141744" y="271551"/>
                </a:lnTo>
                <a:lnTo>
                  <a:pt x="145237" y="277558"/>
                </a:lnTo>
                <a:lnTo>
                  <a:pt x="149225" y="283273"/>
                </a:lnTo>
                <a:lnTo>
                  <a:pt x="149390" y="283057"/>
                </a:lnTo>
                <a:lnTo>
                  <a:pt x="152057" y="286435"/>
                </a:lnTo>
                <a:lnTo>
                  <a:pt x="154597" y="290195"/>
                </a:lnTo>
                <a:lnTo>
                  <a:pt x="157848" y="293357"/>
                </a:lnTo>
                <a:lnTo>
                  <a:pt x="161010" y="296468"/>
                </a:lnTo>
                <a:lnTo>
                  <a:pt x="164350" y="299288"/>
                </a:lnTo>
                <a:lnTo>
                  <a:pt x="167932" y="301980"/>
                </a:lnTo>
                <a:lnTo>
                  <a:pt x="206286" y="263575"/>
                </a:lnTo>
                <a:lnTo>
                  <a:pt x="202260" y="261581"/>
                </a:lnTo>
                <a:lnTo>
                  <a:pt x="198501" y="259054"/>
                </a:lnTo>
                <a:lnTo>
                  <a:pt x="195275" y="255955"/>
                </a:lnTo>
                <a:lnTo>
                  <a:pt x="186524" y="242798"/>
                </a:lnTo>
                <a:lnTo>
                  <a:pt x="183616" y="227850"/>
                </a:lnTo>
                <a:lnTo>
                  <a:pt x="186524" y="212902"/>
                </a:lnTo>
                <a:lnTo>
                  <a:pt x="330809" y="64198"/>
                </a:lnTo>
                <a:lnTo>
                  <a:pt x="358914" y="52539"/>
                </a:lnTo>
                <a:lnTo>
                  <a:pt x="366496" y="53276"/>
                </a:lnTo>
                <a:lnTo>
                  <a:pt x="398589" y="92290"/>
                </a:lnTo>
                <a:lnTo>
                  <a:pt x="395681" y="107238"/>
                </a:lnTo>
                <a:lnTo>
                  <a:pt x="386930" y="120396"/>
                </a:lnTo>
                <a:lnTo>
                  <a:pt x="330809" y="176530"/>
                </a:lnTo>
                <a:lnTo>
                  <a:pt x="336829" y="191884"/>
                </a:lnTo>
                <a:lnTo>
                  <a:pt x="340664" y="207822"/>
                </a:lnTo>
                <a:lnTo>
                  <a:pt x="342277" y="224129"/>
                </a:lnTo>
                <a:lnTo>
                  <a:pt x="341617" y="240550"/>
                </a:lnTo>
                <a:lnTo>
                  <a:pt x="424421" y="157822"/>
                </a:lnTo>
                <a:lnTo>
                  <a:pt x="444538" y="127190"/>
                </a:lnTo>
                <a:lnTo>
                  <a:pt x="451167" y="92417"/>
                </a:lnTo>
                <a:close/>
              </a:path>
            </a:pathLst>
          </a:custGeom>
          <a:solidFill>
            <a:srgbClr val="500094"/>
          </a:solidFill>
        </p:spPr>
        <p:txBody>
          <a:bodyPr wrap="square" lIns="0" tIns="0" rIns="0" bIns="0" rtlCol="0"/>
          <a:lstStyle/>
          <a:p>
            <a:endParaRPr/>
          </a:p>
        </p:txBody>
      </p:sp>
      <p:grpSp>
        <p:nvGrpSpPr>
          <p:cNvPr id="21" name="object 21"/>
          <p:cNvGrpSpPr/>
          <p:nvPr/>
        </p:nvGrpSpPr>
        <p:grpSpPr>
          <a:xfrm>
            <a:off x="4997896" y="2757449"/>
            <a:ext cx="452120" cy="452120"/>
            <a:chOff x="4997896" y="2757449"/>
            <a:chExt cx="452120" cy="452120"/>
          </a:xfrm>
        </p:grpSpPr>
        <p:pic>
          <p:nvPicPr>
            <p:cNvPr id="22" name="object 22"/>
            <p:cNvPicPr/>
            <p:nvPr/>
          </p:nvPicPr>
          <p:blipFill>
            <a:blip r:embed="rId7" cstate="print"/>
            <a:stretch>
              <a:fillRect/>
            </a:stretch>
          </p:blipFill>
          <p:spPr>
            <a:xfrm>
              <a:off x="5131114" y="3049580"/>
              <a:ext cx="185337" cy="159711"/>
            </a:xfrm>
            <a:prstGeom prst="rect">
              <a:avLst/>
            </a:prstGeom>
          </p:spPr>
        </p:pic>
        <p:sp>
          <p:nvSpPr>
            <p:cNvPr id="23" name="object 23"/>
            <p:cNvSpPr/>
            <p:nvPr/>
          </p:nvSpPr>
          <p:spPr>
            <a:xfrm>
              <a:off x="4997896" y="2757449"/>
              <a:ext cx="452120" cy="372110"/>
            </a:xfrm>
            <a:custGeom>
              <a:avLst/>
              <a:gdLst/>
              <a:ahLst/>
              <a:cxnLst/>
              <a:rect l="l" t="t" r="r" b="b"/>
              <a:pathLst>
                <a:path w="452120" h="372110">
                  <a:moveTo>
                    <a:pt x="80277" y="133287"/>
                  </a:moveTo>
                  <a:lnTo>
                    <a:pt x="53807" y="133287"/>
                  </a:lnTo>
                  <a:lnTo>
                    <a:pt x="53807" y="115985"/>
                  </a:lnTo>
                  <a:lnTo>
                    <a:pt x="56679" y="101754"/>
                  </a:lnTo>
                  <a:lnTo>
                    <a:pt x="64507" y="90127"/>
                  </a:lnTo>
                  <a:lnTo>
                    <a:pt x="76112" y="82286"/>
                  </a:lnTo>
                  <a:lnTo>
                    <a:pt x="90312" y="79410"/>
                  </a:lnTo>
                  <a:lnTo>
                    <a:pt x="106747" y="79410"/>
                  </a:lnTo>
                  <a:lnTo>
                    <a:pt x="106747" y="5931"/>
                  </a:lnTo>
                  <a:lnTo>
                    <a:pt x="112679" y="0"/>
                  </a:lnTo>
                  <a:lnTo>
                    <a:pt x="252789" y="0"/>
                  </a:lnTo>
                  <a:lnTo>
                    <a:pt x="257851" y="1336"/>
                  </a:lnTo>
                  <a:lnTo>
                    <a:pt x="268105" y="10181"/>
                  </a:lnTo>
                  <a:lnTo>
                    <a:pt x="284468" y="26470"/>
                  </a:lnTo>
                  <a:lnTo>
                    <a:pt x="133217" y="26470"/>
                  </a:lnTo>
                  <a:lnTo>
                    <a:pt x="133217" y="105903"/>
                  </a:lnTo>
                  <a:lnTo>
                    <a:pt x="84802" y="105903"/>
                  </a:lnTo>
                  <a:lnTo>
                    <a:pt x="80277" y="110405"/>
                  </a:lnTo>
                  <a:lnTo>
                    <a:pt x="80277" y="133287"/>
                  </a:lnTo>
                  <a:close/>
                </a:path>
                <a:path w="452120" h="372110">
                  <a:moveTo>
                    <a:pt x="397987" y="133287"/>
                  </a:moveTo>
                  <a:lnTo>
                    <a:pt x="371494" y="133287"/>
                  </a:lnTo>
                  <a:lnTo>
                    <a:pt x="371494" y="110405"/>
                  </a:lnTo>
                  <a:lnTo>
                    <a:pt x="366993" y="105903"/>
                  </a:lnTo>
                  <a:lnTo>
                    <a:pt x="245052" y="105903"/>
                  </a:lnTo>
                  <a:lnTo>
                    <a:pt x="239121" y="99971"/>
                  </a:lnTo>
                  <a:lnTo>
                    <a:pt x="239121" y="26470"/>
                  </a:lnTo>
                  <a:lnTo>
                    <a:pt x="284468" y="26470"/>
                  </a:lnTo>
                  <a:lnTo>
                    <a:pt x="337264" y="79410"/>
                  </a:lnTo>
                  <a:lnTo>
                    <a:pt x="361483" y="79410"/>
                  </a:lnTo>
                  <a:lnTo>
                    <a:pt x="375673" y="82286"/>
                  </a:lnTo>
                  <a:lnTo>
                    <a:pt x="387279" y="90127"/>
                  </a:lnTo>
                  <a:lnTo>
                    <a:pt x="395112" y="101754"/>
                  </a:lnTo>
                  <a:lnTo>
                    <a:pt x="397987" y="115985"/>
                  </a:lnTo>
                  <a:lnTo>
                    <a:pt x="397987" y="133287"/>
                  </a:lnTo>
                  <a:close/>
                </a:path>
                <a:path w="452120" h="372110">
                  <a:moveTo>
                    <a:pt x="106747" y="371565"/>
                  </a:moveTo>
                  <a:lnTo>
                    <a:pt x="39693" y="371565"/>
                  </a:lnTo>
                  <a:lnTo>
                    <a:pt x="24223" y="368412"/>
                  </a:lnTo>
                  <a:lnTo>
                    <a:pt x="11608" y="359897"/>
                  </a:lnTo>
                  <a:lnTo>
                    <a:pt x="3108" y="347262"/>
                  </a:lnTo>
                  <a:lnTo>
                    <a:pt x="0" y="331824"/>
                  </a:lnTo>
                  <a:lnTo>
                    <a:pt x="0" y="172957"/>
                  </a:lnTo>
                  <a:lnTo>
                    <a:pt x="3112" y="157501"/>
                  </a:lnTo>
                  <a:lnTo>
                    <a:pt x="11608" y="144893"/>
                  </a:lnTo>
                  <a:lnTo>
                    <a:pt x="24223" y="136400"/>
                  </a:lnTo>
                  <a:lnTo>
                    <a:pt x="39693" y="133287"/>
                  </a:lnTo>
                  <a:lnTo>
                    <a:pt x="106747" y="133287"/>
                  </a:lnTo>
                  <a:lnTo>
                    <a:pt x="106747" y="105903"/>
                  </a:lnTo>
                  <a:lnTo>
                    <a:pt x="133217" y="105903"/>
                  </a:lnTo>
                  <a:lnTo>
                    <a:pt x="133217" y="159758"/>
                  </a:lnTo>
                  <a:lnTo>
                    <a:pt x="449049" y="159758"/>
                  </a:lnTo>
                  <a:lnTo>
                    <a:pt x="451842" y="172957"/>
                  </a:lnTo>
                  <a:lnTo>
                    <a:pt x="451842" y="212721"/>
                  </a:lnTo>
                  <a:lnTo>
                    <a:pt x="350956" y="212721"/>
                  </a:lnTo>
                  <a:lnTo>
                    <a:pt x="345024" y="218582"/>
                  </a:lnTo>
                  <a:lnTo>
                    <a:pt x="345024" y="233259"/>
                  </a:lnTo>
                  <a:lnTo>
                    <a:pt x="350956" y="239191"/>
                  </a:lnTo>
                  <a:lnTo>
                    <a:pt x="451842" y="239191"/>
                  </a:lnTo>
                  <a:lnTo>
                    <a:pt x="451842" y="265661"/>
                  </a:lnTo>
                  <a:lnTo>
                    <a:pt x="86209" y="265661"/>
                  </a:lnTo>
                  <a:lnTo>
                    <a:pt x="80277" y="271522"/>
                  </a:lnTo>
                  <a:lnTo>
                    <a:pt x="80277" y="286199"/>
                  </a:lnTo>
                  <a:lnTo>
                    <a:pt x="86209" y="292131"/>
                  </a:lnTo>
                  <a:lnTo>
                    <a:pt x="106747" y="292131"/>
                  </a:lnTo>
                  <a:lnTo>
                    <a:pt x="106747" y="371565"/>
                  </a:lnTo>
                  <a:close/>
                </a:path>
                <a:path w="452120" h="372110">
                  <a:moveTo>
                    <a:pt x="449049" y="159758"/>
                  </a:moveTo>
                  <a:lnTo>
                    <a:pt x="318554" y="159758"/>
                  </a:lnTo>
                  <a:lnTo>
                    <a:pt x="318554" y="105903"/>
                  </a:lnTo>
                  <a:lnTo>
                    <a:pt x="345024" y="105903"/>
                  </a:lnTo>
                  <a:lnTo>
                    <a:pt x="345024" y="133287"/>
                  </a:lnTo>
                  <a:lnTo>
                    <a:pt x="411258" y="133287"/>
                  </a:lnTo>
                  <a:lnTo>
                    <a:pt x="426828" y="136410"/>
                  </a:lnTo>
                  <a:lnTo>
                    <a:pt x="439753" y="144919"/>
                  </a:lnTo>
                  <a:lnTo>
                    <a:pt x="448577" y="157531"/>
                  </a:lnTo>
                  <a:lnTo>
                    <a:pt x="449049" y="159758"/>
                  </a:lnTo>
                  <a:close/>
                </a:path>
                <a:path w="452120" h="372110">
                  <a:moveTo>
                    <a:pt x="451842" y="239191"/>
                  </a:moveTo>
                  <a:lnTo>
                    <a:pt x="392056" y="239191"/>
                  </a:lnTo>
                  <a:lnTo>
                    <a:pt x="397987" y="233259"/>
                  </a:lnTo>
                  <a:lnTo>
                    <a:pt x="397987" y="218582"/>
                  </a:lnTo>
                  <a:lnTo>
                    <a:pt x="392056" y="212721"/>
                  </a:lnTo>
                  <a:lnTo>
                    <a:pt x="451842" y="212721"/>
                  </a:lnTo>
                  <a:lnTo>
                    <a:pt x="451842" y="239191"/>
                  </a:lnTo>
                  <a:close/>
                </a:path>
                <a:path w="452120" h="372110">
                  <a:moveTo>
                    <a:pt x="411258" y="371565"/>
                  </a:moveTo>
                  <a:lnTo>
                    <a:pt x="345024" y="371565"/>
                  </a:lnTo>
                  <a:lnTo>
                    <a:pt x="345024" y="292131"/>
                  </a:lnTo>
                  <a:lnTo>
                    <a:pt x="365586" y="292131"/>
                  </a:lnTo>
                  <a:lnTo>
                    <a:pt x="371494" y="286199"/>
                  </a:lnTo>
                  <a:lnTo>
                    <a:pt x="371494" y="271522"/>
                  </a:lnTo>
                  <a:lnTo>
                    <a:pt x="365586" y="265661"/>
                  </a:lnTo>
                  <a:lnTo>
                    <a:pt x="451842" y="265661"/>
                  </a:lnTo>
                  <a:lnTo>
                    <a:pt x="451842" y="331824"/>
                  </a:lnTo>
                  <a:lnTo>
                    <a:pt x="448563" y="347282"/>
                  </a:lnTo>
                  <a:lnTo>
                    <a:pt x="439753" y="359898"/>
                  </a:lnTo>
                  <a:lnTo>
                    <a:pt x="426828" y="368431"/>
                  </a:lnTo>
                  <a:lnTo>
                    <a:pt x="411258" y="371565"/>
                  </a:lnTo>
                  <a:close/>
                </a:path>
              </a:pathLst>
            </a:custGeom>
            <a:solidFill>
              <a:srgbClr val="500094"/>
            </a:solidFill>
          </p:spPr>
          <p:txBody>
            <a:bodyPr wrap="square" lIns="0" tIns="0" rIns="0" bIns="0" rtlCol="0"/>
            <a:lstStyle/>
            <a:p>
              <a:endParaRPr/>
            </a:p>
          </p:txBody>
        </p:sp>
      </p:grpSp>
      <p:sp>
        <p:nvSpPr>
          <p:cNvPr id="24" name="object 24"/>
          <p:cNvSpPr/>
          <p:nvPr/>
        </p:nvSpPr>
        <p:spPr>
          <a:xfrm>
            <a:off x="5549265" y="2757436"/>
            <a:ext cx="452120" cy="452120"/>
          </a:xfrm>
          <a:custGeom>
            <a:avLst/>
            <a:gdLst/>
            <a:ahLst/>
            <a:cxnLst/>
            <a:rect l="l" t="t" r="r" b="b"/>
            <a:pathLst>
              <a:path w="452120" h="452119">
                <a:moveTo>
                  <a:pt x="451840" y="186245"/>
                </a:moveTo>
                <a:lnTo>
                  <a:pt x="397954" y="186245"/>
                </a:lnTo>
                <a:lnTo>
                  <a:pt x="397954" y="218579"/>
                </a:lnTo>
                <a:lnTo>
                  <a:pt x="397954" y="233260"/>
                </a:lnTo>
                <a:lnTo>
                  <a:pt x="397954" y="297992"/>
                </a:lnTo>
                <a:lnTo>
                  <a:pt x="397954" y="312686"/>
                </a:lnTo>
                <a:lnTo>
                  <a:pt x="397954" y="378333"/>
                </a:lnTo>
                <a:lnTo>
                  <a:pt x="397954" y="392963"/>
                </a:lnTo>
                <a:lnTo>
                  <a:pt x="392099" y="398894"/>
                </a:lnTo>
                <a:lnTo>
                  <a:pt x="324459" y="398894"/>
                </a:lnTo>
                <a:lnTo>
                  <a:pt x="318592" y="392963"/>
                </a:lnTo>
                <a:lnTo>
                  <a:pt x="318592" y="378333"/>
                </a:lnTo>
                <a:lnTo>
                  <a:pt x="324459" y="372402"/>
                </a:lnTo>
                <a:lnTo>
                  <a:pt x="392099" y="372402"/>
                </a:lnTo>
                <a:lnTo>
                  <a:pt x="397954" y="378333"/>
                </a:lnTo>
                <a:lnTo>
                  <a:pt x="397954" y="312686"/>
                </a:lnTo>
                <a:lnTo>
                  <a:pt x="392099" y="318617"/>
                </a:lnTo>
                <a:lnTo>
                  <a:pt x="324459" y="318617"/>
                </a:lnTo>
                <a:lnTo>
                  <a:pt x="318592" y="312686"/>
                </a:lnTo>
                <a:lnTo>
                  <a:pt x="318592" y="297992"/>
                </a:lnTo>
                <a:lnTo>
                  <a:pt x="324459" y="292150"/>
                </a:lnTo>
                <a:lnTo>
                  <a:pt x="392099" y="292150"/>
                </a:lnTo>
                <a:lnTo>
                  <a:pt x="397954" y="297992"/>
                </a:lnTo>
                <a:lnTo>
                  <a:pt x="397954" y="233260"/>
                </a:lnTo>
                <a:lnTo>
                  <a:pt x="392099" y="239191"/>
                </a:lnTo>
                <a:lnTo>
                  <a:pt x="324459" y="239191"/>
                </a:lnTo>
                <a:lnTo>
                  <a:pt x="318592" y="233260"/>
                </a:lnTo>
                <a:lnTo>
                  <a:pt x="318592" y="218579"/>
                </a:lnTo>
                <a:lnTo>
                  <a:pt x="324459" y="212712"/>
                </a:lnTo>
                <a:lnTo>
                  <a:pt x="392099" y="212712"/>
                </a:lnTo>
                <a:lnTo>
                  <a:pt x="397954" y="218579"/>
                </a:lnTo>
                <a:lnTo>
                  <a:pt x="397954" y="186245"/>
                </a:lnTo>
                <a:lnTo>
                  <a:pt x="265582" y="186245"/>
                </a:lnTo>
                <a:lnTo>
                  <a:pt x="265582" y="218579"/>
                </a:lnTo>
                <a:lnTo>
                  <a:pt x="265582" y="233260"/>
                </a:lnTo>
                <a:lnTo>
                  <a:pt x="265582" y="297992"/>
                </a:lnTo>
                <a:lnTo>
                  <a:pt x="265582" y="312686"/>
                </a:lnTo>
                <a:lnTo>
                  <a:pt x="265582" y="378333"/>
                </a:lnTo>
                <a:lnTo>
                  <a:pt x="265582" y="392963"/>
                </a:lnTo>
                <a:lnTo>
                  <a:pt x="259727" y="398894"/>
                </a:lnTo>
                <a:lnTo>
                  <a:pt x="192087" y="398894"/>
                </a:lnTo>
                <a:lnTo>
                  <a:pt x="186220" y="392963"/>
                </a:lnTo>
                <a:lnTo>
                  <a:pt x="186220" y="378333"/>
                </a:lnTo>
                <a:lnTo>
                  <a:pt x="192087" y="372402"/>
                </a:lnTo>
                <a:lnTo>
                  <a:pt x="259727" y="372402"/>
                </a:lnTo>
                <a:lnTo>
                  <a:pt x="265582" y="378333"/>
                </a:lnTo>
                <a:lnTo>
                  <a:pt x="265582" y="312686"/>
                </a:lnTo>
                <a:lnTo>
                  <a:pt x="259727" y="318617"/>
                </a:lnTo>
                <a:lnTo>
                  <a:pt x="192087" y="318617"/>
                </a:lnTo>
                <a:lnTo>
                  <a:pt x="186220" y="312686"/>
                </a:lnTo>
                <a:lnTo>
                  <a:pt x="186220" y="297992"/>
                </a:lnTo>
                <a:lnTo>
                  <a:pt x="192087" y="292150"/>
                </a:lnTo>
                <a:lnTo>
                  <a:pt x="259727" y="292150"/>
                </a:lnTo>
                <a:lnTo>
                  <a:pt x="265582" y="297992"/>
                </a:lnTo>
                <a:lnTo>
                  <a:pt x="265582" y="233260"/>
                </a:lnTo>
                <a:lnTo>
                  <a:pt x="259727" y="239191"/>
                </a:lnTo>
                <a:lnTo>
                  <a:pt x="192087" y="239191"/>
                </a:lnTo>
                <a:lnTo>
                  <a:pt x="186220" y="233260"/>
                </a:lnTo>
                <a:lnTo>
                  <a:pt x="186220" y="218579"/>
                </a:lnTo>
                <a:lnTo>
                  <a:pt x="192087" y="212712"/>
                </a:lnTo>
                <a:lnTo>
                  <a:pt x="259727" y="212712"/>
                </a:lnTo>
                <a:lnTo>
                  <a:pt x="265582" y="218579"/>
                </a:lnTo>
                <a:lnTo>
                  <a:pt x="265582" y="186245"/>
                </a:lnTo>
                <a:lnTo>
                  <a:pt x="133210" y="186245"/>
                </a:lnTo>
                <a:lnTo>
                  <a:pt x="133210" y="218579"/>
                </a:lnTo>
                <a:lnTo>
                  <a:pt x="133210" y="233260"/>
                </a:lnTo>
                <a:lnTo>
                  <a:pt x="133210" y="297992"/>
                </a:lnTo>
                <a:lnTo>
                  <a:pt x="133210" y="312686"/>
                </a:lnTo>
                <a:lnTo>
                  <a:pt x="133210" y="378333"/>
                </a:lnTo>
                <a:lnTo>
                  <a:pt x="133210" y="392963"/>
                </a:lnTo>
                <a:lnTo>
                  <a:pt x="127355" y="398894"/>
                </a:lnTo>
                <a:lnTo>
                  <a:pt x="59715" y="398894"/>
                </a:lnTo>
                <a:lnTo>
                  <a:pt x="53848" y="392963"/>
                </a:lnTo>
                <a:lnTo>
                  <a:pt x="53848" y="378333"/>
                </a:lnTo>
                <a:lnTo>
                  <a:pt x="59715" y="372402"/>
                </a:lnTo>
                <a:lnTo>
                  <a:pt x="127355" y="372402"/>
                </a:lnTo>
                <a:lnTo>
                  <a:pt x="133210" y="378333"/>
                </a:lnTo>
                <a:lnTo>
                  <a:pt x="133210" y="312686"/>
                </a:lnTo>
                <a:lnTo>
                  <a:pt x="127355" y="318617"/>
                </a:lnTo>
                <a:lnTo>
                  <a:pt x="59715" y="318617"/>
                </a:lnTo>
                <a:lnTo>
                  <a:pt x="53848" y="312686"/>
                </a:lnTo>
                <a:lnTo>
                  <a:pt x="53848" y="297992"/>
                </a:lnTo>
                <a:lnTo>
                  <a:pt x="59715" y="292150"/>
                </a:lnTo>
                <a:lnTo>
                  <a:pt x="127355" y="292150"/>
                </a:lnTo>
                <a:lnTo>
                  <a:pt x="133210" y="297992"/>
                </a:lnTo>
                <a:lnTo>
                  <a:pt x="133210" y="233260"/>
                </a:lnTo>
                <a:lnTo>
                  <a:pt x="127355" y="239191"/>
                </a:lnTo>
                <a:lnTo>
                  <a:pt x="59715" y="239191"/>
                </a:lnTo>
                <a:lnTo>
                  <a:pt x="53848" y="233260"/>
                </a:lnTo>
                <a:lnTo>
                  <a:pt x="53848" y="218579"/>
                </a:lnTo>
                <a:lnTo>
                  <a:pt x="59715" y="212712"/>
                </a:lnTo>
                <a:lnTo>
                  <a:pt x="127355" y="212712"/>
                </a:lnTo>
                <a:lnTo>
                  <a:pt x="133210" y="218579"/>
                </a:lnTo>
                <a:lnTo>
                  <a:pt x="133210" y="186245"/>
                </a:lnTo>
                <a:lnTo>
                  <a:pt x="0" y="186245"/>
                </a:lnTo>
                <a:lnTo>
                  <a:pt x="0" y="412165"/>
                </a:lnTo>
                <a:lnTo>
                  <a:pt x="3111" y="427596"/>
                </a:lnTo>
                <a:lnTo>
                  <a:pt x="11633" y="440207"/>
                </a:lnTo>
                <a:lnTo>
                  <a:pt x="24257" y="448716"/>
                </a:lnTo>
                <a:lnTo>
                  <a:pt x="39738" y="451840"/>
                </a:lnTo>
                <a:lnTo>
                  <a:pt x="412140" y="451840"/>
                </a:lnTo>
                <a:lnTo>
                  <a:pt x="427583" y="448716"/>
                </a:lnTo>
                <a:lnTo>
                  <a:pt x="440207" y="440207"/>
                </a:lnTo>
                <a:lnTo>
                  <a:pt x="448716" y="427596"/>
                </a:lnTo>
                <a:lnTo>
                  <a:pt x="451840" y="412165"/>
                </a:lnTo>
                <a:lnTo>
                  <a:pt x="451840" y="398894"/>
                </a:lnTo>
                <a:lnTo>
                  <a:pt x="451840" y="372402"/>
                </a:lnTo>
                <a:lnTo>
                  <a:pt x="451840" y="318617"/>
                </a:lnTo>
                <a:lnTo>
                  <a:pt x="451840" y="292150"/>
                </a:lnTo>
                <a:lnTo>
                  <a:pt x="451840" y="239191"/>
                </a:lnTo>
                <a:lnTo>
                  <a:pt x="451840" y="212712"/>
                </a:lnTo>
                <a:lnTo>
                  <a:pt x="451840" y="186245"/>
                </a:lnTo>
                <a:close/>
              </a:path>
              <a:path w="452120" h="452119">
                <a:moveTo>
                  <a:pt x="451840" y="92697"/>
                </a:moveTo>
                <a:lnTo>
                  <a:pt x="448716" y="77216"/>
                </a:lnTo>
                <a:lnTo>
                  <a:pt x="440207" y="64579"/>
                </a:lnTo>
                <a:lnTo>
                  <a:pt x="427583" y="56057"/>
                </a:lnTo>
                <a:lnTo>
                  <a:pt x="412140" y="52933"/>
                </a:lnTo>
                <a:lnTo>
                  <a:pt x="398030" y="52933"/>
                </a:lnTo>
                <a:lnTo>
                  <a:pt x="398030" y="39738"/>
                </a:lnTo>
                <a:lnTo>
                  <a:pt x="373761" y="3124"/>
                </a:lnTo>
                <a:lnTo>
                  <a:pt x="371563" y="2692"/>
                </a:lnTo>
                <a:lnTo>
                  <a:pt x="371563" y="32397"/>
                </a:lnTo>
                <a:lnTo>
                  <a:pt x="371563" y="99961"/>
                </a:lnTo>
                <a:lnTo>
                  <a:pt x="365633" y="105905"/>
                </a:lnTo>
                <a:lnTo>
                  <a:pt x="350926" y="105905"/>
                </a:lnTo>
                <a:lnTo>
                  <a:pt x="345071" y="99961"/>
                </a:lnTo>
                <a:lnTo>
                  <a:pt x="345071" y="52933"/>
                </a:lnTo>
                <a:lnTo>
                  <a:pt x="345071" y="32397"/>
                </a:lnTo>
                <a:lnTo>
                  <a:pt x="350926" y="26466"/>
                </a:lnTo>
                <a:lnTo>
                  <a:pt x="365633" y="26466"/>
                </a:lnTo>
                <a:lnTo>
                  <a:pt x="371563" y="32397"/>
                </a:lnTo>
                <a:lnTo>
                  <a:pt x="371563" y="2692"/>
                </a:lnTo>
                <a:lnTo>
                  <a:pt x="330200" y="11633"/>
                </a:lnTo>
                <a:lnTo>
                  <a:pt x="318592" y="39738"/>
                </a:lnTo>
                <a:lnTo>
                  <a:pt x="318592" y="52933"/>
                </a:lnTo>
                <a:lnTo>
                  <a:pt x="265658" y="52933"/>
                </a:lnTo>
                <a:lnTo>
                  <a:pt x="265658" y="39738"/>
                </a:lnTo>
                <a:lnTo>
                  <a:pt x="262978" y="26466"/>
                </a:lnTo>
                <a:lnTo>
                  <a:pt x="262534" y="24269"/>
                </a:lnTo>
                <a:lnTo>
                  <a:pt x="254012" y="11633"/>
                </a:lnTo>
                <a:lnTo>
                  <a:pt x="241388" y="3124"/>
                </a:lnTo>
                <a:lnTo>
                  <a:pt x="239191" y="2692"/>
                </a:lnTo>
                <a:lnTo>
                  <a:pt x="239191" y="32397"/>
                </a:lnTo>
                <a:lnTo>
                  <a:pt x="239191" y="99961"/>
                </a:lnTo>
                <a:lnTo>
                  <a:pt x="233260" y="105905"/>
                </a:lnTo>
                <a:lnTo>
                  <a:pt x="218554" y="105905"/>
                </a:lnTo>
                <a:lnTo>
                  <a:pt x="212699" y="99961"/>
                </a:lnTo>
                <a:lnTo>
                  <a:pt x="212699" y="52933"/>
                </a:lnTo>
                <a:lnTo>
                  <a:pt x="212699" y="32397"/>
                </a:lnTo>
                <a:lnTo>
                  <a:pt x="218554" y="26466"/>
                </a:lnTo>
                <a:lnTo>
                  <a:pt x="233260" y="26466"/>
                </a:lnTo>
                <a:lnTo>
                  <a:pt x="239191" y="32397"/>
                </a:lnTo>
                <a:lnTo>
                  <a:pt x="239191" y="2692"/>
                </a:lnTo>
                <a:lnTo>
                  <a:pt x="197827" y="11633"/>
                </a:lnTo>
                <a:lnTo>
                  <a:pt x="186220" y="39738"/>
                </a:lnTo>
                <a:lnTo>
                  <a:pt x="186220" y="52933"/>
                </a:lnTo>
                <a:lnTo>
                  <a:pt x="133286" y="52933"/>
                </a:lnTo>
                <a:lnTo>
                  <a:pt x="133286" y="39738"/>
                </a:lnTo>
                <a:lnTo>
                  <a:pt x="130606" y="26466"/>
                </a:lnTo>
                <a:lnTo>
                  <a:pt x="130162" y="24269"/>
                </a:lnTo>
                <a:lnTo>
                  <a:pt x="121640" y="11633"/>
                </a:lnTo>
                <a:lnTo>
                  <a:pt x="109004" y="3124"/>
                </a:lnTo>
                <a:lnTo>
                  <a:pt x="106807" y="2692"/>
                </a:lnTo>
                <a:lnTo>
                  <a:pt x="106807" y="32397"/>
                </a:lnTo>
                <a:lnTo>
                  <a:pt x="106807" y="99961"/>
                </a:lnTo>
                <a:lnTo>
                  <a:pt x="100876" y="105905"/>
                </a:lnTo>
                <a:lnTo>
                  <a:pt x="86182" y="105905"/>
                </a:lnTo>
                <a:lnTo>
                  <a:pt x="80314" y="99961"/>
                </a:lnTo>
                <a:lnTo>
                  <a:pt x="80314" y="32397"/>
                </a:lnTo>
                <a:lnTo>
                  <a:pt x="86182" y="26466"/>
                </a:lnTo>
                <a:lnTo>
                  <a:pt x="100876" y="26466"/>
                </a:lnTo>
                <a:lnTo>
                  <a:pt x="106807" y="32397"/>
                </a:lnTo>
                <a:lnTo>
                  <a:pt x="106807" y="2692"/>
                </a:lnTo>
                <a:lnTo>
                  <a:pt x="65455" y="11633"/>
                </a:lnTo>
                <a:lnTo>
                  <a:pt x="53848" y="39738"/>
                </a:lnTo>
                <a:lnTo>
                  <a:pt x="53848" y="52933"/>
                </a:lnTo>
                <a:lnTo>
                  <a:pt x="39738" y="52933"/>
                </a:lnTo>
                <a:lnTo>
                  <a:pt x="24257" y="56057"/>
                </a:lnTo>
                <a:lnTo>
                  <a:pt x="11633" y="64579"/>
                </a:lnTo>
                <a:lnTo>
                  <a:pt x="3111" y="77216"/>
                </a:lnTo>
                <a:lnTo>
                  <a:pt x="0" y="92697"/>
                </a:lnTo>
                <a:lnTo>
                  <a:pt x="0" y="159753"/>
                </a:lnTo>
                <a:lnTo>
                  <a:pt x="451840" y="159753"/>
                </a:lnTo>
                <a:lnTo>
                  <a:pt x="451840" y="105905"/>
                </a:lnTo>
                <a:lnTo>
                  <a:pt x="451840" y="92697"/>
                </a:lnTo>
                <a:close/>
              </a:path>
            </a:pathLst>
          </a:custGeom>
          <a:solidFill>
            <a:srgbClr val="500094"/>
          </a:solidFill>
        </p:spPr>
        <p:txBody>
          <a:bodyPr wrap="square" lIns="0" tIns="0" rIns="0" bIns="0" rtlCol="0"/>
          <a:lstStyle/>
          <a:p>
            <a:endParaRPr/>
          </a:p>
        </p:txBody>
      </p:sp>
      <p:grpSp>
        <p:nvGrpSpPr>
          <p:cNvPr id="25" name="object 25"/>
          <p:cNvGrpSpPr/>
          <p:nvPr/>
        </p:nvGrpSpPr>
        <p:grpSpPr>
          <a:xfrm>
            <a:off x="6104246" y="2757449"/>
            <a:ext cx="452120" cy="452120"/>
            <a:chOff x="6104246" y="2757449"/>
            <a:chExt cx="452120" cy="452120"/>
          </a:xfrm>
        </p:grpSpPr>
        <p:pic>
          <p:nvPicPr>
            <p:cNvPr id="26" name="object 26"/>
            <p:cNvPicPr/>
            <p:nvPr/>
          </p:nvPicPr>
          <p:blipFill>
            <a:blip r:embed="rId8" cstate="print"/>
            <a:stretch>
              <a:fillRect/>
            </a:stretch>
          </p:blipFill>
          <p:spPr>
            <a:xfrm>
              <a:off x="6210994" y="2864267"/>
              <a:ext cx="238277" cy="238277"/>
            </a:xfrm>
            <a:prstGeom prst="rect">
              <a:avLst/>
            </a:prstGeom>
          </p:spPr>
        </p:pic>
        <p:sp>
          <p:nvSpPr>
            <p:cNvPr id="27" name="object 27"/>
            <p:cNvSpPr/>
            <p:nvPr/>
          </p:nvSpPr>
          <p:spPr>
            <a:xfrm>
              <a:off x="6104246" y="2757449"/>
              <a:ext cx="452120" cy="452120"/>
            </a:xfrm>
            <a:custGeom>
              <a:avLst/>
              <a:gdLst/>
              <a:ahLst/>
              <a:cxnLst/>
              <a:rect l="l" t="t" r="r" b="b"/>
              <a:pathLst>
                <a:path w="452120" h="452119">
                  <a:moveTo>
                    <a:pt x="445911" y="80324"/>
                  </a:moveTo>
                  <a:lnTo>
                    <a:pt x="5861" y="80324"/>
                  </a:lnTo>
                  <a:lnTo>
                    <a:pt x="0" y="74416"/>
                  </a:lnTo>
                  <a:lnTo>
                    <a:pt x="0" y="5931"/>
                  </a:lnTo>
                  <a:lnTo>
                    <a:pt x="5861" y="0"/>
                  </a:lnTo>
                  <a:lnTo>
                    <a:pt x="74345" y="0"/>
                  </a:lnTo>
                  <a:lnTo>
                    <a:pt x="80277" y="5931"/>
                  </a:lnTo>
                  <a:lnTo>
                    <a:pt x="80277" y="20538"/>
                  </a:lnTo>
                  <a:lnTo>
                    <a:pt x="86209" y="26470"/>
                  </a:lnTo>
                  <a:lnTo>
                    <a:pt x="451842" y="26470"/>
                  </a:lnTo>
                  <a:lnTo>
                    <a:pt x="451842" y="74416"/>
                  </a:lnTo>
                  <a:lnTo>
                    <a:pt x="445911" y="80324"/>
                  </a:lnTo>
                  <a:close/>
                </a:path>
                <a:path w="452120" h="452119">
                  <a:moveTo>
                    <a:pt x="218582" y="26470"/>
                  </a:moveTo>
                  <a:lnTo>
                    <a:pt x="100816" y="26470"/>
                  </a:lnTo>
                  <a:lnTo>
                    <a:pt x="106747" y="20538"/>
                  </a:lnTo>
                  <a:lnTo>
                    <a:pt x="106747" y="5931"/>
                  </a:lnTo>
                  <a:lnTo>
                    <a:pt x="112679" y="0"/>
                  </a:lnTo>
                  <a:lnTo>
                    <a:pt x="206719" y="0"/>
                  </a:lnTo>
                  <a:lnTo>
                    <a:pt x="212651" y="5931"/>
                  </a:lnTo>
                  <a:lnTo>
                    <a:pt x="212651" y="20538"/>
                  </a:lnTo>
                  <a:lnTo>
                    <a:pt x="218582" y="26470"/>
                  </a:lnTo>
                  <a:close/>
                </a:path>
                <a:path w="452120" h="452119">
                  <a:moveTo>
                    <a:pt x="350956" y="26470"/>
                  </a:moveTo>
                  <a:lnTo>
                    <a:pt x="233212" y="26470"/>
                  </a:lnTo>
                  <a:lnTo>
                    <a:pt x="239144" y="20538"/>
                  </a:lnTo>
                  <a:lnTo>
                    <a:pt x="239144" y="5931"/>
                  </a:lnTo>
                  <a:lnTo>
                    <a:pt x="245052" y="0"/>
                  </a:lnTo>
                  <a:lnTo>
                    <a:pt x="339092" y="0"/>
                  </a:lnTo>
                  <a:lnTo>
                    <a:pt x="345024" y="5931"/>
                  </a:lnTo>
                  <a:lnTo>
                    <a:pt x="345024" y="20538"/>
                  </a:lnTo>
                  <a:lnTo>
                    <a:pt x="350956" y="26470"/>
                  </a:lnTo>
                  <a:close/>
                </a:path>
                <a:path w="452120" h="452119">
                  <a:moveTo>
                    <a:pt x="451842" y="26470"/>
                  </a:moveTo>
                  <a:lnTo>
                    <a:pt x="365586" y="26470"/>
                  </a:lnTo>
                  <a:lnTo>
                    <a:pt x="371518" y="20538"/>
                  </a:lnTo>
                  <a:lnTo>
                    <a:pt x="371518" y="5931"/>
                  </a:lnTo>
                  <a:lnTo>
                    <a:pt x="377449" y="0"/>
                  </a:lnTo>
                  <a:lnTo>
                    <a:pt x="445911" y="0"/>
                  </a:lnTo>
                  <a:lnTo>
                    <a:pt x="451842" y="5931"/>
                  </a:lnTo>
                  <a:lnTo>
                    <a:pt x="451842" y="26470"/>
                  </a:lnTo>
                  <a:close/>
                </a:path>
                <a:path w="452120" h="452119">
                  <a:moveTo>
                    <a:pt x="86209" y="371565"/>
                  </a:moveTo>
                  <a:lnTo>
                    <a:pt x="20561" y="371565"/>
                  </a:lnTo>
                  <a:lnTo>
                    <a:pt x="26423" y="365633"/>
                  </a:lnTo>
                  <a:lnTo>
                    <a:pt x="26423" y="350956"/>
                  </a:lnTo>
                  <a:lnTo>
                    <a:pt x="20561" y="345095"/>
                  </a:lnTo>
                  <a:lnTo>
                    <a:pt x="5861" y="345095"/>
                  </a:lnTo>
                  <a:lnTo>
                    <a:pt x="0" y="339163"/>
                  </a:lnTo>
                  <a:lnTo>
                    <a:pt x="0" y="245052"/>
                  </a:lnTo>
                  <a:lnTo>
                    <a:pt x="5861" y="239191"/>
                  </a:lnTo>
                  <a:lnTo>
                    <a:pt x="20561" y="239191"/>
                  </a:lnTo>
                  <a:lnTo>
                    <a:pt x="26423" y="233259"/>
                  </a:lnTo>
                  <a:lnTo>
                    <a:pt x="26423" y="218582"/>
                  </a:lnTo>
                  <a:lnTo>
                    <a:pt x="20561" y="212721"/>
                  </a:lnTo>
                  <a:lnTo>
                    <a:pt x="5861" y="212721"/>
                  </a:lnTo>
                  <a:lnTo>
                    <a:pt x="0" y="206789"/>
                  </a:lnTo>
                  <a:lnTo>
                    <a:pt x="0" y="112679"/>
                  </a:lnTo>
                  <a:lnTo>
                    <a:pt x="5861" y="106817"/>
                  </a:lnTo>
                  <a:lnTo>
                    <a:pt x="20561" y="106817"/>
                  </a:lnTo>
                  <a:lnTo>
                    <a:pt x="26423" y="100886"/>
                  </a:lnTo>
                  <a:lnTo>
                    <a:pt x="26423" y="86185"/>
                  </a:lnTo>
                  <a:lnTo>
                    <a:pt x="20561" y="80324"/>
                  </a:lnTo>
                  <a:lnTo>
                    <a:pt x="86209" y="80324"/>
                  </a:lnTo>
                  <a:lnTo>
                    <a:pt x="80277" y="86185"/>
                  </a:lnTo>
                  <a:lnTo>
                    <a:pt x="80277" y="365633"/>
                  </a:lnTo>
                  <a:lnTo>
                    <a:pt x="86209" y="371565"/>
                  </a:lnTo>
                  <a:close/>
                </a:path>
                <a:path w="452120" h="452119">
                  <a:moveTo>
                    <a:pt x="431234" y="371565"/>
                  </a:moveTo>
                  <a:lnTo>
                    <a:pt x="365586" y="371565"/>
                  </a:lnTo>
                  <a:lnTo>
                    <a:pt x="371518" y="365633"/>
                  </a:lnTo>
                  <a:lnTo>
                    <a:pt x="371518" y="86185"/>
                  </a:lnTo>
                  <a:lnTo>
                    <a:pt x="365586" y="80324"/>
                  </a:lnTo>
                  <a:lnTo>
                    <a:pt x="431234" y="80324"/>
                  </a:lnTo>
                  <a:lnTo>
                    <a:pt x="425372" y="86185"/>
                  </a:lnTo>
                  <a:lnTo>
                    <a:pt x="425372" y="100886"/>
                  </a:lnTo>
                  <a:lnTo>
                    <a:pt x="431234" y="106817"/>
                  </a:lnTo>
                  <a:lnTo>
                    <a:pt x="445911" y="106817"/>
                  </a:lnTo>
                  <a:lnTo>
                    <a:pt x="451842" y="112679"/>
                  </a:lnTo>
                  <a:lnTo>
                    <a:pt x="451842" y="206789"/>
                  </a:lnTo>
                  <a:lnTo>
                    <a:pt x="445911" y="212721"/>
                  </a:lnTo>
                  <a:lnTo>
                    <a:pt x="431234" y="212721"/>
                  </a:lnTo>
                  <a:lnTo>
                    <a:pt x="425372" y="218582"/>
                  </a:lnTo>
                  <a:lnTo>
                    <a:pt x="425372" y="233259"/>
                  </a:lnTo>
                  <a:lnTo>
                    <a:pt x="431234" y="239191"/>
                  </a:lnTo>
                  <a:lnTo>
                    <a:pt x="445911" y="239191"/>
                  </a:lnTo>
                  <a:lnTo>
                    <a:pt x="451842" y="245052"/>
                  </a:lnTo>
                  <a:lnTo>
                    <a:pt x="451842" y="339163"/>
                  </a:lnTo>
                  <a:lnTo>
                    <a:pt x="445911" y="345095"/>
                  </a:lnTo>
                  <a:lnTo>
                    <a:pt x="431234" y="345095"/>
                  </a:lnTo>
                  <a:lnTo>
                    <a:pt x="425372" y="350956"/>
                  </a:lnTo>
                  <a:lnTo>
                    <a:pt x="425372" y="365633"/>
                  </a:lnTo>
                  <a:lnTo>
                    <a:pt x="431234" y="371565"/>
                  </a:lnTo>
                  <a:close/>
                </a:path>
                <a:path w="452120" h="452119">
                  <a:moveTo>
                    <a:pt x="74345" y="451842"/>
                  </a:moveTo>
                  <a:lnTo>
                    <a:pt x="5861" y="451842"/>
                  </a:lnTo>
                  <a:lnTo>
                    <a:pt x="0" y="445910"/>
                  </a:lnTo>
                  <a:lnTo>
                    <a:pt x="0" y="377426"/>
                  </a:lnTo>
                  <a:lnTo>
                    <a:pt x="5861" y="371565"/>
                  </a:lnTo>
                  <a:lnTo>
                    <a:pt x="445911" y="371565"/>
                  </a:lnTo>
                  <a:lnTo>
                    <a:pt x="451842" y="377426"/>
                  </a:lnTo>
                  <a:lnTo>
                    <a:pt x="451842" y="425349"/>
                  </a:lnTo>
                  <a:lnTo>
                    <a:pt x="86209" y="425349"/>
                  </a:lnTo>
                  <a:lnTo>
                    <a:pt x="80277" y="431280"/>
                  </a:lnTo>
                  <a:lnTo>
                    <a:pt x="80277" y="445910"/>
                  </a:lnTo>
                  <a:lnTo>
                    <a:pt x="74345" y="451842"/>
                  </a:lnTo>
                  <a:close/>
                </a:path>
                <a:path w="452120" h="452119">
                  <a:moveTo>
                    <a:pt x="206719" y="451842"/>
                  </a:moveTo>
                  <a:lnTo>
                    <a:pt x="112679" y="451842"/>
                  </a:lnTo>
                  <a:lnTo>
                    <a:pt x="106747" y="445910"/>
                  </a:lnTo>
                  <a:lnTo>
                    <a:pt x="106747" y="431280"/>
                  </a:lnTo>
                  <a:lnTo>
                    <a:pt x="100816" y="425349"/>
                  </a:lnTo>
                  <a:lnTo>
                    <a:pt x="218582" y="425349"/>
                  </a:lnTo>
                  <a:lnTo>
                    <a:pt x="212651" y="431280"/>
                  </a:lnTo>
                  <a:lnTo>
                    <a:pt x="212651" y="445910"/>
                  </a:lnTo>
                  <a:lnTo>
                    <a:pt x="206719" y="451842"/>
                  </a:lnTo>
                  <a:close/>
                </a:path>
                <a:path w="452120" h="452119">
                  <a:moveTo>
                    <a:pt x="339092" y="451842"/>
                  </a:moveTo>
                  <a:lnTo>
                    <a:pt x="245052" y="451842"/>
                  </a:lnTo>
                  <a:lnTo>
                    <a:pt x="239144" y="445910"/>
                  </a:lnTo>
                  <a:lnTo>
                    <a:pt x="239144" y="431280"/>
                  </a:lnTo>
                  <a:lnTo>
                    <a:pt x="233212" y="425349"/>
                  </a:lnTo>
                  <a:lnTo>
                    <a:pt x="350956" y="425349"/>
                  </a:lnTo>
                  <a:lnTo>
                    <a:pt x="345024" y="431280"/>
                  </a:lnTo>
                  <a:lnTo>
                    <a:pt x="345024" y="445910"/>
                  </a:lnTo>
                  <a:lnTo>
                    <a:pt x="339092" y="451842"/>
                  </a:lnTo>
                  <a:close/>
                </a:path>
                <a:path w="452120" h="452119">
                  <a:moveTo>
                    <a:pt x="445911" y="451842"/>
                  </a:moveTo>
                  <a:lnTo>
                    <a:pt x="377449" y="451842"/>
                  </a:lnTo>
                  <a:lnTo>
                    <a:pt x="371518" y="445910"/>
                  </a:lnTo>
                  <a:lnTo>
                    <a:pt x="371518" y="431280"/>
                  </a:lnTo>
                  <a:lnTo>
                    <a:pt x="365586" y="425349"/>
                  </a:lnTo>
                  <a:lnTo>
                    <a:pt x="451842" y="425349"/>
                  </a:lnTo>
                  <a:lnTo>
                    <a:pt x="451842" y="445910"/>
                  </a:lnTo>
                  <a:lnTo>
                    <a:pt x="445911" y="451842"/>
                  </a:lnTo>
                  <a:close/>
                </a:path>
              </a:pathLst>
            </a:custGeom>
            <a:solidFill>
              <a:srgbClr val="500094"/>
            </a:solidFill>
          </p:spPr>
          <p:txBody>
            <a:bodyPr wrap="square" lIns="0" tIns="0" rIns="0" bIns="0" rtlCol="0"/>
            <a:lstStyle/>
            <a:p>
              <a:endParaRPr/>
            </a:p>
          </p:txBody>
        </p:sp>
      </p:grpSp>
      <p:sp>
        <p:nvSpPr>
          <p:cNvPr id="28" name="object 28"/>
          <p:cNvSpPr/>
          <p:nvPr/>
        </p:nvSpPr>
        <p:spPr>
          <a:xfrm>
            <a:off x="1093914" y="3349777"/>
            <a:ext cx="453390" cy="397510"/>
          </a:xfrm>
          <a:custGeom>
            <a:avLst/>
            <a:gdLst/>
            <a:ahLst/>
            <a:cxnLst/>
            <a:rect l="l" t="t" r="r" b="b"/>
            <a:pathLst>
              <a:path w="453390" h="397510">
                <a:moveTo>
                  <a:pt x="371500" y="39674"/>
                </a:moveTo>
                <a:lnTo>
                  <a:pt x="368833" y="26479"/>
                </a:lnTo>
                <a:lnTo>
                  <a:pt x="368376" y="24206"/>
                </a:lnTo>
                <a:lnTo>
                  <a:pt x="359879" y="11595"/>
                </a:lnTo>
                <a:lnTo>
                  <a:pt x="347268" y="3111"/>
                </a:lnTo>
                <a:lnTo>
                  <a:pt x="345033" y="2667"/>
                </a:lnTo>
                <a:lnTo>
                  <a:pt x="345033" y="32334"/>
                </a:lnTo>
                <a:lnTo>
                  <a:pt x="345033" y="311759"/>
                </a:lnTo>
                <a:lnTo>
                  <a:pt x="339102" y="317690"/>
                </a:lnTo>
                <a:lnTo>
                  <a:pt x="318566" y="317690"/>
                </a:lnTo>
                <a:lnTo>
                  <a:pt x="318566" y="264756"/>
                </a:lnTo>
                <a:lnTo>
                  <a:pt x="318566" y="238277"/>
                </a:lnTo>
                <a:lnTo>
                  <a:pt x="318566" y="105905"/>
                </a:lnTo>
                <a:lnTo>
                  <a:pt x="318566" y="26479"/>
                </a:lnTo>
                <a:lnTo>
                  <a:pt x="339102" y="26479"/>
                </a:lnTo>
                <a:lnTo>
                  <a:pt x="345033" y="32334"/>
                </a:lnTo>
                <a:lnTo>
                  <a:pt x="345033" y="2667"/>
                </a:lnTo>
                <a:lnTo>
                  <a:pt x="331825" y="0"/>
                </a:lnTo>
                <a:lnTo>
                  <a:pt x="305079" y="0"/>
                </a:lnTo>
                <a:lnTo>
                  <a:pt x="304939" y="76"/>
                </a:lnTo>
                <a:lnTo>
                  <a:pt x="303885" y="76"/>
                </a:lnTo>
                <a:lnTo>
                  <a:pt x="299516" y="1485"/>
                </a:lnTo>
                <a:lnTo>
                  <a:pt x="283921" y="10452"/>
                </a:lnTo>
                <a:lnTo>
                  <a:pt x="169303" y="79336"/>
                </a:lnTo>
                <a:lnTo>
                  <a:pt x="159715" y="79336"/>
                </a:lnTo>
                <a:lnTo>
                  <a:pt x="159715" y="105905"/>
                </a:lnTo>
                <a:lnTo>
                  <a:pt x="159715" y="238277"/>
                </a:lnTo>
                <a:lnTo>
                  <a:pt x="133223" y="238277"/>
                </a:lnTo>
                <a:lnTo>
                  <a:pt x="133223" y="105905"/>
                </a:lnTo>
                <a:lnTo>
                  <a:pt x="159715" y="105905"/>
                </a:lnTo>
                <a:lnTo>
                  <a:pt x="159715" y="79336"/>
                </a:lnTo>
                <a:lnTo>
                  <a:pt x="93548" y="79336"/>
                </a:lnTo>
                <a:lnTo>
                  <a:pt x="57378" y="86664"/>
                </a:lnTo>
                <a:lnTo>
                  <a:pt x="27609" y="106553"/>
                </a:lnTo>
                <a:lnTo>
                  <a:pt x="7429" y="136004"/>
                </a:lnTo>
                <a:lnTo>
                  <a:pt x="0" y="172046"/>
                </a:lnTo>
                <a:lnTo>
                  <a:pt x="6261" y="205028"/>
                </a:lnTo>
                <a:lnTo>
                  <a:pt x="23355" y="232740"/>
                </a:lnTo>
                <a:lnTo>
                  <a:pt x="48856" y="252933"/>
                </a:lnTo>
                <a:lnTo>
                  <a:pt x="80289" y="263410"/>
                </a:lnTo>
                <a:lnTo>
                  <a:pt x="80289" y="357378"/>
                </a:lnTo>
                <a:lnTo>
                  <a:pt x="83400" y="372846"/>
                </a:lnTo>
                <a:lnTo>
                  <a:pt x="91922" y="385445"/>
                </a:lnTo>
                <a:lnTo>
                  <a:pt x="104559" y="393941"/>
                </a:lnTo>
                <a:lnTo>
                  <a:pt x="120027" y="397052"/>
                </a:lnTo>
                <a:lnTo>
                  <a:pt x="135458" y="393941"/>
                </a:lnTo>
                <a:lnTo>
                  <a:pt x="148082" y="385445"/>
                </a:lnTo>
                <a:lnTo>
                  <a:pt x="156591" y="372846"/>
                </a:lnTo>
                <a:lnTo>
                  <a:pt x="159715" y="357378"/>
                </a:lnTo>
                <a:lnTo>
                  <a:pt x="159715" y="264756"/>
                </a:lnTo>
                <a:lnTo>
                  <a:pt x="169303" y="264756"/>
                </a:lnTo>
                <a:lnTo>
                  <a:pt x="283425" y="333311"/>
                </a:lnTo>
                <a:lnTo>
                  <a:pt x="299631" y="342582"/>
                </a:lnTo>
                <a:lnTo>
                  <a:pt x="304419" y="344182"/>
                </a:lnTo>
                <a:lnTo>
                  <a:pt x="331825" y="344182"/>
                </a:lnTo>
                <a:lnTo>
                  <a:pt x="368376" y="319887"/>
                </a:lnTo>
                <a:lnTo>
                  <a:pt x="371500" y="304419"/>
                </a:lnTo>
                <a:lnTo>
                  <a:pt x="371500" y="39674"/>
                </a:lnTo>
                <a:close/>
              </a:path>
              <a:path w="453390" h="397510">
                <a:moveTo>
                  <a:pt x="451777" y="164706"/>
                </a:moveTo>
                <a:lnTo>
                  <a:pt x="445922" y="158851"/>
                </a:lnTo>
                <a:lnTo>
                  <a:pt x="412102" y="158851"/>
                </a:lnTo>
                <a:lnTo>
                  <a:pt x="404774" y="158851"/>
                </a:lnTo>
                <a:lnTo>
                  <a:pt x="398907" y="164706"/>
                </a:lnTo>
                <a:lnTo>
                  <a:pt x="398907" y="179387"/>
                </a:lnTo>
                <a:lnTo>
                  <a:pt x="404774" y="185318"/>
                </a:lnTo>
                <a:lnTo>
                  <a:pt x="445922" y="185318"/>
                </a:lnTo>
                <a:lnTo>
                  <a:pt x="451777" y="179387"/>
                </a:lnTo>
                <a:lnTo>
                  <a:pt x="451777" y="164706"/>
                </a:lnTo>
                <a:close/>
              </a:path>
              <a:path w="453390" h="397510">
                <a:moveTo>
                  <a:pt x="453110" y="247307"/>
                </a:moveTo>
                <a:lnTo>
                  <a:pt x="447979" y="242074"/>
                </a:lnTo>
                <a:lnTo>
                  <a:pt x="421487" y="215607"/>
                </a:lnTo>
                <a:lnTo>
                  <a:pt x="418884" y="213029"/>
                </a:lnTo>
                <a:lnTo>
                  <a:pt x="415480" y="211734"/>
                </a:lnTo>
                <a:lnTo>
                  <a:pt x="412102" y="211734"/>
                </a:lnTo>
                <a:lnTo>
                  <a:pt x="408711" y="211734"/>
                </a:lnTo>
                <a:lnTo>
                  <a:pt x="405333" y="213029"/>
                </a:lnTo>
                <a:lnTo>
                  <a:pt x="402704" y="215607"/>
                </a:lnTo>
                <a:lnTo>
                  <a:pt x="397548" y="220840"/>
                </a:lnTo>
                <a:lnTo>
                  <a:pt x="397548" y="229158"/>
                </a:lnTo>
                <a:lnTo>
                  <a:pt x="402704" y="234391"/>
                </a:lnTo>
                <a:lnTo>
                  <a:pt x="429196" y="260858"/>
                </a:lnTo>
                <a:lnTo>
                  <a:pt x="431800" y="263436"/>
                </a:lnTo>
                <a:lnTo>
                  <a:pt x="435178" y="264731"/>
                </a:lnTo>
                <a:lnTo>
                  <a:pt x="441972" y="264731"/>
                </a:lnTo>
                <a:lnTo>
                  <a:pt x="445350" y="263436"/>
                </a:lnTo>
                <a:lnTo>
                  <a:pt x="447979" y="260858"/>
                </a:lnTo>
                <a:lnTo>
                  <a:pt x="453110" y="255625"/>
                </a:lnTo>
                <a:lnTo>
                  <a:pt x="453110" y="247307"/>
                </a:lnTo>
                <a:close/>
              </a:path>
              <a:path w="453390" h="397510">
                <a:moveTo>
                  <a:pt x="453110" y="88468"/>
                </a:moveTo>
                <a:lnTo>
                  <a:pt x="447979" y="83235"/>
                </a:lnTo>
                <a:lnTo>
                  <a:pt x="445350" y="80657"/>
                </a:lnTo>
                <a:lnTo>
                  <a:pt x="441972" y="79362"/>
                </a:lnTo>
                <a:lnTo>
                  <a:pt x="438581" y="79362"/>
                </a:lnTo>
                <a:lnTo>
                  <a:pt x="435178" y="79362"/>
                </a:lnTo>
                <a:lnTo>
                  <a:pt x="431800" y="80657"/>
                </a:lnTo>
                <a:lnTo>
                  <a:pt x="429196" y="83235"/>
                </a:lnTo>
                <a:lnTo>
                  <a:pt x="402704" y="109702"/>
                </a:lnTo>
                <a:lnTo>
                  <a:pt x="397548" y="114935"/>
                </a:lnTo>
                <a:lnTo>
                  <a:pt x="397548" y="123253"/>
                </a:lnTo>
                <a:lnTo>
                  <a:pt x="402704" y="128485"/>
                </a:lnTo>
                <a:lnTo>
                  <a:pt x="405333" y="131064"/>
                </a:lnTo>
                <a:lnTo>
                  <a:pt x="408711" y="132359"/>
                </a:lnTo>
                <a:lnTo>
                  <a:pt x="415480" y="132359"/>
                </a:lnTo>
                <a:lnTo>
                  <a:pt x="418884" y="131064"/>
                </a:lnTo>
                <a:lnTo>
                  <a:pt x="421487" y="128485"/>
                </a:lnTo>
                <a:lnTo>
                  <a:pt x="447979" y="102019"/>
                </a:lnTo>
                <a:lnTo>
                  <a:pt x="453110" y="96786"/>
                </a:lnTo>
                <a:lnTo>
                  <a:pt x="453110" y="88468"/>
                </a:lnTo>
                <a:close/>
              </a:path>
            </a:pathLst>
          </a:custGeom>
          <a:solidFill>
            <a:srgbClr val="500094"/>
          </a:solidFill>
        </p:spPr>
        <p:txBody>
          <a:bodyPr wrap="square" lIns="0" tIns="0" rIns="0" bIns="0" rtlCol="0"/>
          <a:lstStyle/>
          <a:p>
            <a:endParaRPr/>
          </a:p>
        </p:txBody>
      </p:sp>
      <p:sp>
        <p:nvSpPr>
          <p:cNvPr id="29" name="object 29"/>
          <p:cNvSpPr/>
          <p:nvPr/>
        </p:nvSpPr>
        <p:spPr>
          <a:xfrm>
            <a:off x="1678415" y="3322319"/>
            <a:ext cx="396875" cy="452120"/>
          </a:xfrm>
          <a:custGeom>
            <a:avLst/>
            <a:gdLst/>
            <a:ahLst/>
            <a:cxnLst/>
            <a:rect l="l" t="t" r="r" b="b"/>
            <a:pathLst>
              <a:path w="396875" h="452120">
                <a:moveTo>
                  <a:pt x="357450" y="318624"/>
                </a:moveTo>
                <a:lnTo>
                  <a:pt x="39740" y="318624"/>
                </a:lnTo>
                <a:lnTo>
                  <a:pt x="24272" y="315471"/>
                </a:lnTo>
                <a:lnTo>
                  <a:pt x="11640" y="306957"/>
                </a:lnTo>
                <a:lnTo>
                  <a:pt x="3123" y="294342"/>
                </a:lnTo>
                <a:lnTo>
                  <a:pt x="0" y="278884"/>
                </a:lnTo>
                <a:lnTo>
                  <a:pt x="1943" y="266752"/>
                </a:lnTo>
                <a:lnTo>
                  <a:pt x="7335" y="256034"/>
                </a:lnTo>
                <a:lnTo>
                  <a:pt x="15677" y="247421"/>
                </a:lnTo>
                <a:lnTo>
                  <a:pt x="26470" y="241606"/>
                </a:lnTo>
                <a:lnTo>
                  <a:pt x="26470" y="77041"/>
                </a:lnTo>
                <a:lnTo>
                  <a:pt x="14281" y="70117"/>
                </a:lnTo>
                <a:lnTo>
                  <a:pt x="5471" y="59718"/>
                </a:lnTo>
                <a:lnTo>
                  <a:pt x="683" y="46950"/>
                </a:lnTo>
                <a:lnTo>
                  <a:pt x="562" y="32917"/>
                </a:lnTo>
                <a:lnTo>
                  <a:pt x="5317" y="19752"/>
                </a:lnTo>
                <a:lnTo>
                  <a:pt x="14067" y="9328"/>
                </a:lnTo>
                <a:lnTo>
                  <a:pt x="25824" y="2469"/>
                </a:lnTo>
                <a:lnTo>
                  <a:pt x="39599" y="0"/>
                </a:lnTo>
                <a:lnTo>
                  <a:pt x="357591" y="0"/>
                </a:lnTo>
                <a:lnTo>
                  <a:pt x="371335" y="2469"/>
                </a:lnTo>
                <a:lnTo>
                  <a:pt x="383071" y="9328"/>
                </a:lnTo>
                <a:lnTo>
                  <a:pt x="391808" y="19752"/>
                </a:lnTo>
                <a:lnTo>
                  <a:pt x="394240" y="26493"/>
                </a:lnTo>
                <a:lnTo>
                  <a:pt x="32401" y="26493"/>
                </a:lnTo>
                <a:lnTo>
                  <a:pt x="26470" y="32401"/>
                </a:lnTo>
                <a:lnTo>
                  <a:pt x="26470" y="47031"/>
                </a:lnTo>
                <a:lnTo>
                  <a:pt x="32401" y="52963"/>
                </a:lnTo>
                <a:lnTo>
                  <a:pt x="394191" y="52963"/>
                </a:lnTo>
                <a:lnTo>
                  <a:pt x="391657" y="59718"/>
                </a:lnTo>
                <a:lnTo>
                  <a:pt x="382842" y="70117"/>
                </a:lnTo>
                <a:lnTo>
                  <a:pt x="370650" y="77041"/>
                </a:lnTo>
                <a:lnTo>
                  <a:pt x="370650" y="241606"/>
                </a:lnTo>
                <a:lnTo>
                  <a:pt x="382842" y="248529"/>
                </a:lnTo>
                <a:lnTo>
                  <a:pt x="391657" y="258920"/>
                </a:lnTo>
                <a:lnTo>
                  <a:pt x="394198" y="265684"/>
                </a:lnTo>
                <a:lnTo>
                  <a:pt x="32401" y="265684"/>
                </a:lnTo>
                <a:lnTo>
                  <a:pt x="26470" y="271546"/>
                </a:lnTo>
                <a:lnTo>
                  <a:pt x="26470" y="286223"/>
                </a:lnTo>
                <a:lnTo>
                  <a:pt x="32401" y="292154"/>
                </a:lnTo>
                <a:lnTo>
                  <a:pt x="394212" y="292154"/>
                </a:lnTo>
                <a:lnTo>
                  <a:pt x="391792" y="298852"/>
                </a:lnTo>
                <a:lnTo>
                  <a:pt x="383018" y="309290"/>
                </a:lnTo>
                <a:lnTo>
                  <a:pt x="371236" y="316154"/>
                </a:lnTo>
                <a:lnTo>
                  <a:pt x="357450" y="318624"/>
                </a:lnTo>
                <a:close/>
              </a:path>
              <a:path w="396875" h="452120">
                <a:moveTo>
                  <a:pt x="394191" y="52963"/>
                </a:moveTo>
                <a:lnTo>
                  <a:pt x="364719" y="52963"/>
                </a:lnTo>
                <a:lnTo>
                  <a:pt x="370650" y="47031"/>
                </a:lnTo>
                <a:lnTo>
                  <a:pt x="370650" y="32401"/>
                </a:lnTo>
                <a:lnTo>
                  <a:pt x="364719" y="26493"/>
                </a:lnTo>
                <a:lnTo>
                  <a:pt x="394240" y="26493"/>
                </a:lnTo>
                <a:lnTo>
                  <a:pt x="396558" y="32917"/>
                </a:lnTo>
                <a:lnTo>
                  <a:pt x="396446" y="46950"/>
                </a:lnTo>
                <a:lnTo>
                  <a:pt x="394191" y="52963"/>
                </a:lnTo>
                <a:close/>
              </a:path>
              <a:path w="396875" h="452120">
                <a:moveTo>
                  <a:pt x="394212" y="292154"/>
                </a:moveTo>
                <a:lnTo>
                  <a:pt x="364719" y="292154"/>
                </a:lnTo>
                <a:lnTo>
                  <a:pt x="370650" y="286223"/>
                </a:lnTo>
                <a:lnTo>
                  <a:pt x="370650" y="271546"/>
                </a:lnTo>
                <a:lnTo>
                  <a:pt x="364719" y="265684"/>
                </a:lnTo>
                <a:lnTo>
                  <a:pt x="394198" y="265684"/>
                </a:lnTo>
                <a:lnTo>
                  <a:pt x="396400" y="271546"/>
                </a:lnTo>
                <a:lnTo>
                  <a:pt x="396504" y="278884"/>
                </a:lnTo>
                <a:lnTo>
                  <a:pt x="396558" y="285660"/>
                </a:lnTo>
                <a:lnTo>
                  <a:pt x="394212" y="292154"/>
                </a:lnTo>
                <a:close/>
              </a:path>
              <a:path w="396875" h="452120">
                <a:moveTo>
                  <a:pt x="69867" y="451701"/>
                </a:moveTo>
                <a:lnTo>
                  <a:pt x="63162" y="451701"/>
                </a:lnTo>
                <a:lnTo>
                  <a:pt x="59997" y="450576"/>
                </a:lnTo>
                <a:lnTo>
                  <a:pt x="57465" y="448325"/>
                </a:lnTo>
                <a:lnTo>
                  <a:pt x="52096" y="443448"/>
                </a:lnTo>
                <a:lnTo>
                  <a:pt x="51603" y="435266"/>
                </a:lnTo>
                <a:lnTo>
                  <a:pt x="56402" y="429756"/>
                </a:lnTo>
                <a:lnTo>
                  <a:pt x="155608" y="318624"/>
                </a:lnTo>
                <a:lnTo>
                  <a:pt x="241536" y="318624"/>
                </a:lnTo>
                <a:lnTo>
                  <a:pt x="247335" y="325119"/>
                </a:lnTo>
                <a:lnTo>
                  <a:pt x="185337" y="325119"/>
                </a:lnTo>
                <a:lnTo>
                  <a:pt x="76033" y="447481"/>
                </a:lnTo>
                <a:lnTo>
                  <a:pt x="73431" y="450271"/>
                </a:lnTo>
                <a:lnTo>
                  <a:pt x="69867" y="451701"/>
                </a:lnTo>
                <a:close/>
              </a:path>
              <a:path w="396875" h="452120">
                <a:moveTo>
                  <a:pt x="205875" y="451842"/>
                </a:moveTo>
                <a:lnTo>
                  <a:pt x="191268" y="451842"/>
                </a:lnTo>
                <a:lnTo>
                  <a:pt x="185337" y="445910"/>
                </a:lnTo>
                <a:lnTo>
                  <a:pt x="185337" y="325119"/>
                </a:lnTo>
                <a:lnTo>
                  <a:pt x="211807" y="325119"/>
                </a:lnTo>
                <a:lnTo>
                  <a:pt x="211807" y="445910"/>
                </a:lnTo>
                <a:lnTo>
                  <a:pt x="205875" y="451842"/>
                </a:lnTo>
                <a:close/>
              </a:path>
              <a:path w="396875" h="452120">
                <a:moveTo>
                  <a:pt x="333958" y="451631"/>
                </a:moveTo>
                <a:lnTo>
                  <a:pt x="327229" y="451631"/>
                </a:lnTo>
                <a:lnTo>
                  <a:pt x="323712" y="450224"/>
                </a:lnTo>
                <a:lnTo>
                  <a:pt x="321086" y="447481"/>
                </a:lnTo>
                <a:lnTo>
                  <a:pt x="211807" y="325119"/>
                </a:lnTo>
                <a:lnTo>
                  <a:pt x="247335" y="325119"/>
                </a:lnTo>
                <a:lnTo>
                  <a:pt x="340842" y="429827"/>
                </a:lnTo>
                <a:lnTo>
                  <a:pt x="345517" y="435196"/>
                </a:lnTo>
                <a:lnTo>
                  <a:pt x="345024" y="443448"/>
                </a:lnTo>
                <a:lnTo>
                  <a:pt x="337123" y="450506"/>
                </a:lnTo>
                <a:lnTo>
                  <a:pt x="333958" y="451631"/>
                </a:lnTo>
                <a:close/>
              </a:path>
            </a:pathLst>
          </a:custGeom>
          <a:solidFill>
            <a:srgbClr val="500094"/>
          </a:solidFill>
        </p:spPr>
        <p:txBody>
          <a:bodyPr wrap="square" lIns="0" tIns="0" rIns="0" bIns="0" rtlCol="0"/>
          <a:lstStyle/>
          <a:p>
            <a:endParaRPr/>
          </a:p>
        </p:txBody>
      </p:sp>
      <p:grpSp>
        <p:nvGrpSpPr>
          <p:cNvPr id="30" name="object 30"/>
          <p:cNvGrpSpPr/>
          <p:nvPr/>
        </p:nvGrpSpPr>
        <p:grpSpPr>
          <a:xfrm>
            <a:off x="2202108" y="3322342"/>
            <a:ext cx="454025" cy="452120"/>
            <a:chOff x="2202108" y="3322342"/>
            <a:chExt cx="454025" cy="452120"/>
          </a:xfrm>
        </p:grpSpPr>
        <p:sp>
          <p:nvSpPr>
            <p:cNvPr id="31" name="object 31"/>
            <p:cNvSpPr/>
            <p:nvPr/>
          </p:nvSpPr>
          <p:spPr>
            <a:xfrm>
              <a:off x="2202178" y="3401776"/>
              <a:ext cx="454025" cy="372745"/>
            </a:xfrm>
            <a:custGeom>
              <a:avLst/>
              <a:gdLst/>
              <a:ahLst/>
              <a:cxnLst/>
              <a:rect l="l" t="t" r="r" b="b"/>
              <a:pathLst>
                <a:path w="454025" h="372745">
                  <a:moveTo>
                    <a:pt x="335458" y="372456"/>
                  </a:moveTo>
                  <a:lnTo>
                    <a:pt x="325916" y="372456"/>
                  </a:lnTo>
                  <a:lnTo>
                    <a:pt x="319469" y="367040"/>
                  </a:lnTo>
                  <a:lnTo>
                    <a:pt x="319469" y="319469"/>
                  </a:lnTo>
                  <a:lnTo>
                    <a:pt x="252414" y="319469"/>
                  </a:lnTo>
                  <a:lnTo>
                    <a:pt x="206059" y="310090"/>
                  </a:lnTo>
                  <a:lnTo>
                    <a:pt x="168175" y="284535"/>
                  </a:lnTo>
                  <a:lnTo>
                    <a:pt x="142617" y="246670"/>
                  </a:lnTo>
                  <a:lnTo>
                    <a:pt x="133241" y="200365"/>
                  </a:lnTo>
                  <a:lnTo>
                    <a:pt x="133241" y="119173"/>
                  </a:lnTo>
                  <a:lnTo>
                    <a:pt x="130118" y="103696"/>
                  </a:lnTo>
                  <a:lnTo>
                    <a:pt x="121606" y="91065"/>
                  </a:lnTo>
                  <a:lnTo>
                    <a:pt x="108988" y="82553"/>
                  </a:lnTo>
                  <a:lnTo>
                    <a:pt x="93547" y="79433"/>
                  </a:lnTo>
                  <a:lnTo>
                    <a:pt x="39693" y="79433"/>
                  </a:lnTo>
                  <a:lnTo>
                    <a:pt x="24223" y="76310"/>
                  </a:lnTo>
                  <a:lnTo>
                    <a:pt x="11608" y="67798"/>
                  </a:lnTo>
                  <a:lnTo>
                    <a:pt x="3112" y="55180"/>
                  </a:lnTo>
                  <a:lnTo>
                    <a:pt x="0" y="39740"/>
                  </a:lnTo>
                  <a:lnTo>
                    <a:pt x="3112" y="24272"/>
                  </a:lnTo>
                  <a:lnTo>
                    <a:pt x="11608" y="11640"/>
                  </a:lnTo>
                  <a:lnTo>
                    <a:pt x="24223" y="3123"/>
                  </a:lnTo>
                  <a:lnTo>
                    <a:pt x="39693" y="0"/>
                  </a:lnTo>
                  <a:lnTo>
                    <a:pt x="93547" y="0"/>
                  </a:lnTo>
                  <a:lnTo>
                    <a:pt x="139862" y="9376"/>
                  </a:lnTo>
                  <a:lnTo>
                    <a:pt x="177726" y="34933"/>
                  </a:lnTo>
                  <a:lnTo>
                    <a:pt x="203276" y="72818"/>
                  </a:lnTo>
                  <a:lnTo>
                    <a:pt x="212651" y="119173"/>
                  </a:lnTo>
                  <a:lnTo>
                    <a:pt x="212651" y="200365"/>
                  </a:lnTo>
                  <a:lnTo>
                    <a:pt x="215774" y="215792"/>
                  </a:lnTo>
                  <a:lnTo>
                    <a:pt x="224294" y="228403"/>
                  </a:lnTo>
                  <a:lnTo>
                    <a:pt x="236933" y="236913"/>
                  </a:lnTo>
                  <a:lnTo>
                    <a:pt x="252414" y="240035"/>
                  </a:lnTo>
                  <a:lnTo>
                    <a:pt x="319469" y="240035"/>
                  </a:lnTo>
                  <a:lnTo>
                    <a:pt x="319469" y="192511"/>
                  </a:lnTo>
                  <a:lnTo>
                    <a:pt x="325869" y="187095"/>
                  </a:lnTo>
                  <a:lnTo>
                    <a:pt x="335435" y="187095"/>
                  </a:lnTo>
                  <a:lnTo>
                    <a:pt x="338178" y="187916"/>
                  </a:lnTo>
                  <a:lnTo>
                    <a:pt x="340663" y="189768"/>
                  </a:lnTo>
                  <a:lnTo>
                    <a:pt x="446543" y="269202"/>
                  </a:lnTo>
                  <a:lnTo>
                    <a:pt x="453554" y="274430"/>
                  </a:lnTo>
                  <a:lnTo>
                    <a:pt x="453554" y="285074"/>
                  </a:lnTo>
                  <a:lnTo>
                    <a:pt x="446543" y="290373"/>
                  </a:lnTo>
                  <a:lnTo>
                    <a:pt x="340663" y="369806"/>
                  </a:lnTo>
                  <a:lnTo>
                    <a:pt x="338202" y="371635"/>
                  </a:lnTo>
                  <a:lnTo>
                    <a:pt x="335458" y="372456"/>
                  </a:lnTo>
                  <a:close/>
                </a:path>
              </a:pathLst>
            </a:custGeom>
            <a:solidFill>
              <a:srgbClr val="500094"/>
            </a:solidFill>
          </p:spPr>
          <p:txBody>
            <a:bodyPr wrap="square" lIns="0" tIns="0" rIns="0" bIns="0" rtlCol="0"/>
            <a:lstStyle/>
            <a:p>
              <a:endParaRPr/>
            </a:p>
          </p:txBody>
        </p:sp>
        <p:pic>
          <p:nvPicPr>
            <p:cNvPr id="32" name="object 32"/>
            <p:cNvPicPr/>
            <p:nvPr/>
          </p:nvPicPr>
          <p:blipFill>
            <a:blip r:embed="rId9" cstate="print"/>
            <a:stretch>
              <a:fillRect/>
            </a:stretch>
          </p:blipFill>
          <p:spPr>
            <a:xfrm>
              <a:off x="2202108" y="3612739"/>
              <a:ext cx="134718" cy="82106"/>
            </a:xfrm>
            <a:prstGeom prst="rect">
              <a:avLst/>
            </a:prstGeom>
          </p:spPr>
        </p:pic>
        <p:sp>
          <p:nvSpPr>
            <p:cNvPr id="33" name="object 33"/>
            <p:cNvSpPr/>
            <p:nvPr/>
          </p:nvSpPr>
          <p:spPr>
            <a:xfrm>
              <a:off x="2379684" y="3322342"/>
              <a:ext cx="274320" cy="185420"/>
            </a:xfrm>
            <a:custGeom>
              <a:avLst/>
              <a:gdLst/>
              <a:ahLst/>
              <a:cxnLst/>
              <a:rect l="l" t="t" r="r" b="b"/>
              <a:pathLst>
                <a:path w="274319" h="185420">
                  <a:moveTo>
                    <a:pt x="157999" y="185360"/>
                  </a:moveTo>
                  <a:lnTo>
                    <a:pt x="148480" y="185360"/>
                  </a:lnTo>
                  <a:lnTo>
                    <a:pt x="141962" y="180038"/>
                  </a:lnTo>
                  <a:lnTo>
                    <a:pt x="141962" y="132373"/>
                  </a:lnTo>
                  <a:lnTo>
                    <a:pt x="74908" y="132373"/>
                  </a:lnTo>
                  <a:lnTo>
                    <a:pt x="68118" y="133003"/>
                  </a:lnTo>
                  <a:lnTo>
                    <a:pt x="61611" y="134753"/>
                  </a:lnTo>
                  <a:lnTo>
                    <a:pt x="55505" y="137576"/>
                  </a:lnTo>
                  <a:lnTo>
                    <a:pt x="49915" y="141423"/>
                  </a:lnTo>
                  <a:lnTo>
                    <a:pt x="40711" y="123561"/>
                  </a:lnTo>
                  <a:lnTo>
                    <a:pt x="29213" y="107193"/>
                  </a:lnTo>
                  <a:lnTo>
                    <a:pt x="15586" y="92548"/>
                  </a:lnTo>
                  <a:lnTo>
                    <a:pt x="0" y="79855"/>
                  </a:lnTo>
                  <a:lnTo>
                    <a:pt x="16791" y="68373"/>
                  </a:lnTo>
                  <a:lnTo>
                    <a:pt x="35141" y="59973"/>
                  </a:lnTo>
                  <a:lnTo>
                    <a:pt x="54648" y="54791"/>
                  </a:lnTo>
                  <a:lnTo>
                    <a:pt x="74908" y="52963"/>
                  </a:lnTo>
                  <a:lnTo>
                    <a:pt x="141962" y="52963"/>
                  </a:lnTo>
                  <a:lnTo>
                    <a:pt x="141962" y="5416"/>
                  </a:lnTo>
                  <a:lnTo>
                    <a:pt x="148363" y="0"/>
                  </a:lnTo>
                  <a:lnTo>
                    <a:pt x="155233" y="0"/>
                  </a:lnTo>
                  <a:lnTo>
                    <a:pt x="157929" y="0"/>
                  </a:lnTo>
                  <a:lnTo>
                    <a:pt x="269037" y="82106"/>
                  </a:lnTo>
                  <a:lnTo>
                    <a:pt x="274295" y="92677"/>
                  </a:lnTo>
                  <a:lnTo>
                    <a:pt x="272980" y="98489"/>
                  </a:lnTo>
                  <a:lnTo>
                    <a:pt x="269037" y="103301"/>
                  </a:lnTo>
                  <a:lnTo>
                    <a:pt x="163157" y="182711"/>
                  </a:lnTo>
                  <a:lnTo>
                    <a:pt x="160742" y="184539"/>
                  </a:lnTo>
                  <a:lnTo>
                    <a:pt x="157999" y="185360"/>
                  </a:lnTo>
                  <a:close/>
                </a:path>
              </a:pathLst>
            </a:custGeom>
            <a:solidFill>
              <a:srgbClr val="500094"/>
            </a:solidFill>
          </p:spPr>
          <p:txBody>
            <a:bodyPr wrap="square" lIns="0" tIns="0" rIns="0" bIns="0" rtlCol="0"/>
            <a:lstStyle/>
            <a:p>
              <a:endParaRPr/>
            </a:p>
          </p:txBody>
        </p:sp>
      </p:grpSp>
      <p:grpSp>
        <p:nvGrpSpPr>
          <p:cNvPr id="34" name="object 34"/>
          <p:cNvGrpSpPr/>
          <p:nvPr/>
        </p:nvGrpSpPr>
        <p:grpSpPr>
          <a:xfrm>
            <a:off x="2772930" y="3322356"/>
            <a:ext cx="452120" cy="452120"/>
            <a:chOff x="2772930" y="3322356"/>
            <a:chExt cx="452120" cy="452120"/>
          </a:xfrm>
        </p:grpSpPr>
        <p:sp>
          <p:nvSpPr>
            <p:cNvPr id="35" name="object 35"/>
            <p:cNvSpPr/>
            <p:nvPr/>
          </p:nvSpPr>
          <p:spPr>
            <a:xfrm>
              <a:off x="2772930" y="3322356"/>
              <a:ext cx="452120" cy="452120"/>
            </a:xfrm>
            <a:custGeom>
              <a:avLst/>
              <a:gdLst/>
              <a:ahLst/>
              <a:cxnLst/>
              <a:rect l="l" t="t" r="r" b="b"/>
              <a:pathLst>
                <a:path w="452119" h="452120">
                  <a:moveTo>
                    <a:pt x="330154" y="58379"/>
                  </a:moveTo>
                  <a:lnTo>
                    <a:pt x="119947" y="58379"/>
                  </a:lnTo>
                  <a:lnTo>
                    <a:pt x="134204" y="50255"/>
                  </a:lnTo>
                  <a:lnTo>
                    <a:pt x="149069" y="43377"/>
                  </a:lnTo>
                  <a:lnTo>
                    <a:pt x="164467" y="37769"/>
                  </a:lnTo>
                  <a:lnTo>
                    <a:pt x="180319" y="33456"/>
                  </a:lnTo>
                  <a:lnTo>
                    <a:pt x="185759" y="10034"/>
                  </a:lnTo>
                  <a:lnTo>
                    <a:pt x="187236" y="4102"/>
                  </a:lnTo>
                  <a:lnTo>
                    <a:pt x="192534" y="0"/>
                  </a:lnTo>
                  <a:lnTo>
                    <a:pt x="257619" y="0"/>
                  </a:lnTo>
                  <a:lnTo>
                    <a:pt x="262988" y="4172"/>
                  </a:lnTo>
                  <a:lnTo>
                    <a:pt x="264395" y="10034"/>
                  </a:lnTo>
                  <a:lnTo>
                    <a:pt x="269834" y="33456"/>
                  </a:lnTo>
                  <a:lnTo>
                    <a:pt x="285678" y="37780"/>
                  </a:lnTo>
                  <a:lnTo>
                    <a:pt x="301084" y="43412"/>
                  </a:lnTo>
                  <a:lnTo>
                    <a:pt x="315976" y="50314"/>
                  </a:lnTo>
                  <a:lnTo>
                    <a:pt x="330154" y="58379"/>
                  </a:lnTo>
                  <a:close/>
                </a:path>
                <a:path w="452119" h="452120">
                  <a:moveTo>
                    <a:pt x="96361" y="408515"/>
                  </a:moveTo>
                  <a:lnTo>
                    <a:pt x="90593" y="408515"/>
                  </a:lnTo>
                  <a:lnTo>
                    <a:pt x="87217" y="407202"/>
                  </a:lnTo>
                  <a:lnTo>
                    <a:pt x="83254" y="403286"/>
                  </a:lnTo>
                  <a:lnTo>
                    <a:pt x="47172" y="367204"/>
                  </a:lnTo>
                  <a:lnTo>
                    <a:pt x="42928" y="362889"/>
                  </a:lnTo>
                  <a:lnTo>
                    <a:pt x="42084" y="356255"/>
                  </a:lnTo>
                  <a:lnTo>
                    <a:pt x="45179" y="351026"/>
                  </a:lnTo>
                  <a:lnTo>
                    <a:pt x="56691" y="331965"/>
                  </a:lnTo>
                  <a:lnTo>
                    <a:pt x="48556" y="317668"/>
                  </a:lnTo>
                  <a:lnTo>
                    <a:pt x="41653" y="302781"/>
                  </a:lnTo>
                  <a:lnTo>
                    <a:pt x="36022" y="287376"/>
                  </a:lnTo>
                  <a:lnTo>
                    <a:pt x="31698" y="271522"/>
                  </a:lnTo>
                  <a:lnTo>
                    <a:pt x="4173" y="264606"/>
                  </a:lnTo>
                  <a:lnTo>
                    <a:pt x="55" y="259377"/>
                  </a:lnTo>
                  <a:lnTo>
                    <a:pt x="0" y="194222"/>
                  </a:lnTo>
                  <a:lnTo>
                    <a:pt x="4173" y="188924"/>
                  </a:lnTo>
                  <a:lnTo>
                    <a:pt x="31768" y="182078"/>
                  </a:lnTo>
                  <a:lnTo>
                    <a:pt x="36081" y="166194"/>
                  </a:lnTo>
                  <a:lnTo>
                    <a:pt x="41689" y="150775"/>
                  </a:lnTo>
                  <a:lnTo>
                    <a:pt x="48567" y="135896"/>
                  </a:lnTo>
                  <a:lnTo>
                    <a:pt x="56691" y="121635"/>
                  </a:lnTo>
                  <a:lnTo>
                    <a:pt x="45249" y="102503"/>
                  </a:lnTo>
                  <a:lnTo>
                    <a:pt x="42155" y="97369"/>
                  </a:lnTo>
                  <a:lnTo>
                    <a:pt x="42928" y="90640"/>
                  </a:lnTo>
                  <a:lnTo>
                    <a:pt x="47242" y="86349"/>
                  </a:lnTo>
                  <a:lnTo>
                    <a:pt x="84661" y="48930"/>
                  </a:lnTo>
                  <a:lnTo>
                    <a:pt x="87194" y="46375"/>
                  </a:lnTo>
                  <a:lnTo>
                    <a:pt x="90593" y="45062"/>
                  </a:lnTo>
                  <a:lnTo>
                    <a:pt x="96361" y="45062"/>
                  </a:lnTo>
                  <a:lnTo>
                    <a:pt x="98705" y="45695"/>
                  </a:lnTo>
                  <a:lnTo>
                    <a:pt x="119947" y="58379"/>
                  </a:lnTo>
                  <a:lnTo>
                    <a:pt x="330154" y="58379"/>
                  </a:lnTo>
                  <a:lnTo>
                    <a:pt x="374959" y="58449"/>
                  </a:lnTo>
                  <a:lnTo>
                    <a:pt x="402982" y="86420"/>
                  </a:lnTo>
                  <a:lnTo>
                    <a:pt x="407225" y="90710"/>
                  </a:lnTo>
                  <a:lnTo>
                    <a:pt x="408069" y="97369"/>
                  </a:lnTo>
                  <a:lnTo>
                    <a:pt x="404974" y="102574"/>
                  </a:lnTo>
                  <a:lnTo>
                    <a:pt x="401902" y="107661"/>
                  </a:lnTo>
                  <a:lnTo>
                    <a:pt x="225077" y="107661"/>
                  </a:lnTo>
                  <a:lnTo>
                    <a:pt x="178762" y="117041"/>
                  </a:lnTo>
                  <a:lnTo>
                    <a:pt x="140898" y="142604"/>
                  </a:lnTo>
                  <a:lnTo>
                    <a:pt x="115348" y="180489"/>
                  </a:lnTo>
                  <a:lnTo>
                    <a:pt x="105973" y="226835"/>
                  </a:lnTo>
                  <a:lnTo>
                    <a:pt x="115348" y="273150"/>
                  </a:lnTo>
                  <a:lnTo>
                    <a:pt x="140898" y="311013"/>
                  </a:lnTo>
                  <a:lnTo>
                    <a:pt x="178762" y="336564"/>
                  </a:lnTo>
                  <a:lnTo>
                    <a:pt x="225077" y="345938"/>
                  </a:lnTo>
                  <a:lnTo>
                    <a:pt x="401825" y="345938"/>
                  </a:lnTo>
                  <a:lnTo>
                    <a:pt x="407999" y="356255"/>
                  </a:lnTo>
                  <a:lnTo>
                    <a:pt x="407225" y="362960"/>
                  </a:lnTo>
                  <a:lnTo>
                    <a:pt x="375035" y="395151"/>
                  </a:lnTo>
                  <a:lnTo>
                    <a:pt x="119877" y="395151"/>
                  </a:lnTo>
                  <a:lnTo>
                    <a:pt x="99860" y="407225"/>
                  </a:lnTo>
                  <a:lnTo>
                    <a:pt x="98705" y="407905"/>
                  </a:lnTo>
                  <a:lnTo>
                    <a:pt x="96361" y="408515"/>
                  </a:lnTo>
                  <a:close/>
                </a:path>
                <a:path w="452119" h="452120">
                  <a:moveTo>
                    <a:pt x="374959" y="58449"/>
                  </a:moveTo>
                  <a:lnTo>
                    <a:pt x="330277" y="58449"/>
                  </a:lnTo>
                  <a:lnTo>
                    <a:pt x="351425" y="45695"/>
                  </a:lnTo>
                  <a:lnTo>
                    <a:pt x="353769" y="45085"/>
                  </a:lnTo>
                  <a:lnTo>
                    <a:pt x="359537" y="45085"/>
                  </a:lnTo>
                  <a:lnTo>
                    <a:pt x="362937" y="46421"/>
                  </a:lnTo>
                  <a:lnTo>
                    <a:pt x="366808" y="50314"/>
                  </a:lnTo>
                  <a:lnTo>
                    <a:pt x="374959" y="58449"/>
                  </a:lnTo>
                  <a:close/>
                </a:path>
                <a:path w="452119" h="452120">
                  <a:moveTo>
                    <a:pt x="401825" y="345938"/>
                  </a:moveTo>
                  <a:lnTo>
                    <a:pt x="225077" y="345938"/>
                  </a:lnTo>
                  <a:lnTo>
                    <a:pt x="271422" y="336564"/>
                  </a:lnTo>
                  <a:lnTo>
                    <a:pt x="309308" y="311013"/>
                  </a:lnTo>
                  <a:lnTo>
                    <a:pt x="334871" y="273150"/>
                  </a:lnTo>
                  <a:lnTo>
                    <a:pt x="344251" y="226835"/>
                  </a:lnTo>
                  <a:lnTo>
                    <a:pt x="334871" y="180489"/>
                  </a:lnTo>
                  <a:lnTo>
                    <a:pt x="309308" y="142604"/>
                  </a:lnTo>
                  <a:lnTo>
                    <a:pt x="271422" y="117041"/>
                  </a:lnTo>
                  <a:lnTo>
                    <a:pt x="225077" y="107661"/>
                  </a:lnTo>
                  <a:lnTo>
                    <a:pt x="401902" y="107661"/>
                  </a:lnTo>
                  <a:lnTo>
                    <a:pt x="393463" y="121635"/>
                  </a:lnTo>
                  <a:lnTo>
                    <a:pt x="401598" y="135935"/>
                  </a:lnTo>
                  <a:lnTo>
                    <a:pt x="408500" y="150827"/>
                  </a:lnTo>
                  <a:lnTo>
                    <a:pt x="414132" y="166234"/>
                  </a:lnTo>
                  <a:lnTo>
                    <a:pt x="418456" y="182078"/>
                  </a:lnTo>
                  <a:lnTo>
                    <a:pt x="441878" y="187517"/>
                  </a:lnTo>
                  <a:lnTo>
                    <a:pt x="447739" y="188994"/>
                  </a:lnTo>
                  <a:lnTo>
                    <a:pt x="451857" y="194222"/>
                  </a:lnTo>
                  <a:lnTo>
                    <a:pt x="451912" y="259377"/>
                  </a:lnTo>
                  <a:lnTo>
                    <a:pt x="447739" y="264676"/>
                  </a:lnTo>
                  <a:lnTo>
                    <a:pt x="441808" y="266153"/>
                  </a:lnTo>
                  <a:lnTo>
                    <a:pt x="418385" y="271592"/>
                  </a:lnTo>
                  <a:lnTo>
                    <a:pt x="414072" y="287445"/>
                  </a:lnTo>
                  <a:lnTo>
                    <a:pt x="408465" y="302843"/>
                  </a:lnTo>
                  <a:lnTo>
                    <a:pt x="401587" y="317708"/>
                  </a:lnTo>
                  <a:lnTo>
                    <a:pt x="393463" y="331965"/>
                  </a:lnTo>
                  <a:lnTo>
                    <a:pt x="401825" y="345938"/>
                  </a:lnTo>
                  <a:close/>
                </a:path>
                <a:path w="452119" h="452120">
                  <a:moveTo>
                    <a:pt x="257619" y="451842"/>
                  </a:moveTo>
                  <a:lnTo>
                    <a:pt x="192534" y="451842"/>
                  </a:lnTo>
                  <a:lnTo>
                    <a:pt x="187165" y="447669"/>
                  </a:lnTo>
                  <a:lnTo>
                    <a:pt x="185759" y="441807"/>
                  </a:lnTo>
                  <a:lnTo>
                    <a:pt x="180319" y="420144"/>
                  </a:lnTo>
                  <a:lnTo>
                    <a:pt x="164466" y="415820"/>
                  </a:lnTo>
                  <a:lnTo>
                    <a:pt x="149060" y="410188"/>
                  </a:lnTo>
                  <a:lnTo>
                    <a:pt x="134174" y="403286"/>
                  </a:lnTo>
                  <a:lnTo>
                    <a:pt x="119877" y="395151"/>
                  </a:lnTo>
                  <a:lnTo>
                    <a:pt x="375035" y="395151"/>
                  </a:lnTo>
                  <a:lnTo>
                    <a:pt x="330207" y="395221"/>
                  </a:lnTo>
                  <a:lnTo>
                    <a:pt x="315947" y="403345"/>
                  </a:lnTo>
                  <a:lnTo>
                    <a:pt x="301076" y="410223"/>
                  </a:lnTo>
                  <a:lnTo>
                    <a:pt x="285677" y="415831"/>
                  </a:lnTo>
                  <a:lnTo>
                    <a:pt x="269834" y="420144"/>
                  </a:lnTo>
                  <a:lnTo>
                    <a:pt x="262918" y="447739"/>
                  </a:lnTo>
                  <a:lnTo>
                    <a:pt x="257619" y="451842"/>
                  </a:lnTo>
                  <a:close/>
                </a:path>
                <a:path w="452119" h="452120">
                  <a:moveTo>
                    <a:pt x="359561" y="408538"/>
                  </a:moveTo>
                  <a:lnTo>
                    <a:pt x="353793" y="408538"/>
                  </a:lnTo>
                  <a:lnTo>
                    <a:pt x="351425" y="407928"/>
                  </a:lnTo>
                  <a:lnTo>
                    <a:pt x="330207" y="395221"/>
                  </a:lnTo>
                  <a:lnTo>
                    <a:pt x="374964" y="395221"/>
                  </a:lnTo>
                  <a:lnTo>
                    <a:pt x="362937" y="407225"/>
                  </a:lnTo>
                  <a:lnTo>
                    <a:pt x="359561" y="408538"/>
                  </a:lnTo>
                  <a:close/>
                </a:path>
              </a:pathLst>
            </a:custGeom>
            <a:solidFill>
              <a:srgbClr val="500094"/>
            </a:solidFill>
          </p:spPr>
          <p:txBody>
            <a:bodyPr wrap="square" lIns="0" tIns="0" rIns="0" bIns="0" rtlCol="0"/>
            <a:lstStyle/>
            <a:p>
              <a:endParaRPr/>
            </a:p>
          </p:txBody>
        </p:sp>
        <p:pic>
          <p:nvPicPr>
            <p:cNvPr id="36" name="object 36"/>
            <p:cNvPicPr/>
            <p:nvPr/>
          </p:nvPicPr>
          <p:blipFill>
            <a:blip r:embed="rId10" cstate="print"/>
            <a:stretch>
              <a:fillRect/>
            </a:stretch>
          </p:blipFill>
          <p:spPr>
            <a:xfrm>
              <a:off x="2905738" y="3456488"/>
              <a:ext cx="184972" cy="185336"/>
            </a:xfrm>
            <a:prstGeom prst="rect">
              <a:avLst/>
            </a:prstGeom>
          </p:spPr>
        </p:pic>
      </p:grpSp>
      <p:grpSp>
        <p:nvGrpSpPr>
          <p:cNvPr id="37" name="object 37"/>
          <p:cNvGrpSpPr/>
          <p:nvPr/>
        </p:nvGrpSpPr>
        <p:grpSpPr>
          <a:xfrm>
            <a:off x="3321241" y="3321931"/>
            <a:ext cx="452755" cy="452755"/>
            <a:chOff x="3321241" y="3321931"/>
            <a:chExt cx="452755" cy="452755"/>
          </a:xfrm>
        </p:grpSpPr>
        <p:sp>
          <p:nvSpPr>
            <p:cNvPr id="38" name="object 38"/>
            <p:cNvSpPr/>
            <p:nvPr/>
          </p:nvSpPr>
          <p:spPr>
            <a:xfrm>
              <a:off x="3321240" y="3321938"/>
              <a:ext cx="419734" cy="452755"/>
            </a:xfrm>
            <a:custGeom>
              <a:avLst/>
              <a:gdLst/>
              <a:ahLst/>
              <a:cxnLst/>
              <a:rect l="l" t="t" r="r" b="b"/>
              <a:pathLst>
                <a:path w="419735" h="452754">
                  <a:moveTo>
                    <a:pt x="369735" y="58191"/>
                  </a:moveTo>
                  <a:lnTo>
                    <a:pt x="332257" y="26289"/>
                  </a:lnTo>
                  <a:lnTo>
                    <a:pt x="262699" y="2933"/>
                  </a:lnTo>
                  <a:lnTo>
                    <a:pt x="226314" y="0"/>
                  </a:lnTo>
                  <a:lnTo>
                    <a:pt x="197573" y="1828"/>
                  </a:lnTo>
                  <a:lnTo>
                    <a:pt x="141401" y="16522"/>
                  </a:lnTo>
                  <a:lnTo>
                    <a:pt x="107467" y="39624"/>
                  </a:lnTo>
                  <a:lnTo>
                    <a:pt x="110909" y="44831"/>
                  </a:lnTo>
                  <a:lnTo>
                    <a:pt x="213702" y="203415"/>
                  </a:lnTo>
                  <a:lnTo>
                    <a:pt x="215315" y="205879"/>
                  </a:lnTo>
                  <a:lnTo>
                    <a:pt x="217970" y="207187"/>
                  </a:lnTo>
                  <a:lnTo>
                    <a:pt x="222770" y="207187"/>
                  </a:lnTo>
                  <a:lnTo>
                    <a:pt x="224904" y="206362"/>
                  </a:lnTo>
                  <a:lnTo>
                    <a:pt x="226568" y="204673"/>
                  </a:lnTo>
                  <a:lnTo>
                    <a:pt x="365163" y="62903"/>
                  </a:lnTo>
                  <a:lnTo>
                    <a:pt x="369735" y="58191"/>
                  </a:lnTo>
                  <a:close/>
                </a:path>
                <a:path w="419735" h="452754">
                  <a:moveTo>
                    <a:pt x="419290" y="344957"/>
                  </a:moveTo>
                  <a:lnTo>
                    <a:pt x="417042" y="337400"/>
                  </a:lnTo>
                  <a:lnTo>
                    <a:pt x="410895" y="334657"/>
                  </a:lnTo>
                  <a:lnTo>
                    <a:pt x="214706" y="248031"/>
                  </a:lnTo>
                  <a:lnTo>
                    <a:pt x="211378" y="246557"/>
                  </a:lnTo>
                  <a:lnTo>
                    <a:pt x="208572" y="244132"/>
                  </a:lnTo>
                  <a:lnTo>
                    <a:pt x="206578" y="241109"/>
                  </a:lnTo>
                  <a:lnTo>
                    <a:pt x="197053" y="226339"/>
                  </a:lnTo>
                  <a:lnTo>
                    <a:pt x="90170" y="61429"/>
                  </a:lnTo>
                  <a:lnTo>
                    <a:pt x="88061" y="58166"/>
                  </a:lnTo>
                  <a:lnTo>
                    <a:pt x="84543" y="56451"/>
                  </a:lnTo>
                  <a:lnTo>
                    <a:pt x="80975" y="56451"/>
                  </a:lnTo>
                  <a:lnTo>
                    <a:pt x="78371" y="56451"/>
                  </a:lnTo>
                  <a:lnTo>
                    <a:pt x="42532" y="94500"/>
                  </a:lnTo>
                  <a:lnTo>
                    <a:pt x="19392" y="135089"/>
                  </a:lnTo>
                  <a:lnTo>
                    <a:pt x="4965" y="179552"/>
                  </a:lnTo>
                  <a:lnTo>
                    <a:pt x="0" y="226339"/>
                  </a:lnTo>
                  <a:lnTo>
                    <a:pt x="4597" y="271970"/>
                  </a:lnTo>
                  <a:lnTo>
                    <a:pt x="17792" y="314452"/>
                  </a:lnTo>
                  <a:lnTo>
                    <a:pt x="38671" y="352907"/>
                  </a:lnTo>
                  <a:lnTo>
                    <a:pt x="66319" y="386397"/>
                  </a:lnTo>
                  <a:lnTo>
                    <a:pt x="99834" y="414032"/>
                  </a:lnTo>
                  <a:lnTo>
                    <a:pt x="138290" y="434898"/>
                  </a:lnTo>
                  <a:lnTo>
                    <a:pt x="180784" y="448094"/>
                  </a:lnTo>
                  <a:lnTo>
                    <a:pt x="226402" y="452691"/>
                  </a:lnTo>
                  <a:lnTo>
                    <a:pt x="248424" y="451637"/>
                  </a:lnTo>
                  <a:lnTo>
                    <a:pt x="291769" y="443191"/>
                  </a:lnTo>
                  <a:lnTo>
                    <a:pt x="342887" y="420446"/>
                  </a:lnTo>
                  <a:lnTo>
                    <a:pt x="394868" y="377507"/>
                  </a:lnTo>
                  <a:lnTo>
                    <a:pt x="415632" y="350608"/>
                  </a:lnTo>
                  <a:lnTo>
                    <a:pt x="419290" y="344957"/>
                  </a:lnTo>
                  <a:close/>
                </a:path>
              </a:pathLst>
            </a:custGeom>
            <a:solidFill>
              <a:srgbClr val="500094"/>
            </a:solidFill>
          </p:spPr>
          <p:txBody>
            <a:bodyPr wrap="square" lIns="0" tIns="0" rIns="0" bIns="0" rtlCol="0"/>
            <a:lstStyle/>
            <a:p>
              <a:endParaRPr/>
            </a:p>
          </p:txBody>
        </p:sp>
        <p:pic>
          <p:nvPicPr>
            <p:cNvPr id="39" name="object 39"/>
            <p:cNvPicPr/>
            <p:nvPr/>
          </p:nvPicPr>
          <p:blipFill>
            <a:blip r:embed="rId11" cstate="print"/>
            <a:stretch>
              <a:fillRect/>
            </a:stretch>
          </p:blipFill>
          <p:spPr>
            <a:xfrm>
              <a:off x="3564535" y="3399747"/>
              <a:ext cx="208960" cy="234596"/>
            </a:xfrm>
            <a:prstGeom prst="rect">
              <a:avLst/>
            </a:prstGeom>
          </p:spPr>
        </p:pic>
      </p:grpSp>
      <p:sp>
        <p:nvSpPr>
          <p:cNvPr id="40" name="object 40"/>
          <p:cNvSpPr/>
          <p:nvPr/>
        </p:nvSpPr>
        <p:spPr>
          <a:xfrm>
            <a:off x="3878029" y="3336456"/>
            <a:ext cx="452120" cy="424180"/>
          </a:xfrm>
          <a:custGeom>
            <a:avLst/>
            <a:gdLst/>
            <a:ahLst/>
            <a:cxnLst/>
            <a:rect l="l" t="t" r="r" b="b"/>
            <a:pathLst>
              <a:path w="452120" h="424179">
                <a:moveTo>
                  <a:pt x="39669" y="423591"/>
                </a:moveTo>
                <a:lnTo>
                  <a:pt x="32078" y="421233"/>
                </a:lnTo>
                <a:lnTo>
                  <a:pt x="27472" y="415420"/>
                </a:lnTo>
                <a:lnTo>
                  <a:pt x="26620" y="408042"/>
                </a:lnTo>
                <a:lnTo>
                  <a:pt x="30291" y="400989"/>
                </a:lnTo>
                <a:lnTo>
                  <a:pt x="42912" y="384609"/>
                </a:lnTo>
                <a:lnTo>
                  <a:pt x="50847" y="365865"/>
                </a:lnTo>
                <a:lnTo>
                  <a:pt x="53832" y="345728"/>
                </a:lnTo>
                <a:lnTo>
                  <a:pt x="51603" y="325166"/>
                </a:lnTo>
                <a:lnTo>
                  <a:pt x="29485" y="296918"/>
                </a:lnTo>
                <a:lnTo>
                  <a:pt x="13308" y="265911"/>
                </a:lnTo>
                <a:lnTo>
                  <a:pt x="3377" y="232886"/>
                </a:lnTo>
                <a:lnTo>
                  <a:pt x="0" y="198583"/>
                </a:lnTo>
                <a:lnTo>
                  <a:pt x="5950" y="153108"/>
                </a:lnTo>
                <a:lnTo>
                  <a:pt x="22895" y="111332"/>
                </a:lnTo>
                <a:lnTo>
                  <a:pt x="49477" y="74457"/>
                </a:lnTo>
                <a:lnTo>
                  <a:pt x="84338" y="43684"/>
                </a:lnTo>
                <a:lnTo>
                  <a:pt x="126119" y="20216"/>
                </a:lnTo>
                <a:lnTo>
                  <a:pt x="173461" y="5254"/>
                </a:lnTo>
                <a:lnTo>
                  <a:pt x="225007" y="0"/>
                </a:lnTo>
                <a:lnTo>
                  <a:pt x="276654" y="5254"/>
                </a:lnTo>
                <a:lnTo>
                  <a:pt x="324257" y="20216"/>
                </a:lnTo>
                <a:lnTo>
                  <a:pt x="366395" y="43684"/>
                </a:lnTo>
                <a:lnTo>
                  <a:pt x="401645" y="74457"/>
                </a:lnTo>
                <a:lnTo>
                  <a:pt x="428584" y="111332"/>
                </a:lnTo>
                <a:lnTo>
                  <a:pt x="445790" y="153108"/>
                </a:lnTo>
                <a:lnTo>
                  <a:pt x="449371" y="180015"/>
                </a:lnTo>
                <a:lnTo>
                  <a:pt x="127918" y="180015"/>
                </a:lnTo>
                <a:lnTo>
                  <a:pt x="119335" y="181751"/>
                </a:lnTo>
                <a:lnTo>
                  <a:pt x="112339" y="186488"/>
                </a:lnTo>
                <a:lnTo>
                  <a:pt x="107629" y="193516"/>
                </a:lnTo>
                <a:lnTo>
                  <a:pt x="105903" y="202124"/>
                </a:lnTo>
                <a:lnTo>
                  <a:pt x="107773" y="211166"/>
                </a:lnTo>
                <a:lnTo>
                  <a:pt x="112735" y="218120"/>
                </a:lnTo>
                <a:lnTo>
                  <a:pt x="119820" y="222585"/>
                </a:lnTo>
                <a:lnTo>
                  <a:pt x="128059" y="224163"/>
                </a:lnTo>
                <a:lnTo>
                  <a:pt x="448437" y="224163"/>
                </a:lnTo>
                <a:lnTo>
                  <a:pt x="445790" y="244042"/>
                </a:lnTo>
                <a:lnTo>
                  <a:pt x="428584" y="285805"/>
                </a:lnTo>
                <a:lnTo>
                  <a:pt x="401645" y="322672"/>
                </a:lnTo>
                <a:lnTo>
                  <a:pt x="366395" y="353440"/>
                </a:lnTo>
                <a:lnTo>
                  <a:pt x="324257" y="376905"/>
                </a:lnTo>
                <a:lnTo>
                  <a:pt x="305515" y="382796"/>
                </a:lnTo>
                <a:lnTo>
                  <a:pt x="140790" y="382796"/>
                </a:lnTo>
                <a:lnTo>
                  <a:pt x="118818" y="400179"/>
                </a:lnTo>
                <a:lnTo>
                  <a:pt x="94169" y="412961"/>
                </a:lnTo>
                <a:lnTo>
                  <a:pt x="67550" y="420860"/>
                </a:lnTo>
                <a:lnTo>
                  <a:pt x="39669" y="423591"/>
                </a:lnTo>
                <a:close/>
              </a:path>
              <a:path w="452120" h="424179">
                <a:moveTo>
                  <a:pt x="226015" y="224163"/>
                </a:moveTo>
                <a:lnTo>
                  <a:pt x="133499" y="224163"/>
                </a:lnTo>
                <a:lnTo>
                  <a:pt x="139032" y="222146"/>
                </a:lnTo>
                <a:lnTo>
                  <a:pt x="143533" y="217645"/>
                </a:lnTo>
                <a:lnTo>
                  <a:pt x="149722" y="205929"/>
                </a:lnTo>
                <a:lnTo>
                  <a:pt x="148307" y="193642"/>
                </a:lnTo>
                <a:lnTo>
                  <a:pt x="140602" y="183949"/>
                </a:lnTo>
                <a:lnTo>
                  <a:pt x="127918" y="180015"/>
                </a:lnTo>
                <a:lnTo>
                  <a:pt x="225921" y="180015"/>
                </a:lnTo>
                <a:lnTo>
                  <a:pt x="217317" y="181751"/>
                </a:lnTo>
                <a:lnTo>
                  <a:pt x="210297" y="186488"/>
                </a:lnTo>
                <a:lnTo>
                  <a:pt x="205568" y="193516"/>
                </a:lnTo>
                <a:lnTo>
                  <a:pt x="203835" y="202124"/>
                </a:lnTo>
                <a:lnTo>
                  <a:pt x="205708" y="211166"/>
                </a:lnTo>
                <a:lnTo>
                  <a:pt x="210678" y="218120"/>
                </a:lnTo>
                <a:lnTo>
                  <a:pt x="217772" y="222585"/>
                </a:lnTo>
                <a:lnTo>
                  <a:pt x="226015" y="224163"/>
                </a:lnTo>
                <a:close/>
              </a:path>
              <a:path w="452120" h="424179">
                <a:moveTo>
                  <a:pt x="323994" y="224163"/>
                </a:moveTo>
                <a:lnTo>
                  <a:pt x="231454" y="224163"/>
                </a:lnTo>
                <a:lnTo>
                  <a:pt x="236964" y="222146"/>
                </a:lnTo>
                <a:lnTo>
                  <a:pt x="241465" y="217645"/>
                </a:lnTo>
                <a:lnTo>
                  <a:pt x="247661" y="205929"/>
                </a:lnTo>
                <a:lnTo>
                  <a:pt x="246266" y="193642"/>
                </a:lnTo>
                <a:lnTo>
                  <a:pt x="238584" y="183949"/>
                </a:lnTo>
                <a:lnTo>
                  <a:pt x="225921" y="180015"/>
                </a:lnTo>
                <a:lnTo>
                  <a:pt x="323853" y="180015"/>
                </a:lnTo>
                <a:lnTo>
                  <a:pt x="315256" y="181751"/>
                </a:lnTo>
                <a:lnTo>
                  <a:pt x="308253" y="186488"/>
                </a:lnTo>
                <a:lnTo>
                  <a:pt x="303540" y="193516"/>
                </a:lnTo>
                <a:lnTo>
                  <a:pt x="301814" y="202124"/>
                </a:lnTo>
                <a:lnTo>
                  <a:pt x="303687" y="211166"/>
                </a:lnTo>
                <a:lnTo>
                  <a:pt x="308657" y="218120"/>
                </a:lnTo>
                <a:lnTo>
                  <a:pt x="315751" y="222585"/>
                </a:lnTo>
                <a:lnTo>
                  <a:pt x="323994" y="224163"/>
                </a:lnTo>
                <a:close/>
              </a:path>
              <a:path w="452120" h="424179">
                <a:moveTo>
                  <a:pt x="448437" y="224163"/>
                </a:moveTo>
                <a:lnTo>
                  <a:pt x="329409" y="224163"/>
                </a:lnTo>
                <a:lnTo>
                  <a:pt x="334942" y="222146"/>
                </a:lnTo>
                <a:lnTo>
                  <a:pt x="339444" y="217645"/>
                </a:lnTo>
                <a:lnTo>
                  <a:pt x="345633" y="205929"/>
                </a:lnTo>
                <a:lnTo>
                  <a:pt x="344221" y="193642"/>
                </a:lnTo>
                <a:lnTo>
                  <a:pt x="336523" y="183949"/>
                </a:lnTo>
                <a:lnTo>
                  <a:pt x="323853" y="180015"/>
                </a:lnTo>
                <a:lnTo>
                  <a:pt x="449371" y="180015"/>
                </a:lnTo>
                <a:lnTo>
                  <a:pt x="451842" y="198583"/>
                </a:lnTo>
                <a:lnTo>
                  <a:pt x="448437" y="224163"/>
                </a:lnTo>
                <a:close/>
              </a:path>
              <a:path w="452120" h="424179">
                <a:moveTo>
                  <a:pt x="225007" y="397121"/>
                </a:moveTo>
                <a:lnTo>
                  <a:pt x="224397" y="397121"/>
                </a:lnTo>
                <a:lnTo>
                  <a:pt x="203101" y="396211"/>
                </a:lnTo>
                <a:lnTo>
                  <a:pt x="181987" y="393501"/>
                </a:lnTo>
                <a:lnTo>
                  <a:pt x="161176" y="389020"/>
                </a:lnTo>
                <a:lnTo>
                  <a:pt x="140790" y="382796"/>
                </a:lnTo>
                <a:lnTo>
                  <a:pt x="305515" y="382796"/>
                </a:lnTo>
                <a:lnTo>
                  <a:pt x="276654" y="391866"/>
                </a:lnTo>
                <a:lnTo>
                  <a:pt x="225007" y="397121"/>
                </a:lnTo>
                <a:close/>
              </a:path>
            </a:pathLst>
          </a:custGeom>
          <a:solidFill>
            <a:srgbClr val="500094"/>
          </a:solidFill>
        </p:spPr>
        <p:txBody>
          <a:bodyPr wrap="square" lIns="0" tIns="0" rIns="0" bIns="0" rtlCol="0"/>
          <a:lstStyle/>
          <a:p>
            <a:endParaRPr/>
          </a:p>
        </p:txBody>
      </p:sp>
      <p:grpSp>
        <p:nvGrpSpPr>
          <p:cNvPr id="41" name="object 41"/>
          <p:cNvGrpSpPr/>
          <p:nvPr/>
        </p:nvGrpSpPr>
        <p:grpSpPr>
          <a:xfrm>
            <a:off x="4434945" y="3349738"/>
            <a:ext cx="452120" cy="397510"/>
            <a:chOff x="4434945" y="3349738"/>
            <a:chExt cx="452120" cy="397510"/>
          </a:xfrm>
        </p:grpSpPr>
        <p:sp>
          <p:nvSpPr>
            <p:cNvPr id="42" name="object 42"/>
            <p:cNvSpPr/>
            <p:nvPr/>
          </p:nvSpPr>
          <p:spPr>
            <a:xfrm>
              <a:off x="4434941" y="3482098"/>
              <a:ext cx="452120" cy="264795"/>
            </a:xfrm>
            <a:custGeom>
              <a:avLst/>
              <a:gdLst/>
              <a:ahLst/>
              <a:cxnLst/>
              <a:rect l="l" t="t" r="r" b="b"/>
              <a:pathLst>
                <a:path w="452120" h="264795">
                  <a:moveTo>
                    <a:pt x="174739" y="132397"/>
                  </a:moveTo>
                  <a:lnTo>
                    <a:pt x="132448" y="104140"/>
                  </a:lnTo>
                  <a:lnTo>
                    <a:pt x="132448" y="160553"/>
                  </a:lnTo>
                  <a:lnTo>
                    <a:pt x="174739" y="132397"/>
                  </a:lnTo>
                  <a:close/>
                </a:path>
                <a:path w="452120" h="264795">
                  <a:moveTo>
                    <a:pt x="451840" y="8343"/>
                  </a:moveTo>
                  <a:lnTo>
                    <a:pt x="449173" y="3822"/>
                  </a:lnTo>
                  <a:lnTo>
                    <a:pt x="444919" y="1562"/>
                  </a:lnTo>
                  <a:lnTo>
                    <a:pt x="442976" y="508"/>
                  </a:lnTo>
                  <a:lnTo>
                    <a:pt x="440817" y="0"/>
                  </a:lnTo>
                  <a:lnTo>
                    <a:pt x="436105" y="0"/>
                  </a:lnTo>
                  <a:lnTo>
                    <a:pt x="433527" y="749"/>
                  </a:lnTo>
                  <a:lnTo>
                    <a:pt x="431304" y="2197"/>
                  </a:lnTo>
                  <a:lnTo>
                    <a:pt x="355193" y="52959"/>
                  </a:lnTo>
                  <a:lnTo>
                    <a:pt x="345935" y="52959"/>
                  </a:lnTo>
                  <a:lnTo>
                    <a:pt x="345935" y="79425"/>
                  </a:lnTo>
                  <a:lnTo>
                    <a:pt x="345935" y="185331"/>
                  </a:lnTo>
                  <a:lnTo>
                    <a:pt x="317703" y="185331"/>
                  </a:lnTo>
                  <a:lnTo>
                    <a:pt x="317703" y="79425"/>
                  </a:lnTo>
                  <a:lnTo>
                    <a:pt x="345935" y="79425"/>
                  </a:lnTo>
                  <a:lnTo>
                    <a:pt x="345935" y="52959"/>
                  </a:lnTo>
                  <a:lnTo>
                    <a:pt x="317703" y="52959"/>
                  </a:lnTo>
                  <a:lnTo>
                    <a:pt x="317703" y="39687"/>
                  </a:lnTo>
                  <a:lnTo>
                    <a:pt x="315493" y="26746"/>
                  </a:lnTo>
                  <a:lnTo>
                    <a:pt x="315341" y="26492"/>
                  </a:lnTo>
                  <a:lnTo>
                    <a:pt x="309359" y="15506"/>
                  </a:lnTo>
                  <a:lnTo>
                    <a:pt x="299974" y="6781"/>
                  </a:lnTo>
                  <a:lnTo>
                    <a:pt x="287985" y="1422"/>
                  </a:lnTo>
                  <a:lnTo>
                    <a:pt x="273837" y="12369"/>
                  </a:lnTo>
                  <a:lnTo>
                    <a:pt x="264744" y="16954"/>
                  </a:lnTo>
                  <a:lnTo>
                    <a:pt x="264744" y="58191"/>
                  </a:lnTo>
                  <a:lnTo>
                    <a:pt x="264744" y="73494"/>
                  </a:lnTo>
                  <a:lnTo>
                    <a:pt x="258813" y="79425"/>
                  </a:lnTo>
                  <a:lnTo>
                    <a:pt x="251548" y="79425"/>
                  </a:lnTo>
                  <a:lnTo>
                    <a:pt x="243903" y="77076"/>
                  </a:lnTo>
                  <a:lnTo>
                    <a:pt x="239280" y="71247"/>
                  </a:lnTo>
                  <a:lnTo>
                    <a:pt x="238696" y="66141"/>
                  </a:lnTo>
                  <a:lnTo>
                    <a:pt x="238442" y="63855"/>
                  </a:lnTo>
                  <a:lnTo>
                    <a:pt x="242163" y="56781"/>
                  </a:lnTo>
                  <a:lnTo>
                    <a:pt x="244843" y="54089"/>
                  </a:lnTo>
                  <a:lnTo>
                    <a:pt x="248170" y="52895"/>
                  </a:lnTo>
                  <a:lnTo>
                    <a:pt x="258203" y="52895"/>
                  </a:lnTo>
                  <a:lnTo>
                    <a:pt x="264744" y="58191"/>
                  </a:lnTo>
                  <a:lnTo>
                    <a:pt x="264744" y="16954"/>
                  </a:lnTo>
                  <a:lnTo>
                    <a:pt x="258305" y="20180"/>
                  </a:lnTo>
                  <a:lnTo>
                    <a:pt x="241846" y="24866"/>
                  </a:lnTo>
                  <a:lnTo>
                    <a:pt x="224929" y="26416"/>
                  </a:lnTo>
                  <a:lnTo>
                    <a:pt x="211823" y="25184"/>
                  </a:lnTo>
                  <a:lnTo>
                    <a:pt x="211823" y="132359"/>
                  </a:lnTo>
                  <a:lnTo>
                    <a:pt x="210350" y="138455"/>
                  </a:lnTo>
                  <a:lnTo>
                    <a:pt x="205943" y="143383"/>
                  </a:lnTo>
                  <a:lnTo>
                    <a:pt x="124193" y="197904"/>
                  </a:lnTo>
                  <a:lnTo>
                    <a:pt x="121653" y="198602"/>
                  </a:lnTo>
                  <a:lnTo>
                    <a:pt x="112306" y="198602"/>
                  </a:lnTo>
                  <a:lnTo>
                    <a:pt x="105905" y="193141"/>
                  </a:lnTo>
                  <a:lnTo>
                    <a:pt x="105905" y="71640"/>
                  </a:lnTo>
                  <a:lnTo>
                    <a:pt x="112280" y="66141"/>
                  </a:lnTo>
                  <a:lnTo>
                    <a:pt x="121653" y="66141"/>
                  </a:lnTo>
                  <a:lnTo>
                    <a:pt x="124193" y="66865"/>
                  </a:lnTo>
                  <a:lnTo>
                    <a:pt x="126504" y="68427"/>
                  </a:lnTo>
                  <a:lnTo>
                    <a:pt x="205943" y="121373"/>
                  </a:lnTo>
                  <a:lnTo>
                    <a:pt x="210350" y="126276"/>
                  </a:lnTo>
                  <a:lnTo>
                    <a:pt x="211823" y="132359"/>
                  </a:lnTo>
                  <a:lnTo>
                    <a:pt x="211823" y="25184"/>
                  </a:lnTo>
                  <a:lnTo>
                    <a:pt x="207518" y="24765"/>
                  </a:lnTo>
                  <a:lnTo>
                    <a:pt x="190627" y="19812"/>
                  </a:lnTo>
                  <a:lnTo>
                    <a:pt x="174790" y="11582"/>
                  </a:lnTo>
                  <a:lnTo>
                    <a:pt x="160413" y="25"/>
                  </a:lnTo>
                  <a:lnTo>
                    <a:pt x="157365" y="25"/>
                  </a:lnTo>
                  <a:lnTo>
                    <a:pt x="143052" y="11557"/>
                  </a:lnTo>
                  <a:lnTo>
                    <a:pt x="127152" y="19862"/>
                  </a:lnTo>
                  <a:lnTo>
                    <a:pt x="110248" y="24828"/>
                  </a:lnTo>
                  <a:lnTo>
                    <a:pt x="92824" y="26492"/>
                  </a:lnTo>
                  <a:lnTo>
                    <a:pt x="75907" y="24930"/>
                  </a:lnTo>
                  <a:lnTo>
                    <a:pt x="59448" y="20231"/>
                  </a:lnTo>
                  <a:lnTo>
                    <a:pt x="43929" y="12395"/>
                  </a:lnTo>
                  <a:lnTo>
                    <a:pt x="29794" y="1422"/>
                  </a:lnTo>
                  <a:lnTo>
                    <a:pt x="17767" y="6769"/>
                  </a:lnTo>
                  <a:lnTo>
                    <a:pt x="8356" y="15481"/>
                  </a:lnTo>
                  <a:lnTo>
                    <a:pt x="2222" y="26720"/>
                  </a:lnTo>
                  <a:lnTo>
                    <a:pt x="0" y="39687"/>
                  </a:lnTo>
                  <a:lnTo>
                    <a:pt x="0" y="225005"/>
                  </a:lnTo>
                  <a:lnTo>
                    <a:pt x="3124" y="240474"/>
                  </a:lnTo>
                  <a:lnTo>
                    <a:pt x="11645" y="253098"/>
                  </a:lnTo>
                  <a:lnTo>
                    <a:pt x="24282" y="261607"/>
                  </a:lnTo>
                  <a:lnTo>
                    <a:pt x="39763" y="264769"/>
                  </a:lnTo>
                  <a:lnTo>
                    <a:pt x="278041" y="264769"/>
                  </a:lnTo>
                  <a:lnTo>
                    <a:pt x="293471" y="261645"/>
                  </a:lnTo>
                  <a:lnTo>
                    <a:pt x="306082" y="253123"/>
                  </a:lnTo>
                  <a:lnTo>
                    <a:pt x="314591" y="240487"/>
                  </a:lnTo>
                  <a:lnTo>
                    <a:pt x="317703" y="225005"/>
                  </a:lnTo>
                  <a:lnTo>
                    <a:pt x="317703" y="211797"/>
                  </a:lnTo>
                  <a:lnTo>
                    <a:pt x="355193" y="211797"/>
                  </a:lnTo>
                  <a:lnTo>
                    <a:pt x="433603" y="264045"/>
                  </a:lnTo>
                  <a:lnTo>
                    <a:pt x="436130" y="264744"/>
                  </a:lnTo>
                  <a:lnTo>
                    <a:pt x="445465" y="264744"/>
                  </a:lnTo>
                  <a:lnTo>
                    <a:pt x="451840" y="259283"/>
                  </a:lnTo>
                  <a:lnTo>
                    <a:pt x="451840" y="211797"/>
                  </a:lnTo>
                  <a:lnTo>
                    <a:pt x="451840" y="198602"/>
                  </a:lnTo>
                  <a:lnTo>
                    <a:pt x="451840" y="185331"/>
                  </a:lnTo>
                  <a:lnTo>
                    <a:pt x="451840" y="52959"/>
                  </a:lnTo>
                  <a:lnTo>
                    <a:pt x="451840" y="8343"/>
                  </a:lnTo>
                  <a:close/>
                </a:path>
              </a:pathLst>
            </a:custGeom>
            <a:solidFill>
              <a:srgbClr val="500094"/>
            </a:solidFill>
          </p:spPr>
          <p:txBody>
            <a:bodyPr wrap="square" lIns="0" tIns="0" rIns="0" bIns="0" rtlCol="0"/>
            <a:lstStyle/>
            <a:p>
              <a:endParaRPr/>
            </a:p>
          </p:txBody>
        </p:sp>
        <p:pic>
          <p:nvPicPr>
            <p:cNvPr id="43" name="object 43"/>
            <p:cNvPicPr/>
            <p:nvPr/>
          </p:nvPicPr>
          <p:blipFill>
            <a:blip r:embed="rId12" cstate="print"/>
            <a:stretch>
              <a:fillRect/>
            </a:stretch>
          </p:blipFill>
          <p:spPr>
            <a:xfrm>
              <a:off x="4461486" y="3349738"/>
              <a:ext cx="264770" cy="132373"/>
            </a:xfrm>
            <a:prstGeom prst="rect">
              <a:avLst/>
            </a:prstGeom>
          </p:spPr>
        </p:pic>
      </p:grpSp>
      <p:grpSp>
        <p:nvGrpSpPr>
          <p:cNvPr id="44" name="object 44"/>
          <p:cNvGrpSpPr/>
          <p:nvPr/>
        </p:nvGrpSpPr>
        <p:grpSpPr>
          <a:xfrm>
            <a:off x="4991465" y="3322366"/>
            <a:ext cx="452120" cy="452120"/>
            <a:chOff x="4991465" y="3322366"/>
            <a:chExt cx="452120" cy="452120"/>
          </a:xfrm>
        </p:grpSpPr>
        <p:sp>
          <p:nvSpPr>
            <p:cNvPr id="45" name="object 45"/>
            <p:cNvSpPr/>
            <p:nvPr/>
          </p:nvSpPr>
          <p:spPr>
            <a:xfrm>
              <a:off x="4991465" y="3322366"/>
              <a:ext cx="452120" cy="452120"/>
            </a:xfrm>
            <a:custGeom>
              <a:avLst/>
              <a:gdLst/>
              <a:ahLst/>
              <a:cxnLst/>
              <a:rect l="l" t="t" r="r" b="b"/>
              <a:pathLst>
                <a:path w="452120" h="452120">
                  <a:moveTo>
                    <a:pt x="39752" y="451842"/>
                  </a:moveTo>
                  <a:lnTo>
                    <a:pt x="2910" y="427094"/>
                  </a:lnTo>
                  <a:lnTo>
                    <a:pt x="0" y="412149"/>
                  </a:lnTo>
                  <a:lnTo>
                    <a:pt x="2910" y="397204"/>
                  </a:lnTo>
                  <a:lnTo>
                    <a:pt x="11640" y="384061"/>
                  </a:lnTo>
                  <a:lnTo>
                    <a:pt x="94380" y="301298"/>
                  </a:lnTo>
                  <a:lnTo>
                    <a:pt x="90770" y="289549"/>
                  </a:lnTo>
                  <a:lnTo>
                    <a:pt x="90948" y="277539"/>
                  </a:lnTo>
                  <a:lnTo>
                    <a:pt x="94752" y="266149"/>
                  </a:lnTo>
                  <a:lnTo>
                    <a:pt x="102023" y="256259"/>
                  </a:lnTo>
                  <a:lnTo>
                    <a:pt x="120709" y="237550"/>
                  </a:lnTo>
                  <a:lnTo>
                    <a:pt x="108717" y="189616"/>
                  </a:lnTo>
                  <a:lnTo>
                    <a:pt x="110756" y="140142"/>
                  </a:lnTo>
                  <a:lnTo>
                    <a:pt x="127145" y="92563"/>
                  </a:lnTo>
                  <a:lnTo>
                    <a:pt x="158198" y="50313"/>
                  </a:lnTo>
                  <a:lnTo>
                    <a:pt x="215145" y="12575"/>
                  </a:lnTo>
                  <a:lnTo>
                    <a:pt x="279928" y="0"/>
                  </a:lnTo>
                  <a:lnTo>
                    <a:pt x="312815" y="3146"/>
                  </a:lnTo>
                  <a:lnTo>
                    <a:pt x="344710" y="12584"/>
                  </a:lnTo>
                  <a:lnTo>
                    <a:pt x="371130" y="26470"/>
                  </a:lnTo>
                  <a:lnTo>
                    <a:pt x="279857" y="26470"/>
                  </a:lnTo>
                  <a:lnTo>
                    <a:pt x="252037" y="29129"/>
                  </a:lnTo>
                  <a:lnTo>
                    <a:pt x="199730" y="50406"/>
                  </a:lnTo>
                  <a:lnTo>
                    <a:pt x="149629" y="106809"/>
                  </a:lnTo>
                  <a:lnTo>
                    <a:pt x="135999" y="149669"/>
                  </a:lnTo>
                  <a:lnTo>
                    <a:pt x="135989" y="194292"/>
                  </a:lnTo>
                  <a:lnTo>
                    <a:pt x="149629" y="237183"/>
                  </a:lnTo>
                  <a:lnTo>
                    <a:pt x="176908" y="274969"/>
                  </a:lnTo>
                  <a:lnTo>
                    <a:pt x="225062" y="306904"/>
                  </a:lnTo>
                  <a:lnTo>
                    <a:pt x="279881" y="317546"/>
                  </a:lnTo>
                  <a:lnTo>
                    <a:pt x="371198" y="317546"/>
                  </a:lnTo>
                  <a:lnTo>
                    <a:pt x="363091" y="321789"/>
                  </a:lnTo>
                  <a:lnTo>
                    <a:pt x="111401" y="321789"/>
                  </a:lnTo>
                  <a:lnTo>
                    <a:pt x="92692" y="340499"/>
                  </a:lnTo>
                  <a:lnTo>
                    <a:pt x="111401" y="359209"/>
                  </a:lnTo>
                  <a:lnTo>
                    <a:pt x="148798" y="359209"/>
                  </a:lnTo>
                  <a:lnTo>
                    <a:pt x="67839" y="440237"/>
                  </a:lnTo>
                  <a:lnTo>
                    <a:pt x="61604" y="445314"/>
                  </a:lnTo>
                  <a:lnTo>
                    <a:pt x="54692" y="448941"/>
                  </a:lnTo>
                  <a:lnTo>
                    <a:pt x="47332" y="451117"/>
                  </a:lnTo>
                  <a:lnTo>
                    <a:pt x="39752" y="451842"/>
                  </a:lnTo>
                  <a:close/>
                </a:path>
                <a:path w="452120" h="452120">
                  <a:moveTo>
                    <a:pt x="371198" y="317546"/>
                  </a:moveTo>
                  <a:lnTo>
                    <a:pt x="279881" y="317546"/>
                  </a:lnTo>
                  <a:lnTo>
                    <a:pt x="307718" y="314886"/>
                  </a:lnTo>
                  <a:lnTo>
                    <a:pt x="334717" y="306904"/>
                  </a:lnTo>
                  <a:lnTo>
                    <a:pt x="382854" y="274969"/>
                  </a:lnTo>
                  <a:lnTo>
                    <a:pt x="410099" y="237176"/>
                  </a:lnTo>
                  <a:lnTo>
                    <a:pt x="423716" y="194292"/>
                  </a:lnTo>
                  <a:lnTo>
                    <a:pt x="423722" y="149669"/>
                  </a:lnTo>
                  <a:lnTo>
                    <a:pt x="410099" y="106782"/>
                  </a:lnTo>
                  <a:lnTo>
                    <a:pt x="382854" y="69023"/>
                  </a:lnTo>
                  <a:lnTo>
                    <a:pt x="334688" y="37108"/>
                  </a:lnTo>
                  <a:lnTo>
                    <a:pt x="279857" y="26470"/>
                  </a:lnTo>
                  <a:lnTo>
                    <a:pt x="371130" y="26470"/>
                  </a:lnTo>
                  <a:lnTo>
                    <a:pt x="401563" y="50313"/>
                  </a:lnTo>
                  <a:lnTo>
                    <a:pt x="429512" y="86973"/>
                  </a:lnTo>
                  <a:lnTo>
                    <a:pt x="446282" y="128314"/>
                  </a:lnTo>
                  <a:lnTo>
                    <a:pt x="451872" y="171996"/>
                  </a:lnTo>
                  <a:lnTo>
                    <a:pt x="446282" y="215678"/>
                  </a:lnTo>
                  <a:lnTo>
                    <a:pt x="429512" y="257019"/>
                  </a:lnTo>
                  <a:lnTo>
                    <a:pt x="401563" y="293678"/>
                  </a:lnTo>
                  <a:lnTo>
                    <a:pt x="374324" y="315909"/>
                  </a:lnTo>
                  <a:lnTo>
                    <a:pt x="371198" y="317546"/>
                  </a:lnTo>
                  <a:close/>
                </a:path>
                <a:path w="452120" h="452120">
                  <a:moveTo>
                    <a:pt x="148798" y="359209"/>
                  </a:moveTo>
                  <a:lnTo>
                    <a:pt x="111401" y="359209"/>
                  </a:lnTo>
                  <a:lnTo>
                    <a:pt x="130111" y="340499"/>
                  </a:lnTo>
                  <a:lnTo>
                    <a:pt x="111401" y="321789"/>
                  </a:lnTo>
                  <a:lnTo>
                    <a:pt x="363091" y="321789"/>
                  </a:lnTo>
                  <a:lnTo>
                    <a:pt x="345174" y="331168"/>
                  </a:lnTo>
                  <a:lnTo>
                    <a:pt x="214327" y="331168"/>
                  </a:lnTo>
                  <a:lnTo>
                    <a:pt x="195618" y="349807"/>
                  </a:lnTo>
                  <a:lnTo>
                    <a:pt x="189514" y="354852"/>
                  </a:lnTo>
                  <a:lnTo>
                    <a:pt x="184557" y="357497"/>
                  </a:lnTo>
                  <a:lnTo>
                    <a:pt x="150508" y="357497"/>
                  </a:lnTo>
                  <a:lnTo>
                    <a:pt x="148798" y="359209"/>
                  </a:lnTo>
                  <a:close/>
                </a:path>
                <a:path w="452120" h="452120">
                  <a:moveTo>
                    <a:pt x="279881" y="344039"/>
                  </a:moveTo>
                  <a:lnTo>
                    <a:pt x="263067" y="343225"/>
                  </a:lnTo>
                  <a:lnTo>
                    <a:pt x="246444" y="340795"/>
                  </a:lnTo>
                  <a:lnTo>
                    <a:pt x="230152" y="336769"/>
                  </a:lnTo>
                  <a:lnTo>
                    <a:pt x="214327" y="331168"/>
                  </a:lnTo>
                  <a:lnTo>
                    <a:pt x="345174" y="331168"/>
                  </a:lnTo>
                  <a:lnTo>
                    <a:pt x="344300" y="331625"/>
                  </a:lnTo>
                  <a:lnTo>
                    <a:pt x="312487" y="340958"/>
                  </a:lnTo>
                  <a:lnTo>
                    <a:pt x="279881" y="344039"/>
                  </a:lnTo>
                  <a:close/>
                </a:path>
                <a:path w="452120" h="452120">
                  <a:moveTo>
                    <a:pt x="167717" y="361459"/>
                  </a:moveTo>
                  <a:lnTo>
                    <a:pt x="161879" y="361459"/>
                  </a:lnTo>
                  <a:lnTo>
                    <a:pt x="155994" y="360170"/>
                  </a:lnTo>
                  <a:lnTo>
                    <a:pt x="150508" y="357497"/>
                  </a:lnTo>
                  <a:lnTo>
                    <a:pt x="184557" y="357497"/>
                  </a:lnTo>
                  <a:lnTo>
                    <a:pt x="182678" y="358499"/>
                  </a:lnTo>
                  <a:lnTo>
                    <a:pt x="175337" y="360713"/>
                  </a:lnTo>
                  <a:lnTo>
                    <a:pt x="167717" y="361459"/>
                  </a:lnTo>
                  <a:close/>
                </a:path>
              </a:pathLst>
            </a:custGeom>
            <a:solidFill>
              <a:srgbClr val="500094"/>
            </a:solidFill>
          </p:spPr>
          <p:txBody>
            <a:bodyPr wrap="square" lIns="0" tIns="0" rIns="0" bIns="0" rtlCol="0"/>
            <a:lstStyle/>
            <a:p>
              <a:endParaRPr/>
            </a:p>
          </p:txBody>
        </p:sp>
        <p:pic>
          <p:nvPicPr>
            <p:cNvPr id="46" name="object 46"/>
            <p:cNvPicPr/>
            <p:nvPr/>
          </p:nvPicPr>
          <p:blipFill>
            <a:blip r:embed="rId13" cstate="print"/>
            <a:stretch>
              <a:fillRect/>
            </a:stretch>
          </p:blipFill>
          <p:spPr>
            <a:xfrm>
              <a:off x="5152219" y="3375236"/>
              <a:ext cx="238277" cy="238277"/>
            </a:xfrm>
            <a:prstGeom prst="rect">
              <a:avLst/>
            </a:prstGeom>
          </p:spPr>
        </p:pic>
      </p:grpSp>
      <p:grpSp>
        <p:nvGrpSpPr>
          <p:cNvPr id="47" name="object 47"/>
          <p:cNvGrpSpPr/>
          <p:nvPr/>
        </p:nvGrpSpPr>
        <p:grpSpPr>
          <a:xfrm>
            <a:off x="5550753" y="3357287"/>
            <a:ext cx="448945" cy="382270"/>
            <a:chOff x="5550753" y="3357287"/>
            <a:chExt cx="448945" cy="382270"/>
          </a:xfrm>
        </p:grpSpPr>
        <p:pic>
          <p:nvPicPr>
            <p:cNvPr id="48" name="object 48"/>
            <p:cNvPicPr/>
            <p:nvPr/>
          </p:nvPicPr>
          <p:blipFill>
            <a:blip r:embed="rId14" cstate="print"/>
            <a:stretch>
              <a:fillRect/>
            </a:stretch>
          </p:blipFill>
          <p:spPr>
            <a:xfrm>
              <a:off x="5887455" y="3540702"/>
              <a:ext cx="80699" cy="87616"/>
            </a:xfrm>
            <a:prstGeom prst="rect">
              <a:avLst/>
            </a:prstGeom>
          </p:spPr>
        </p:pic>
        <p:sp>
          <p:nvSpPr>
            <p:cNvPr id="49" name="object 49"/>
            <p:cNvSpPr/>
            <p:nvPr/>
          </p:nvSpPr>
          <p:spPr>
            <a:xfrm>
              <a:off x="5771797" y="3426545"/>
              <a:ext cx="89535" cy="88265"/>
            </a:xfrm>
            <a:custGeom>
              <a:avLst/>
              <a:gdLst/>
              <a:ahLst/>
              <a:cxnLst/>
              <a:rect l="l" t="t" r="r" b="b"/>
              <a:pathLst>
                <a:path w="89535" h="88264">
                  <a:moveTo>
                    <a:pt x="89187" y="87686"/>
                  </a:moveTo>
                  <a:lnTo>
                    <a:pt x="0" y="87686"/>
                  </a:lnTo>
                  <a:lnTo>
                    <a:pt x="0" y="0"/>
                  </a:lnTo>
                  <a:lnTo>
                    <a:pt x="89187" y="0"/>
                  </a:lnTo>
                  <a:lnTo>
                    <a:pt x="89187" y="87686"/>
                  </a:lnTo>
                  <a:close/>
                </a:path>
              </a:pathLst>
            </a:custGeom>
            <a:solidFill>
              <a:srgbClr val="500094"/>
            </a:solidFill>
          </p:spPr>
          <p:txBody>
            <a:bodyPr wrap="square" lIns="0" tIns="0" rIns="0" bIns="0" rtlCol="0"/>
            <a:lstStyle/>
            <a:p>
              <a:endParaRPr/>
            </a:p>
          </p:txBody>
        </p:sp>
        <p:pic>
          <p:nvPicPr>
            <p:cNvPr id="50" name="object 50"/>
            <p:cNvPicPr/>
            <p:nvPr/>
          </p:nvPicPr>
          <p:blipFill>
            <a:blip r:embed="rId15" cstate="print"/>
            <a:stretch>
              <a:fillRect/>
            </a:stretch>
          </p:blipFill>
          <p:spPr>
            <a:xfrm>
              <a:off x="5887455" y="3426545"/>
              <a:ext cx="112116" cy="87686"/>
            </a:xfrm>
            <a:prstGeom prst="rect">
              <a:avLst/>
            </a:prstGeom>
          </p:spPr>
        </p:pic>
        <p:sp>
          <p:nvSpPr>
            <p:cNvPr id="51" name="object 51"/>
            <p:cNvSpPr/>
            <p:nvPr/>
          </p:nvSpPr>
          <p:spPr>
            <a:xfrm>
              <a:off x="5771797" y="3540702"/>
              <a:ext cx="89535" cy="87630"/>
            </a:xfrm>
            <a:custGeom>
              <a:avLst/>
              <a:gdLst/>
              <a:ahLst/>
              <a:cxnLst/>
              <a:rect l="l" t="t" r="r" b="b"/>
              <a:pathLst>
                <a:path w="89535" h="87629">
                  <a:moveTo>
                    <a:pt x="89187" y="87616"/>
                  </a:moveTo>
                  <a:lnTo>
                    <a:pt x="0" y="87616"/>
                  </a:lnTo>
                  <a:lnTo>
                    <a:pt x="0" y="0"/>
                  </a:lnTo>
                  <a:lnTo>
                    <a:pt x="89187" y="0"/>
                  </a:lnTo>
                  <a:lnTo>
                    <a:pt x="89187" y="87616"/>
                  </a:lnTo>
                  <a:close/>
                </a:path>
              </a:pathLst>
            </a:custGeom>
            <a:solidFill>
              <a:srgbClr val="500094"/>
            </a:solidFill>
          </p:spPr>
          <p:txBody>
            <a:bodyPr wrap="square" lIns="0" tIns="0" rIns="0" bIns="0" rtlCol="0"/>
            <a:lstStyle/>
            <a:p>
              <a:endParaRPr/>
            </a:p>
          </p:txBody>
        </p:sp>
        <p:pic>
          <p:nvPicPr>
            <p:cNvPr id="52" name="object 52"/>
            <p:cNvPicPr/>
            <p:nvPr/>
          </p:nvPicPr>
          <p:blipFill>
            <a:blip r:embed="rId16" cstate="print"/>
            <a:stretch>
              <a:fillRect/>
            </a:stretch>
          </p:blipFill>
          <p:spPr>
            <a:xfrm>
              <a:off x="5550753" y="3357287"/>
              <a:ext cx="194574" cy="156944"/>
            </a:xfrm>
            <a:prstGeom prst="rect">
              <a:avLst/>
            </a:prstGeom>
          </p:spPr>
        </p:pic>
        <p:sp>
          <p:nvSpPr>
            <p:cNvPr id="53" name="object 53"/>
            <p:cNvSpPr/>
            <p:nvPr/>
          </p:nvSpPr>
          <p:spPr>
            <a:xfrm>
              <a:off x="5624184" y="3540702"/>
              <a:ext cx="347345" cy="198755"/>
            </a:xfrm>
            <a:custGeom>
              <a:avLst/>
              <a:gdLst/>
              <a:ahLst/>
              <a:cxnLst/>
              <a:rect l="l" t="t" r="r" b="b"/>
              <a:pathLst>
                <a:path w="347345" h="198754">
                  <a:moveTo>
                    <a:pt x="271171" y="198607"/>
                  </a:moveTo>
                  <a:lnTo>
                    <a:pt x="256020" y="196120"/>
                  </a:lnTo>
                  <a:lnTo>
                    <a:pt x="242752" y="189138"/>
                  </a:lnTo>
                  <a:lnTo>
                    <a:pt x="232329" y="178379"/>
                  </a:lnTo>
                  <a:lnTo>
                    <a:pt x="225710" y="164564"/>
                  </a:lnTo>
                  <a:lnTo>
                    <a:pt x="155467" y="164564"/>
                  </a:lnTo>
                  <a:lnTo>
                    <a:pt x="148819" y="178379"/>
                  </a:lnTo>
                  <a:lnTo>
                    <a:pt x="138396" y="189138"/>
                  </a:lnTo>
                  <a:lnTo>
                    <a:pt x="125138" y="196120"/>
                  </a:lnTo>
                  <a:lnTo>
                    <a:pt x="109983" y="198607"/>
                  </a:lnTo>
                  <a:lnTo>
                    <a:pt x="94843" y="196120"/>
                  </a:lnTo>
                  <a:lnTo>
                    <a:pt x="81599" y="189138"/>
                  </a:lnTo>
                  <a:lnTo>
                    <a:pt x="71200" y="178379"/>
                  </a:lnTo>
                  <a:lnTo>
                    <a:pt x="64592" y="164564"/>
                  </a:lnTo>
                  <a:lnTo>
                    <a:pt x="51392" y="164564"/>
                  </a:lnTo>
                  <a:lnTo>
                    <a:pt x="31800" y="160568"/>
                  </a:lnTo>
                  <a:lnTo>
                    <a:pt x="15664" y="149902"/>
                  </a:lnTo>
                  <a:lnTo>
                    <a:pt x="4545" y="134070"/>
                  </a:lnTo>
                  <a:lnTo>
                    <a:pt x="0" y="114578"/>
                  </a:lnTo>
                  <a:lnTo>
                    <a:pt x="3201" y="94837"/>
                  </a:lnTo>
                  <a:lnTo>
                    <a:pt x="13211" y="78296"/>
                  </a:lnTo>
                  <a:lnTo>
                    <a:pt x="28585" y="66573"/>
                  </a:lnTo>
                  <a:lnTo>
                    <a:pt x="47876" y="61286"/>
                  </a:lnTo>
                  <a:lnTo>
                    <a:pt x="29659" y="0"/>
                  </a:lnTo>
                  <a:lnTo>
                    <a:pt x="121143" y="0"/>
                  </a:lnTo>
                  <a:lnTo>
                    <a:pt x="121143" y="87616"/>
                  </a:lnTo>
                  <a:lnTo>
                    <a:pt x="51392" y="87616"/>
                  </a:lnTo>
                  <a:lnTo>
                    <a:pt x="41589" y="89600"/>
                  </a:lnTo>
                  <a:lnTo>
                    <a:pt x="33577" y="95013"/>
                  </a:lnTo>
                  <a:lnTo>
                    <a:pt x="28171" y="103046"/>
                  </a:lnTo>
                  <a:lnTo>
                    <a:pt x="26188" y="112890"/>
                  </a:lnTo>
                  <a:lnTo>
                    <a:pt x="28171" y="122693"/>
                  </a:lnTo>
                  <a:lnTo>
                    <a:pt x="33577" y="130706"/>
                  </a:lnTo>
                  <a:lnTo>
                    <a:pt x="41589" y="136111"/>
                  </a:lnTo>
                  <a:lnTo>
                    <a:pt x="51392" y="138094"/>
                  </a:lnTo>
                  <a:lnTo>
                    <a:pt x="64522" y="138094"/>
                  </a:lnTo>
                  <a:lnTo>
                    <a:pt x="71170" y="124251"/>
                  </a:lnTo>
                  <a:lnTo>
                    <a:pt x="81590" y="113479"/>
                  </a:lnTo>
                  <a:lnTo>
                    <a:pt x="94842" y="106492"/>
                  </a:lnTo>
                  <a:lnTo>
                    <a:pt x="109983" y="104004"/>
                  </a:lnTo>
                  <a:lnTo>
                    <a:pt x="125138" y="106492"/>
                  </a:lnTo>
                  <a:lnTo>
                    <a:pt x="138396" y="113479"/>
                  </a:lnTo>
                  <a:lnTo>
                    <a:pt x="148819" y="124251"/>
                  </a:lnTo>
                  <a:lnTo>
                    <a:pt x="155467" y="138094"/>
                  </a:lnTo>
                  <a:lnTo>
                    <a:pt x="225710" y="138094"/>
                  </a:lnTo>
                  <a:lnTo>
                    <a:pt x="232329" y="124251"/>
                  </a:lnTo>
                  <a:lnTo>
                    <a:pt x="242752" y="113479"/>
                  </a:lnTo>
                  <a:lnTo>
                    <a:pt x="256020" y="106492"/>
                  </a:lnTo>
                  <a:lnTo>
                    <a:pt x="271171" y="104004"/>
                  </a:lnTo>
                  <a:lnTo>
                    <a:pt x="286282" y="106492"/>
                  </a:lnTo>
                  <a:lnTo>
                    <a:pt x="299528" y="113479"/>
                  </a:lnTo>
                  <a:lnTo>
                    <a:pt x="309944" y="124251"/>
                  </a:lnTo>
                  <a:lnTo>
                    <a:pt x="316562" y="138094"/>
                  </a:lnTo>
                  <a:lnTo>
                    <a:pt x="340921" y="138094"/>
                  </a:lnTo>
                  <a:lnTo>
                    <a:pt x="346853" y="143955"/>
                  </a:lnTo>
                  <a:lnTo>
                    <a:pt x="346853" y="158632"/>
                  </a:lnTo>
                  <a:lnTo>
                    <a:pt x="340921" y="164564"/>
                  </a:lnTo>
                  <a:lnTo>
                    <a:pt x="316562" y="164564"/>
                  </a:lnTo>
                  <a:lnTo>
                    <a:pt x="309944" y="178379"/>
                  </a:lnTo>
                  <a:lnTo>
                    <a:pt x="299528" y="189138"/>
                  </a:lnTo>
                  <a:lnTo>
                    <a:pt x="286282" y="196120"/>
                  </a:lnTo>
                  <a:lnTo>
                    <a:pt x="271171" y="198607"/>
                  </a:lnTo>
                  <a:close/>
                </a:path>
              </a:pathLst>
            </a:custGeom>
            <a:solidFill>
              <a:srgbClr val="500094"/>
            </a:solidFill>
          </p:spPr>
          <p:txBody>
            <a:bodyPr wrap="square" lIns="0" tIns="0" rIns="0" bIns="0" rtlCol="0"/>
            <a:lstStyle/>
            <a:p>
              <a:endParaRPr/>
            </a:p>
          </p:txBody>
        </p:sp>
      </p:grpSp>
      <p:sp>
        <p:nvSpPr>
          <p:cNvPr id="54" name="object 54"/>
          <p:cNvSpPr/>
          <p:nvPr/>
        </p:nvSpPr>
        <p:spPr>
          <a:xfrm>
            <a:off x="6131623" y="3322358"/>
            <a:ext cx="397510" cy="452120"/>
          </a:xfrm>
          <a:custGeom>
            <a:avLst/>
            <a:gdLst/>
            <a:ahLst/>
            <a:cxnLst/>
            <a:rect l="l" t="t" r="r" b="b"/>
            <a:pathLst>
              <a:path w="397509" h="452120">
                <a:moveTo>
                  <a:pt x="52933" y="115455"/>
                </a:moveTo>
                <a:lnTo>
                  <a:pt x="13271" y="155117"/>
                </a:lnTo>
                <a:lnTo>
                  <a:pt x="52933" y="194856"/>
                </a:lnTo>
                <a:lnTo>
                  <a:pt x="52933" y="115455"/>
                </a:lnTo>
                <a:close/>
              </a:path>
              <a:path w="397509" h="452120">
                <a:moveTo>
                  <a:pt x="126860" y="306273"/>
                </a:moveTo>
                <a:lnTo>
                  <a:pt x="0" y="179336"/>
                </a:lnTo>
                <a:lnTo>
                  <a:pt x="0" y="418033"/>
                </a:lnTo>
                <a:lnTo>
                  <a:pt x="1397" y="423824"/>
                </a:lnTo>
                <a:lnTo>
                  <a:pt x="3937" y="429196"/>
                </a:lnTo>
                <a:lnTo>
                  <a:pt x="126860" y="306273"/>
                </a:lnTo>
                <a:close/>
              </a:path>
              <a:path w="397509" h="452120">
                <a:moveTo>
                  <a:pt x="211569" y="146519"/>
                </a:moveTo>
                <a:lnTo>
                  <a:pt x="211150" y="139598"/>
                </a:lnTo>
                <a:lnTo>
                  <a:pt x="205524" y="134226"/>
                </a:lnTo>
                <a:lnTo>
                  <a:pt x="198577" y="134162"/>
                </a:lnTo>
                <a:lnTo>
                  <a:pt x="191236" y="134162"/>
                </a:lnTo>
                <a:lnTo>
                  <a:pt x="185305" y="140093"/>
                </a:lnTo>
                <a:lnTo>
                  <a:pt x="185305" y="154698"/>
                </a:lnTo>
                <a:lnTo>
                  <a:pt x="191236" y="160629"/>
                </a:lnTo>
                <a:lnTo>
                  <a:pt x="207695" y="160629"/>
                </a:lnTo>
                <a:lnTo>
                  <a:pt x="210159" y="154343"/>
                </a:lnTo>
                <a:lnTo>
                  <a:pt x="211569" y="146519"/>
                </a:lnTo>
                <a:close/>
              </a:path>
              <a:path w="397509" h="452120">
                <a:moveTo>
                  <a:pt x="317677" y="7645"/>
                </a:moveTo>
                <a:lnTo>
                  <a:pt x="310057" y="0"/>
                </a:lnTo>
                <a:lnTo>
                  <a:pt x="291211" y="0"/>
                </a:lnTo>
                <a:lnTo>
                  <a:pt x="291211" y="147434"/>
                </a:lnTo>
                <a:lnTo>
                  <a:pt x="287858" y="163576"/>
                </a:lnTo>
                <a:lnTo>
                  <a:pt x="278968" y="176110"/>
                </a:lnTo>
                <a:lnTo>
                  <a:pt x="266230" y="184238"/>
                </a:lnTo>
                <a:lnTo>
                  <a:pt x="251383" y="187121"/>
                </a:lnTo>
                <a:lnTo>
                  <a:pt x="247967" y="186817"/>
                </a:lnTo>
                <a:lnTo>
                  <a:pt x="244538" y="186512"/>
                </a:lnTo>
                <a:lnTo>
                  <a:pt x="237782" y="184632"/>
                </a:lnTo>
                <a:lnTo>
                  <a:pt x="231241" y="181419"/>
                </a:lnTo>
                <a:lnTo>
                  <a:pt x="225069" y="176784"/>
                </a:lnTo>
                <a:lnTo>
                  <a:pt x="219125" y="181165"/>
                </a:lnTo>
                <a:lnTo>
                  <a:pt x="212661" y="184289"/>
                </a:lnTo>
                <a:lnTo>
                  <a:pt x="205778" y="186182"/>
                </a:lnTo>
                <a:lnTo>
                  <a:pt x="198716" y="186817"/>
                </a:lnTo>
                <a:lnTo>
                  <a:pt x="190512" y="186817"/>
                </a:lnTo>
                <a:lnTo>
                  <a:pt x="160439" y="157340"/>
                </a:lnTo>
                <a:lnTo>
                  <a:pt x="159270" y="144183"/>
                </a:lnTo>
                <a:lnTo>
                  <a:pt x="162661" y="131038"/>
                </a:lnTo>
                <a:lnTo>
                  <a:pt x="168859" y="121297"/>
                </a:lnTo>
                <a:lnTo>
                  <a:pt x="177355" y="113944"/>
                </a:lnTo>
                <a:lnTo>
                  <a:pt x="187502" y="109308"/>
                </a:lnTo>
                <a:lnTo>
                  <a:pt x="198678" y="107696"/>
                </a:lnTo>
                <a:lnTo>
                  <a:pt x="201434" y="107696"/>
                </a:lnTo>
                <a:lnTo>
                  <a:pt x="236004" y="134023"/>
                </a:lnTo>
                <a:lnTo>
                  <a:pt x="238277" y="147434"/>
                </a:lnTo>
                <a:lnTo>
                  <a:pt x="238277" y="156146"/>
                </a:lnTo>
                <a:lnTo>
                  <a:pt x="244881" y="160515"/>
                </a:lnTo>
                <a:lnTo>
                  <a:pt x="258127" y="160515"/>
                </a:lnTo>
                <a:lnTo>
                  <a:pt x="264744" y="156146"/>
                </a:lnTo>
                <a:lnTo>
                  <a:pt x="264744" y="147434"/>
                </a:lnTo>
                <a:lnTo>
                  <a:pt x="262496" y="130314"/>
                </a:lnTo>
                <a:lnTo>
                  <a:pt x="256044" y="114630"/>
                </a:lnTo>
                <a:lnTo>
                  <a:pt x="250812" y="107696"/>
                </a:lnTo>
                <a:lnTo>
                  <a:pt x="245833" y="101092"/>
                </a:lnTo>
                <a:lnTo>
                  <a:pt x="207251" y="81775"/>
                </a:lnTo>
                <a:lnTo>
                  <a:pt x="198513" y="81191"/>
                </a:lnTo>
                <a:lnTo>
                  <a:pt x="190322" y="81699"/>
                </a:lnTo>
                <a:lnTo>
                  <a:pt x="152819" y="99504"/>
                </a:lnTo>
                <a:lnTo>
                  <a:pt x="132435" y="145161"/>
                </a:lnTo>
                <a:lnTo>
                  <a:pt x="134073" y="162306"/>
                </a:lnTo>
                <a:lnTo>
                  <a:pt x="162941" y="203212"/>
                </a:lnTo>
                <a:lnTo>
                  <a:pt x="198437" y="213525"/>
                </a:lnTo>
                <a:lnTo>
                  <a:pt x="206260" y="213080"/>
                </a:lnTo>
                <a:lnTo>
                  <a:pt x="214122" y="211759"/>
                </a:lnTo>
                <a:lnTo>
                  <a:pt x="221983" y="209550"/>
                </a:lnTo>
                <a:lnTo>
                  <a:pt x="229781" y="206438"/>
                </a:lnTo>
                <a:lnTo>
                  <a:pt x="231851" y="205498"/>
                </a:lnTo>
                <a:lnTo>
                  <a:pt x="233794" y="205054"/>
                </a:lnTo>
                <a:lnTo>
                  <a:pt x="209143" y="239458"/>
                </a:lnTo>
                <a:lnTo>
                  <a:pt x="198437" y="240068"/>
                </a:lnTo>
                <a:lnTo>
                  <a:pt x="185534" y="239166"/>
                </a:lnTo>
                <a:lnTo>
                  <a:pt x="148666" y="225437"/>
                </a:lnTo>
                <a:lnTo>
                  <a:pt x="116535" y="190500"/>
                </a:lnTo>
                <a:lnTo>
                  <a:pt x="106057" y="145161"/>
                </a:lnTo>
                <a:lnTo>
                  <a:pt x="105981" y="144183"/>
                </a:lnTo>
                <a:lnTo>
                  <a:pt x="109880" y="120421"/>
                </a:lnTo>
                <a:lnTo>
                  <a:pt x="134556" y="80340"/>
                </a:lnTo>
                <a:lnTo>
                  <a:pt x="175755" y="57543"/>
                </a:lnTo>
                <a:lnTo>
                  <a:pt x="198526" y="54698"/>
                </a:lnTo>
                <a:lnTo>
                  <a:pt x="210781" y="55511"/>
                </a:lnTo>
                <a:lnTo>
                  <a:pt x="264795" y="82537"/>
                </a:lnTo>
                <a:lnTo>
                  <a:pt x="288086" y="123494"/>
                </a:lnTo>
                <a:lnTo>
                  <a:pt x="291211" y="147434"/>
                </a:lnTo>
                <a:lnTo>
                  <a:pt x="291211" y="0"/>
                </a:lnTo>
                <a:lnTo>
                  <a:pt x="85902" y="0"/>
                </a:lnTo>
                <a:lnTo>
                  <a:pt x="79400" y="6502"/>
                </a:lnTo>
                <a:lnTo>
                  <a:pt x="79400" y="221348"/>
                </a:lnTo>
                <a:lnTo>
                  <a:pt x="151079" y="293001"/>
                </a:lnTo>
                <a:lnTo>
                  <a:pt x="246037" y="293001"/>
                </a:lnTo>
                <a:lnTo>
                  <a:pt x="298970" y="240068"/>
                </a:lnTo>
                <a:lnTo>
                  <a:pt x="317677" y="221348"/>
                </a:lnTo>
                <a:lnTo>
                  <a:pt x="317677" y="205054"/>
                </a:lnTo>
                <a:lnTo>
                  <a:pt x="317677" y="187121"/>
                </a:lnTo>
                <a:lnTo>
                  <a:pt x="317677" y="54698"/>
                </a:lnTo>
                <a:lnTo>
                  <a:pt x="317677" y="7645"/>
                </a:lnTo>
                <a:close/>
              </a:path>
              <a:path w="397509" h="452120">
                <a:moveTo>
                  <a:pt x="374446" y="447903"/>
                </a:moveTo>
                <a:lnTo>
                  <a:pt x="246037" y="319468"/>
                </a:lnTo>
                <a:lnTo>
                  <a:pt x="151079" y="319468"/>
                </a:lnTo>
                <a:lnTo>
                  <a:pt x="22720" y="447903"/>
                </a:lnTo>
                <a:lnTo>
                  <a:pt x="28016" y="450443"/>
                </a:lnTo>
                <a:lnTo>
                  <a:pt x="33807" y="451853"/>
                </a:lnTo>
                <a:lnTo>
                  <a:pt x="363308" y="451853"/>
                </a:lnTo>
                <a:lnTo>
                  <a:pt x="369100" y="450443"/>
                </a:lnTo>
                <a:lnTo>
                  <a:pt x="374446" y="447903"/>
                </a:lnTo>
                <a:close/>
              </a:path>
              <a:path w="397509" h="452120">
                <a:moveTo>
                  <a:pt x="383921" y="155117"/>
                </a:moveTo>
                <a:lnTo>
                  <a:pt x="344182" y="115455"/>
                </a:lnTo>
                <a:lnTo>
                  <a:pt x="344182" y="194856"/>
                </a:lnTo>
                <a:lnTo>
                  <a:pt x="383921" y="155117"/>
                </a:lnTo>
                <a:close/>
              </a:path>
              <a:path w="397509" h="452120">
                <a:moveTo>
                  <a:pt x="397116" y="179336"/>
                </a:moveTo>
                <a:lnTo>
                  <a:pt x="270256" y="306273"/>
                </a:lnTo>
                <a:lnTo>
                  <a:pt x="393153" y="429196"/>
                </a:lnTo>
                <a:lnTo>
                  <a:pt x="395706" y="423824"/>
                </a:lnTo>
                <a:lnTo>
                  <a:pt x="397116" y="418033"/>
                </a:lnTo>
                <a:lnTo>
                  <a:pt x="397116" y="179336"/>
                </a:lnTo>
                <a:close/>
              </a:path>
            </a:pathLst>
          </a:custGeom>
          <a:solidFill>
            <a:srgbClr val="500094"/>
          </a:solidFill>
        </p:spPr>
        <p:txBody>
          <a:bodyPr wrap="square" lIns="0" tIns="0" rIns="0" bIns="0" rtlCol="0"/>
          <a:lstStyle/>
          <a:p>
            <a:endParaRPr/>
          </a:p>
        </p:txBody>
      </p:sp>
      <p:sp>
        <p:nvSpPr>
          <p:cNvPr id="55" name="object 55"/>
          <p:cNvSpPr/>
          <p:nvPr/>
        </p:nvSpPr>
        <p:spPr>
          <a:xfrm>
            <a:off x="1094549" y="3874655"/>
            <a:ext cx="452120" cy="452120"/>
          </a:xfrm>
          <a:custGeom>
            <a:avLst/>
            <a:gdLst/>
            <a:ahLst/>
            <a:cxnLst/>
            <a:rect l="l" t="t" r="r" b="b"/>
            <a:pathLst>
              <a:path w="452119" h="452120">
                <a:moveTo>
                  <a:pt x="80352" y="106756"/>
                </a:moveTo>
                <a:lnTo>
                  <a:pt x="13271" y="156387"/>
                </a:lnTo>
                <a:lnTo>
                  <a:pt x="80352" y="206019"/>
                </a:lnTo>
                <a:lnTo>
                  <a:pt x="80352" y="106756"/>
                </a:lnTo>
                <a:close/>
              </a:path>
              <a:path w="452119" h="452120">
                <a:moveTo>
                  <a:pt x="345097" y="5867"/>
                </a:moveTo>
                <a:lnTo>
                  <a:pt x="339166" y="0"/>
                </a:lnTo>
                <a:lnTo>
                  <a:pt x="318554" y="0"/>
                </a:lnTo>
                <a:lnTo>
                  <a:pt x="318554" y="86207"/>
                </a:lnTo>
                <a:lnTo>
                  <a:pt x="318554" y="100825"/>
                </a:lnTo>
                <a:lnTo>
                  <a:pt x="318554" y="139153"/>
                </a:lnTo>
                <a:lnTo>
                  <a:pt x="318554" y="153784"/>
                </a:lnTo>
                <a:lnTo>
                  <a:pt x="312699" y="159715"/>
                </a:lnTo>
                <a:lnTo>
                  <a:pt x="239128" y="159715"/>
                </a:lnTo>
                <a:lnTo>
                  <a:pt x="239128" y="192112"/>
                </a:lnTo>
                <a:lnTo>
                  <a:pt x="239128" y="206717"/>
                </a:lnTo>
                <a:lnTo>
                  <a:pt x="233260" y="212648"/>
                </a:lnTo>
                <a:lnTo>
                  <a:pt x="139153" y="212648"/>
                </a:lnTo>
                <a:lnTo>
                  <a:pt x="133311" y="206717"/>
                </a:lnTo>
                <a:lnTo>
                  <a:pt x="133311" y="192112"/>
                </a:lnTo>
                <a:lnTo>
                  <a:pt x="139153" y="186182"/>
                </a:lnTo>
                <a:lnTo>
                  <a:pt x="233260" y="186182"/>
                </a:lnTo>
                <a:lnTo>
                  <a:pt x="239128" y="192112"/>
                </a:lnTo>
                <a:lnTo>
                  <a:pt x="239128" y="159715"/>
                </a:lnTo>
                <a:lnTo>
                  <a:pt x="139153" y="159715"/>
                </a:lnTo>
                <a:lnTo>
                  <a:pt x="133311" y="153784"/>
                </a:lnTo>
                <a:lnTo>
                  <a:pt x="133311" y="139153"/>
                </a:lnTo>
                <a:lnTo>
                  <a:pt x="139153" y="133223"/>
                </a:lnTo>
                <a:lnTo>
                  <a:pt x="312699" y="133223"/>
                </a:lnTo>
                <a:lnTo>
                  <a:pt x="318554" y="139153"/>
                </a:lnTo>
                <a:lnTo>
                  <a:pt x="318554" y="100825"/>
                </a:lnTo>
                <a:lnTo>
                  <a:pt x="312699" y="106756"/>
                </a:lnTo>
                <a:lnTo>
                  <a:pt x="139153" y="106756"/>
                </a:lnTo>
                <a:lnTo>
                  <a:pt x="133311" y="100825"/>
                </a:lnTo>
                <a:lnTo>
                  <a:pt x="133311" y="86207"/>
                </a:lnTo>
                <a:lnTo>
                  <a:pt x="139153" y="80276"/>
                </a:lnTo>
                <a:lnTo>
                  <a:pt x="312699" y="80276"/>
                </a:lnTo>
                <a:lnTo>
                  <a:pt x="318554" y="86207"/>
                </a:lnTo>
                <a:lnTo>
                  <a:pt x="318554" y="0"/>
                </a:lnTo>
                <a:lnTo>
                  <a:pt x="112687" y="0"/>
                </a:lnTo>
                <a:lnTo>
                  <a:pt x="106819" y="5867"/>
                </a:lnTo>
                <a:lnTo>
                  <a:pt x="106819" y="225920"/>
                </a:lnTo>
                <a:lnTo>
                  <a:pt x="225933" y="315226"/>
                </a:lnTo>
                <a:lnTo>
                  <a:pt x="345097" y="225920"/>
                </a:lnTo>
                <a:lnTo>
                  <a:pt x="345097" y="212648"/>
                </a:lnTo>
                <a:lnTo>
                  <a:pt x="345097" y="186182"/>
                </a:lnTo>
                <a:lnTo>
                  <a:pt x="345097" y="159715"/>
                </a:lnTo>
                <a:lnTo>
                  <a:pt x="345097" y="133223"/>
                </a:lnTo>
                <a:lnTo>
                  <a:pt x="345097" y="106756"/>
                </a:lnTo>
                <a:lnTo>
                  <a:pt x="345097" y="80276"/>
                </a:lnTo>
                <a:lnTo>
                  <a:pt x="345097" y="5867"/>
                </a:lnTo>
                <a:close/>
              </a:path>
              <a:path w="452119" h="452120">
                <a:moveTo>
                  <a:pt x="438645" y="156387"/>
                </a:moveTo>
                <a:lnTo>
                  <a:pt x="371576" y="106756"/>
                </a:lnTo>
                <a:lnTo>
                  <a:pt x="371576" y="206019"/>
                </a:lnTo>
                <a:lnTo>
                  <a:pt x="438645" y="156387"/>
                </a:lnTo>
                <a:close/>
              </a:path>
              <a:path w="452119" h="452120">
                <a:moveTo>
                  <a:pt x="451853" y="179552"/>
                </a:moveTo>
                <a:lnTo>
                  <a:pt x="233921" y="342430"/>
                </a:lnTo>
                <a:lnTo>
                  <a:pt x="231571" y="344119"/>
                </a:lnTo>
                <a:lnTo>
                  <a:pt x="228828" y="345033"/>
                </a:lnTo>
                <a:lnTo>
                  <a:pt x="223037" y="345033"/>
                </a:lnTo>
                <a:lnTo>
                  <a:pt x="220281" y="344119"/>
                </a:lnTo>
                <a:lnTo>
                  <a:pt x="218020" y="342430"/>
                </a:lnTo>
                <a:lnTo>
                  <a:pt x="0" y="179552"/>
                </a:lnTo>
                <a:lnTo>
                  <a:pt x="0" y="412102"/>
                </a:lnTo>
                <a:lnTo>
                  <a:pt x="3124" y="427558"/>
                </a:lnTo>
                <a:lnTo>
                  <a:pt x="11645" y="440182"/>
                </a:lnTo>
                <a:lnTo>
                  <a:pt x="24282" y="448691"/>
                </a:lnTo>
                <a:lnTo>
                  <a:pt x="39763" y="451840"/>
                </a:lnTo>
                <a:lnTo>
                  <a:pt x="412178" y="451840"/>
                </a:lnTo>
                <a:lnTo>
                  <a:pt x="427609" y="448691"/>
                </a:lnTo>
                <a:lnTo>
                  <a:pt x="440220" y="440182"/>
                </a:lnTo>
                <a:lnTo>
                  <a:pt x="448729" y="427558"/>
                </a:lnTo>
                <a:lnTo>
                  <a:pt x="451853" y="412102"/>
                </a:lnTo>
                <a:lnTo>
                  <a:pt x="451853" y="179552"/>
                </a:lnTo>
                <a:close/>
              </a:path>
            </a:pathLst>
          </a:custGeom>
          <a:solidFill>
            <a:srgbClr val="500094"/>
          </a:solidFill>
        </p:spPr>
        <p:txBody>
          <a:bodyPr wrap="square" lIns="0" tIns="0" rIns="0" bIns="0" rtlCol="0"/>
          <a:lstStyle/>
          <a:p>
            <a:endParaRPr/>
          </a:p>
        </p:txBody>
      </p:sp>
      <p:sp>
        <p:nvSpPr>
          <p:cNvPr id="56" name="object 56"/>
          <p:cNvSpPr/>
          <p:nvPr/>
        </p:nvSpPr>
        <p:spPr>
          <a:xfrm>
            <a:off x="1651127" y="3954983"/>
            <a:ext cx="452120" cy="291465"/>
          </a:xfrm>
          <a:custGeom>
            <a:avLst/>
            <a:gdLst/>
            <a:ahLst/>
            <a:cxnLst/>
            <a:rect l="l" t="t" r="r" b="b"/>
            <a:pathLst>
              <a:path w="452119" h="291464">
                <a:moveTo>
                  <a:pt x="423735" y="1892"/>
                </a:moveTo>
                <a:lnTo>
                  <a:pt x="420001" y="698"/>
                </a:lnTo>
                <a:lnTo>
                  <a:pt x="416039" y="0"/>
                </a:lnTo>
                <a:lnTo>
                  <a:pt x="39674" y="0"/>
                </a:lnTo>
                <a:lnTo>
                  <a:pt x="35712" y="0"/>
                </a:lnTo>
                <a:lnTo>
                  <a:pt x="31775" y="698"/>
                </a:lnTo>
                <a:lnTo>
                  <a:pt x="28016" y="1892"/>
                </a:lnTo>
                <a:lnTo>
                  <a:pt x="225920" y="155435"/>
                </a:lnTo>
                <a:lnTo>
                  <a:pt x="423735" y="1892"/>
                </a:lnTo>
                <a:close/>
              </a:path>
              <a:path w="452119" h="291464">
                <a:moveTo>
                  <a:pt x="451840" y="39662"/>
                </a:moveTo>
                <a:lnTo>
                  <a:pt x="451777" y="32118"/>
                </a:lnTo>
                <a:lnTo>
                  <a:pt x="449567" y="24777"/>
                </a:lnTo>
                <a:lnTo>
                  <a:pt x="445566" y="18427"/>
                </a:lnTo>
                <a:lnTo>
                  <a:pt x="233819" y="182638"/>
                </a:lnTo>
                <a:lnTo>
                  <a:pt x="231457" y="184391"/>
                </a:lnTo>
                <a:lnTo>
                  <a:pt x="228663" y="185293"/>
                </a:lnTo>
                <a:lnTo>
                  <a:pt x="223088" y="185293"/>
                </a:lnTo>
                <a:lnTo>
                  <a:pt x="220294" y="184391"/>
                </a:lnTo>
                <a:lnTo>
                  <a:pt x="217932" y="182638"/>
                </a:lnTo>
                <a:lnTo>
                  <a:pt x="6210" y="18427"/>
                </a:lnTo>
                <a:lnTo>
                  <a:pt x="2108" y="24777"/>
                </a:lnTo>
                <a:lnTo>
                  <a:pt x="0" y="32118"/>
                </a:lnTo>
                <a:lnTo>
                  <a:pt x="0" y="251472"/>
                </a:lnTo>
                <a:lnTo>
                  <a:pt x="3111" y="266928"/>
                </a:lnTo>
                <a:lnTo>
                  <a:pt x="11607" y="279552"/>
                </a:lnTo>
                <a:lnTo>
                  <a:pt x="24218" y="288061"/>
                </a:lnTo>
                <a:lnTo>
                  <a:pt x="39674" y="291211"/>
                </a:lnTo>
                <a:lnTo>
                  <a:pt x="412076" y="291211"/>
                </a:lnTo>
                <a:lnTo>
                  <a:pt x="427558" y="288061"/>
                </a:lnTo>
                <a:lnTo>
                  <a:pt x="440169" y="279552"/>
                </a:lnTo>
                <a:lnTo>
                  <a:pt x="448691" y="266928"/>
                </a:lnTo>
                <a:lnTo>
                  <a:pt x="451840" y="251472"/>
                </a:lnTo>
                <a:lnTo>
                  <a:pt x="451840" y="39662"/>
                </a:lnTo>
                <a:close/>
              </a:path>
            </a:pathLst>
          </a:custGeom>
          <a:solidFill>
            <a:srgbClr val="500094"/>
          </a:solidFill>
        </p:spPr>
        <p:txBody>
          <a:bodyPr wrap="square" lIns="0" tIns="0" rIns="0" bIns="0" rtlCol="0"/>
          <a:lstStyle/>
          <a:p>
            <a:endParaRPr/>
          </a:p>
        </p:txBody>
      </p:sp>
      <p:grpSp>
        <p:nvGrpSpPr>
          <p:cNvPr id="57" name="object 57"/>
          <p:cNvGrpSpPr/>
          <p:nvPr/>
        </p:nvGrpSpPr>
        <p:grpSpPr>
          <a:xfrm>
            <a:off x="2208764" y="3874651"/>
            <a:ext cx="451484" cy="452120"/>
            <a:chOff x="2208764" y="3874651"/>
            <a:chExt cx="451484" cy="452120"/>
          </a:xfrm>
        </p:grpSpPr>
        <p:pic>
          <p:nvPicPr>
            <p:cNvPr id="58" name="object 58"/>
            <p:cNvPicPr/>
            <p:nvPr/>
          </p:nvPicPr>
          <p:blipFill>
            <a:blip r:embed="rId17" cstate="print"/>
            <a:stretch>
              <a:fillRect/>
            </a:stretch>
          </p:blipFill>
          <p:spPr>
            <a:xfrm>
              <a:off x="2526377" y="4140663"/>
              <a:ext cx="133311" cy="132913"/>
            </a:xfrm>
            <a:prstGeom prst="rect">
              <a:avLst/>
            </a:prstGeom>
          </p:spPr>
        </p:pic>
        <p:sp>
          <p:nvSpPr>
            <p:cNvPr id="59" name="object 59"/>
            <p:cNvSpPr/>
            <p:nvPr/>
          </p:nvSpPr>
          <p:spPr>
            <a:xfrm>
              <a:off x="2208764" y="3914789"/>
              <a:ext cx="410845" cy="412115"/>
            </a:xfrm>
            <a:custGeom>
              <a:avLst/>
              <a:gdLst/>
              <a:ahLst/>
              <a:cxnLst/>
              <a:rect l="l" t="t" r="r" b="b"/>
              <a:pathLst>
                <a:path w="410844" h="412114">
                  <a:moveTo>
                    <a:pt x="317237" y="411727"/>
                  </a:moveTo>
                  <a:lnTo>
                    <a:pt x="263078" y="401009"/>
                  </a:lnTo>
                  <a:lnTo>
                    <a:pt x="216375" y="369877"/>
                  </a:lnTo>
                  <a:lnTo>
                    <a:pt x="40650" y="194082"/>
                  </a:lnTo>
                  <a:lnTo>
                    <a:pt x="14855" y="158855"/>
                  </a:lnTo>
                  <a:lnTo>
                    <a:pt x="1324" y="118958"/>
                  </a:lnTo>
                  <a:lnTo>
                    <a:pt x="0" y="77267"/>
                  </a:lnTo>
                  <a:lnTo>
                    <a:pt x="10822" y="36655"/>
                  </a:lnTo>
                  <a:lnTo>
                    <a:pt x="33734" y="0"/>
                  </a:lnTo>
                  <a:lnTo>
                    <a:pt x="145850" y="112046"/>
                  </a:lnTo>
                  <a:lnTo>
                    <a:pt x="140762" y="121671"/>
                  </a:lnTo>
                  <a:lnTo>
                    <a:pt x="139344" y="132162"/>
                  </a:lnTo>
                  <a:lnTo>
                    <a:pt x="141689" y="142477"/>
                  </a:lnTo>
                  <a:lnTo>
                    <a:pt x="147890" y="151575"/>
                  </a:lnTo>
                  <a:lnTo>
                    <a:pt x="258881" y="262637"/>
                  </a:lnTo>
                  <a:lnTo>
                    <a:pt x="264602" y="268404"/>
                  </a:lnTo>
                  <a:lnTo>
                    <a:pt x="272034" y="271217"/>
                  </a:lnTo>
                  <a:lnTo>
                    <a:pt x="286149" y="271217"/>
                  </a:lnTo>
                  <a:lnTo>
                    <a:pt x="292830" y="268990"/>
                  </a:lnTo>
                  <a:lnTo>
                    <a:pt x="298411" y="264676"/>
                  </a:lnTo>
                  <a:lnTo>
                    <a:pt x="410457" y="376723"/>
                  </a:lnTo>
                  <a:lnTo>
                    <a:pt x="388770" y="392231"/>
                  </a:lnTo>
                  <a:lnTo>
                    <a:pt x="365641" y="403149"/>
                  </a:lnTo>
                  <a:lnTo>
                    <a:pt x="341615" y="409604"/>
                  </a:lnTo>
                  <a:lnTo>
                    <a:pt x="317237" y="411727"/>
                  </a:lnTo>
                  <a:close/>
                </a:path>
              </a:pathLst>
            </a:custGeom>
            <a:solidFill>
              <a:srgbClr val="500094"/>
            </a:solidFill>
          </p:spPr>
          <p:txBody>
            <a:bodyPr wrap="square" lIns="0" tIns="0" rIns="0" bIns="0" rtlCol="0"/>
            <a:lstStyle/>
            <a:p>
              <a:endParaRPr/>
            </a:p>
          </p:txBody>
        </p:sp>
        <p:pic>
          <p:nvPicPr>
            <p:cNvPr id="60" name="object 60"/>
            <p:cNvPicPr/>
            <p:nvPr/>
          </p:nvPicPr>
          <p:blipFill>
            <a:blip r:embed="rId18" cstate="print"/>
            <a:stretch>
              <a:fillRect/>
            </a:stretch>
          </p:blipFill>
          <p:spPr>
            <a:xfrm>
              <a:off x="2260504" y="3874651"/>
              <a:ext cx="133293" cy="132982"/>
            </a:xfrm>
            <a:prstGeom prst="rect">
              <a:avLst/>
            </a:prstGeom>
          </p:spPr>
        </p:pic>
      </p:grpSp>
      <p:grpSp>
        <p:nvGrpSpPr>
          <p:cNvPr id="61" name="object 61"/>
          <p:cNvGrpSpPr/>
          <p:nvPr/>
        </p:nvGrpSpPr>
        <p:grpSpPr>
          <a:xfrm>
            <a:off x="2764588" y="3902374"/>
            <a:ext cx="452120" cy="396875"/>
            <a:chOff x="2764588" y="3902374"/>
            <a:chExt cx="452120" cy="396875"/>
          </a:xfrm>
        </p:grpSpPr>
        <p:pic>
          <p:nvPicPr>
            <p:cNvPr id="62" name="object 62"/>
            <p:cNvPicPr/>
            <p:nvPr/>
          </p:nvPicPr>
          <p:blipFill>
            <a:blip r:embed="rId19" cstate="print"/>
            <a:stretch>
              <a:fillRect/>
            </a:stretch>
          </p:blipFill>
          <p:spPr>
            <a:xfrm>
              <a:off x="3104666" y="3975570"/>
              <a:ext cx="111753" cy="250703"/>
            </a:xfrm>
            <a:prstGeom prst="rect">
              <a:avLst/>
            </a:prstGeom>
          </p:spPr>
        </p:pic>
        <p:sp>
          <p:nvSpPr>
            <p:cNvPr id="63" name="object 63"/>
            <p:cNvSpPr/>
            <p:nvPr/>
          </p:nvSpPr>
          <p:spPr>
            <a:xfrm>
              <a:off x="2764588" y="3902374"/>
              <a:ext cx="318770" cy="396875"/>
            </a:xfrm>
            <a:custGeom>
              <a:avLst/>
              <a:gdLst/>
              <a:ahLst/>
              <a:cxnLst/>
              <a:rect l="l" t="t" r="r" b="b"/>
              <a:pathLst>
                <a:path w="318769" h="396875">
                  <a:moveTo>
                    <a:pt x="279916" y="396417"/>
                  </a:moveTo>
                  <a:lnTo>
                    <a:pt x="278697" y="396417"/>
                  </a:lnTo>
                  <a:lnTo>
                    <a:pt x="265214" y="394027"/>
                  </a:lnTo>
                  <a:lnTo>
                    <a:pt x="253590" y="387358"/>
                  </a:lnTo>
                  <a:lnTo>
                    <a:pt x="244800" y="377159"/>
                  </a:lnTo>
                  <a:lnTo>
                    <a:pt x="239824" y="364179"/>
                  </a:lnTo>
                  <a:lnTo>
                    <a:pt x="142056" y="290912"/>
                  </a:lnTo>
                  <a:lnTo>
                    <a:pt x="92633" y="290912"/>
                  </a:lnTo>
                  <a:lnTo>
                    <a:pt x="80501" y="288968"/>
                  </a:lnTo>
                  <a:lnTo>
                    <a:pt x="69782" y="283573"/>
                  </a:lnTo>
                  <a:lnTo>
                    <a:pt x="61169" y="275225"/>
                  </a:lnTo>
                  <a:lnTo>
                    <a:pt x="55354" y="264418"/>
                  </a:lnTo>
                  <a:lnTo>
                    <a:pt x="133217" y="264418"/>
                  </a:lnTo>
                  <a:lnTo>
                    <a:pt x="133217" y="132045"/>
                  </a:lnTo>
                  <a:lnTo>
                    <a:pt x="55354" y="132045"/>
                  </a:lnTo>
                  <a:lnTo>
                    <a:pt x="61169" y="121212"/>
                  </a:lnTo>
                  <a:lnTo>
                    <a:pt x="69782" y="112857"/>
                  </a:lnTo>
                  <a:lnTo>
                    <a:pt x="80501" y="107478"/>
                  </a:lnTo>
                  <a:lnTo>
                    <a:pt x="92633" y="105575"/>
                  </a:lnTo>
                  <a:lnTo>
                    <a:pt x="142056" y="105575"/>
                  </a:lnTo>
                  <a:lnTo>
                    <a:pt x="239824" y="32214"/>
                  </a:lnTo>
                  <a:lnTo>
                    <a:pt x="244811" y="19228"/>
                  </a:lnTo>
                  <a:lnTo>
                    <a:pt x="253628" y="9038"/>
                  </a:lnTo>
                  <a:lnTo>
                    <a:pt x="265284" y="2382"/>
                  </a:lnTo>
                  <a:lnTo>
                    <a:pt x="278791" y="0"/>
                  </a:lnTo>
                  <a:lnTo>
                    <a:pt x="279986" y="0"/>
                  </a:lnTo>
                  <a:lnTo>
                    <a:pt x="315675" y="24885"/>
                  </a:lnTo>
                  <a:lnTo>
                    <a:pt x="315925" y="26141"/>
                  </a:lnTo>
                  <a:lnTo>
                    <a:pt x="271522" y="26141"/>
                  </a:lnTo>
                  <a:lnTo>
                    <a:pt x="265591" y="32002"/>
                  </a:lnTo>
                  <a:lnTo>
                    <a:pt x="265591" y="364390"/>
                  </a:lnTo>
                  <a:lnTo>
                    <a:pt x="271522" y="370251"/>
                  </a:lnTo>
                  <a:lnTo>
                    <a:pt x="315955" y="370251"/>
                  </a:lnTo>
                  <a:lnTo>
                    <a:pt x="315704" y="371521"/>
                  </a:lnTo>
                  <a:lnTo>
                    <a:pt x="308048" y="383604"/>
                  </a:lnTo>
                  <a:lnTo>
                    <a:pt x="296606" y="392205"/>
                  </a:lnTo>
                  <a:lnTo>
                    <a:pt x="282401" y="396229"/>
                  </a:lnTo>
                  <a:lnTo>
                    <a:pt x="281158" y="396346"/>
                  </a:lnTo>
                  <a:lnTo>
                    <a:pt x="279916" y="396417"/>
                  </a:lnTo>
                  <a:close/>
                </a:path>
                <a:path w="318769" h="396875">
                  <a:moveTo>
                    <a:pt x="315955" y="370251"/>
                  </a:moveTo>
                  <a:lnTo>
                    <a:pt x="286152" y="370251"/>
                  </a:lnTo>
                  <a:lnTo>
                    <a:pt x="292061" y="364390"/>
                  </a:lnTo>
                  <a:lnTo>
                    <a:pt x="292061" y="32002"/>
                  </a:lnTo>
                  <a:lnTo>
                    <a:pt x="286152" y="26141"/>
                  </a:lnTo>
                  <a:lnTo>
                    <a:pt x="315925" y="26141"/>
                  </a:lnTo>
                  <a:lnTo>
                    <a:pt x="318554" y="39364"/>
                  </a:lnTo>
                  <a:lnTo>
                    <a:pt x="318554" y="357052"/>
                  </a:lnTo>
                  <a:lnTo>
                    <a:pt x="315955" y="370251"/>
                  </a:lnTo>
                  <a:close/>
                </a:path>
                <a:path w="318769" h="396875">
                  <a:moveTo>
                    <a:pt x="85271" y="264418"/>
                  </a:moveTo>
                  <a:lnTo>
                    <a:pt x="39669" y="264418"/>
                  </a:lnTo>
                  <a:lnTo>
                    <a:pt x="24213" y="261269"/>
                  </a:lnTo>
                  <a:lnTo>
                    <a:pt x="11605" y="252760"/>
                  </a:lnTo>
                  <a:lnTo>
                    <a:pt x="3112" y="240146"/>
                  </a:lnTo>
                  <a:lnTo>
                    <a:pt x="0" y="224678"/>
                  </a:lnTo>
                  <a:lnTo>
                    <a:pt x="0" y="171738"/>
                  </a:lnTo>
                  <a:lnTo>
                    <a:pt x="3112" y="156268"/>
                  </a:lnTo>
                  <a:lnTo>
                    <a:pt x="11605" y="143653"/>
                  </a:lnTo>
                  <a:lnTo>
                    <a:pt x="24213" y="135157"/>
                  </a:lnTo>
                  <a:lnTo>
                    <a:pt x="39669" y="132045"/>
                  </a:lnTo>
                  <a:lnTo>
                    <a:pt x="85271" y="132045"/>
                  </a:lnTo>
                  <a:lnTo>
                    <a:pt x="79433" y="137906"/>
                  </a:lnTo>
                  <a:lnTo>
                    <a:pt x="79433" y="258510"/>
                  </a:lnTo>
                  <a:lnTo>
                    <a:pt x="85271" y="264418"/>
                  </a:lnTo>
                  <a:close/>
                </a:path>
              </a:pathLst>
            </a:custGeom>
            <a:solidFill>
              <a:srgbClr val="500094"/>
            </a:solidFill>
          </p:spPr>
          <p:txBody>
            <a:bodyPr wrap="square" lIns="0" tIns="0" rIns="0" bIns="0" rtlCol="0"/>
            <a:lstStyle/>
            <a:p>
              <a:endParaRPr/>
            </a:p>
          </p:txBody>
        </p:sp>
      </p:grpSp>
      <p:sp>
        <p:nvSpPr>
          <p:cNvPr id="64" name="object 64"/>
          <p:cNvSpPr/>
          <p:nvPr/>
        </p:nvSpPr>
        <p:spPr>
          <a:xfrm>
            <a:off x="3328682" y="3874680"/>
            <a:ext cx="452120" cy="452120"/>
          </a:xfrm>
          <a:custGeom>
            <a:avLst/>
            <a:gdLst/>
            <a:ahLst/>
            <a:cxnLst/>
            <a:rect l="l" t="t" r="r" b="b"/>
            <a:pathLst>
              <a:path w="452120" h="452120">
                <a:moveTo>
                  <a:pt x="371729" y="211810"/>
                </a:moveTo>
                <a:lnTo>
                  <a:pt x="361251" y="169341"/>
                </a:lnTo>
                <a:lnTo>
                  <a:pt x="347802" y="144830"/>
                </a:lnTo>
                <a:lnTo>
                  <a:pt x="338594" y="131953"/>
                </a:lnTo>
                <a:lnTo>
                  <a:pt x="326923" y="143624"/>
                </a:lnTo>
                <a:lnTo>
                  <a:pt x="323710" y="144830"/>
                </a:lnTo>
                <a:lnTo>
                  <a:pt x="320636" y="144830"/>
                </a:lnTo>
                <a:lnTo>
                  <a:pt x="320408" y="144754"/>
                </a:lnTo>
                <a:lnTo>
                  <a:pt x="313461" y="142608"/>
                </a:lnTo>
                <a:lnTo>
                  <a:pt x="308406" y="137033"/>
                </a:lnTo>
                <a:lnTo>
                  <a:pt x="307073" y="129654"/>
                </a:lnTo>
                <a:lnTo>
                  <a:pt x="311073" y="122059"/>
                </a:lnTo>
                <a:lnTo>
                  <a:pt x="319963" y="113245"/>
                </a:lnTo>
                <a:lnTo>
                  <a:pt x="309422" y="105816"/>
                </a:lnTo>
                <a:lnTo>
                  <a:pt x="302133" y="100672"/>
                </a:lnTo>
                <a:lnTo>
                  <a:pt x="294259" y="96774"/>
                </a:lnTo>
                <a:lnTo>
                  <a:pt x="294259" y="167894"/>
                </a:lnTo>
                <a:lnTo>
                  <a:pt x="294259" y="176288"/>
                </a:lnTo>
                <a:lnTo>
                  <a:pt x="245503" y="225082"/>
                </a:lnTo>
                <a:lnTo>
                  <a:pt x="289128" y="268643"/>
                </a:lnTo>
                <a:lnTo>
                  <a:pt x="293090" y="276263"/>
                </a:lnTo>
                <a:lnTo>
                  <a:pt x="291706" y="283616"/>
                </a:lnTo>
                <a:lnTo>
                  <a:pt x="286588" y="289153"/>
                </a:lnTo>
                <a:lnTo>
                  <a:pt x="279400" y="291338"/>
                </a:lnTo>
                <a:lnTo>
                  <a:pt x="276326" y="291338"/>
                </a:lnTo>
                <a:lnTo>
                  <a:pt x="273138" y="290169"/>
                </a:lnTo>
                <a:lnTo>
                  <a:pt x="212229" y="229222"/>
                </a:lnTo>
                <a:lnTo>
                  <a:pt x="212229" y="220840"/>
                </a:lnTo>
                <a:lnTo>
                  <a:pt x="272948" y="160159"/>
                </a:lnTo>
                <a:lnTo>
                  <a:pt x="276352" y="158864"/>
                </a:lnTo>
                <a:lnTo>
                  <a:pt x="283133" y="158864"/>
                </a:lnTo>
                <a:lnTo>
                  <a:pt x="286499" y="160159"/>
                </a:lnTo>
                <a:lnTo>
                  <a:pt x="289128" y="162737"/>
                </a:lnTo>
                <a:lnTo>
                  <a:pt x="294259" y="167894"/>
                </a:lnTo>
                <a:lnTo>
                  <a:pt x="294259" y="96774"/>
                </a:lnTo>
                <a:lnTo>
                  <a:pt x="282168" y="90779"/>
                </a:lnTo>
                <a:lnTo>
                  <a:pt x="260680" y="83845"/>
                </a:lnTo>
                <a:lnTo>
                  <a:pt x="238277" y="80137"/>
                </a:lnTo>
                <a:lnTo>
                  <a:pt x="238239" y="101447"/>
                </a:lnTo>
                <a:lnTo>
                  <a:pt x="231660" y="105816"/>
                </a:lnTo>
                <a:lnTo>
                  <a:pt x="218414" y="105816"/>
                </a:lnTo>
                <a:lnTo>
                  <a:pt x="211810" y="101447"/>
                </a:lnTo>
                <a:lnTo>
                  <a:pt x="211810" y="80137"/>
                </a:lnTo>
                <a:lnTo>
                  <a:pt x="190119" y="83743"/>
                </a:lnTo>
                <a:lnTo>
                  <a:pt x="169354" y="90576"/>
                </a:lnTo>
                <a:lnTo>
                  <a:pt x="149847" y="100457"/>
                </a:lnTo>
                <a:lnTo>
                  <a:pt x="131978" y="113245"/>
                </a:lnTo>
                <a:lnTo>
                  <a:pt x="140792" y="122059"/>
                </a:lnTo>
                <a:lnTo>
                  <a:pt x="144792" y="129654"/>
                </a:lnTo>
                <a:lnTo>
                  <a:pt x="143421" y="137007"/>
                </a:lnTo>
                <a:lnTo>
                  <a:pt x="138315" y="142557"/>
                </a:lnTo>
                <a:lnTo>
                  <a:pt x="131127" y="144754"/>
                </a:lnTo>
                <a:lnTo>
                  <a:pt x="128054" y="144754"/>
                </a:lnTo>
                <a:lnTo>
                  <a:pt x="124891" y="143586"/>
                </a:lnTo>
                <a:lnTo>
                  <a:pt x="113271" y="131953"/>
                </a:lnTo>
                <a:lnTo>
                  <a:pt x="100482" y="149834"/>
                </a:lnTo>
                <a:lnTo>
                  <a:pt x="90614" y="169341"/>
                </a:lnTo>
                <a:lnTo>
                  <a:pt x="83794" y="190119"/>
                </a:lnTo>
                <a:lnTo>
                  <a:pt x="80137" y="211810"/>
                </a:lnTo>
                <a:lnTo>
                  <a:pt x="92633" y="211810"/>
                </a:lnTo>
                <a:lnTo>
                  <a:pt x="102450" y="215950"/>
                </a:lnTo>
                <a:lnTo>
                  <a:pt x="105740" y="225044"/>
                </a:lnTo>
                <a:lnTo>
                  <a:pt x="102476" y="234137"/>
                </a:lnTo>
                <a:lnTo>
                  <a:pt x="92633" y="238277"/>
                </a:lnTo>
                <a:lnTo>
                  <a:pt x="80060" y="238277"/>
                </a:lnTo>
                <a:lnTo>
                  <a:pt x="83820" y="260680"/>
                </a:lnTo>
                <a:lnTo>
                  <a:pt x="90754" y="282155"/>
                </a:lnTo>
                <a:lnTo>
                  <a:pt x="100634" y="302094"/>
                </a:lnTo>
                <a:lnTo>
                  <a:pt x="113195" y="319887"/>
                </a:lnTo>
                <a:lnTo>
                  <a:pt x="124853" y="308241"/>
                </a:lnTo>
                <a:lnTo>
                  <a:pt x="128016" y="307047"/>
                </a:lnTo>
                <a:lnTo>
                  <a:pt x="131089" y="307047"/>
                </a:lnTo>
                <a:lnTo>
                  <a:pt x="138252" y="309257"/>
                </a:lnTo>
                <a:lnTo>
                  <a:pt x="143332" y="314858"/>
                </a:lnTo>
                <a:lnTo>
                  <a:pt x="144691" y="322249"/>
                </a:lnTo>
                <a:lnTo>
                  <a:pt x="140716" y="329831"/>
                </a:lnTo>
                <a:lnTo>
                  <a:pt x="131902" y="338670"/>
                </a:lnTo>
                <a:lnTo>
                  <a:pt x="149771" y="351421"/>
                </a:lnTo>
                <a:lnTo>
                  <a:pt x="169278" y="361289"/>
                </a:lnTo>
                <a:lnTo>
                  <a:pt x="190055" y="368122"/>
                </a:lnTo>
                <a:lnTo>
                  <a:pt x="211734" y="371779"/>
                </a:lnTo>
                <a:lnTo>
                  <a:pt x="211734" y="350443"/>
                </a:lnTo>
                <a:lnTo>
                  <a:pt x="218376" y="346062"/>
                </a:lnTo>
                <a:lnTo>
                  <a:pt x="231622" y="346062"/>
                </a:lnTo>
                <a:lnTo>
                  <a:pt x="238201" y="350443"/>
                </a:lnTo>
                <a:lnTo>
                  <a:pt x="238201" y="371779"/>
                </a:lnTo>
                <a:lnTo>
                  <a:pt x="260616" y="368033"/>
                </a:lnTo>
                <a:lnTo>
                  <a:pt x="282092" y="361086"/>
                </a:lnTo>
                <a:lnTo>
                  <a:pt x="302031" y="351205"/>
                </a:lnTo>
                <a:lnTo>
                  <a:pt x="309333" y="346062"/>
                </a:lnTo>
                <a:lnTo>
                  <a:pt x="319824" y="338670"/>
                </a:lnTo>
                <a:lnTo>
                  <a:pt x="311010" y="329831"/>
                </a:lnTo>
                <a:lnTo>
                  <a:pt x="307060" y="322262"/>
                </a:lnTo>
                <a:lnTo>
                  <a:pt x="308394" y="314871"/>
                </a:lnTo>
                <a:lnTo>
                  <a:pt x="313423" y="309257"/>
                </a:lnTo>
                <a:lnTo>
                  <a:pt x="320522" y="307047"/>
                </a:lnTo>
                <a:lnTo>
                  <a:pt x="323659" y="307022"/>
                </a:lnTo>
                <a:lnTo>
                  <a:pt x="326859" y="308216"/>
                </a:lnTo>
                <a:lnTo>
                  <a:pt x="338531" y="319887"/>
                </a:lnTo>
                <a:lnTo>
                  <a:pt x="347611" y="307022"/>
                </a:lnTo>
                <a:lnTo>
                  <a:pt x="367906" y="260680"/>
                </a:lnTo>
                <a:lnTo>
                  <a:pt x="371652" y="238277"/>
                </a:lnTo>
                <a:lnTo>
                  <a:pt x="359156" y="238277"/>
                </a:lnTo>
                <a:lnTo>
                  <a:pt x="349338" y="234137"/>
                </a:lnTo>
                <a:lnTo>
                  <a:pt x="346049" y="225044"/>
                </a:lnTo>
                <a:lnTo>
                  <a:pt x="349326" y="215950"/>
                </a:lnTo>
                <a:lnTo>
                  <a:pt x="359156" y="211810"/>
                </a:lnTo>
                <a:lnTo>
                  <a:pt x="371729" y="211810"/>
                </a:lnTo>
                <a:close/>
              </a:path>
              <a:path w="452120" h="452120">
                <a:moveTo>
                  <a:pt x="451840" y="225082"/>
                </a:moveTo>
                <a:lnTo>
                  <a:pt x="447192" y="179768"/>
                </a:lnTo>
                <a:lnTo>
                  <a:pt x="433857" y="137541"/>
                </a:lnTo>
                <a:lnTo>
                  <a:pt x="412800" y="99314"/>
                </a:lnTo>
                <a:lnTo>
                  <a:pt x="398907" y="82677"/>
                </a:lnTo>
                <a:lnTo>
                  <a:pt x="398907" y="225082"/>
                </a:lnTo>
                <a:lnTo>
                  <a:pt x="392671" y="270433"/>
                </a:lnTo>
                <a:lnTo>
                  <a:pt x="374954" y="312178"/>
                </a:lnTo>
                <a:lnTo>
                  <a:pt x="347624" y="347459"/>
                </a:lnTo>
                <a:lnTo>
                  <a:pt x="312369" y="374840"/>
                </a:lnTo>
                <a:lnTo>
                  <a:pt x="270916" y="392569"/>
                </a:lnTo>
                <a:lnTo>
                  <a:pt x="225005" y="398881"/>
                </a:lnTo>
                <a:lnTo>
                  <a:pt x="179412" y="392607"/>
                </a:lnTo>
                <a:lnTo>
                  <a:pt x="138353" y="374942"/>
                </a:lnTo>
                <a:lnTo>
                  <a:pt x="103505" y="347611"/>
                </a:lnTo>
                <a:lnTo>
                  <a:pt x="76542" y="312369"/>
                </a:lnTo>
                <a:lnTo>
                  <a:pt x="59143" y="270941"/>
                </a:lnTo>
                <a:lnTo>
                  <a:pt x="52959" y="225082"/>
                </a:lnTo>
                <a:lnTo>
                  <a:pt x="59055" y="179768"/>
                </a:lnTo>
                <a:lnTo>
                  <a:pt x="76441" y="138379"/>
                </a:lnTo>
                <a:lnTo>
                  <a:pt x="103327" y="103505"/>
                </a:lnTo>
                <a:lnTo>
                  <a:pt x="138137" y="76530"/>
                </a:lnTo>
                <a:lnTo>
                  <a:pt x="179247" y="59118"/>
                </a:lnTo>
                <a:lnTo>
                  <a:pt x="225005" y="52946"/>
                </a:lnTo>
                <a:lnTo>
                  <a:pt x="270764" y="59093"/>
                </a:lnTo>
                <a:lnTo>
                  <a:pt x="312166" y="76441"/>
                </a:lnTo>
                <a:lnTo>
                  <a:pt x="347459" y="103352"/>
                </a:lnTo>
                <a:lnTo>
                  <a:pt x="374853" y="138188"/>
                </a:lnTo>
                <a:lnTo>
                  <a:pt x="392595" y="179311"/>
                </a:lnTo>
                <a:lnTo>
                  <a:pt x="398907" y="225082"/>
                </a:lnTo>
                <a:lnTo>
                  <a:pt x="398907" y="82677"/>
                </a:lnTo>
                <a:lnTo>
                  <a:pt x="384975" y="65989"/>
                </a:lnTo>
                <a:lnTo>
                  <a:pt x="368998" y="52946"/>
                </a:lnTo>
                <a:lnTo>
                  <a:pt x="351320" y="38493"/>
                </a:lnTo>
                <a:lnTo>
                  <a:pt x="312813" y="17716"/>
                </a:lnTo>
                <a:lnTo>
                  <a:pt x="270395" y="4584"/>
                </a:lnTo>
                <a:lnTo>
                  <a:pt x="225005" y="0"/>
                </a:lnTo>
                <a:lnTo>
                  <a:pt x="179705" y="4584"/>
                </a:lnTo>
                <a:lnTo>
                  <a:pt x="137490" y="17716"/>
                </a:lnTo>
                <a:lnTo>
                  <a:pt x="99275" y="38493"/>
                </a:lnTo>
                <a:lnTo>
                  <a:pt x="65963" y="65989"/>
                </a:lnTo>
                <a:lnTo>
                  <a:pt x="38468" y="99314"/>
                </a:lnTo>
                <a:lnTo>
                  <a:pt x="17703" y="137541"/>
                </a:lnTo>
                <a:lnTo>
                  <a:pt x="4584" y="179768"/>
                </a:lnTo>
                <a:lnTo>
                  <a:pt x="0" y="225082"/>
                </a:lnTo>
                <a:lnTo>
                  <a:pt x="4584" y="270433"/>
                </a:lnTo>
                <a:lnTo>
                  <a:pt x="17703" y="312839"/>
                </a:lnTo>
                <a:lnTo>
                  <a:pt x="38468" y="351345"/>
                </a:lnTo>
                <a:lnTo>
                  <a:pt x="65963" y="384975"/>
                </a:lnTo>
                <a:lnTo>
                  <a:pt x="99275" y="412800"/>
                </a:lnTo>
                <a:lnTo>
                  <a:pt x="137490" y="433857"/>
                </a:lnTo>
                <a:lnTo>
                  <a:pt x="179705" y="447192"/>
                </a:lnTo>
                <a:lnTo>
                  <a:pt x="225005" y="451840"/>
                </a:lnTo>
                <a:lnTo>
                  <a:pt x="270395" y="447192"/>
                </a:lnTo>
                <a:lnTo>
                  <a:pt x="312813" y="433857"/>
                </a:lnTo>
                <a:lnTo>
                  <a:pt x="351320" y="412800"/>
                </a:lnTo>
                <a:lnTo>
                  <a:pt x="384975" y="384975"/>
                </a:lnTo>
                <a:lnTo>
                  <a:pt x="412800" y="351345"/>
                </a:lnTo>
                <a:lnTo>
                  <a:pt x="433857" y="312839"/>
                </a:lnTo>
                <a:lnTo>
                  <a:pt x="447192" y="270433"/>
                </a:lnTo>
                <a:lnTo>
                  <a:pt x="451840" y="225082"/>
                </a:lnTo>
                <a:close/>
              </a:path>
            </a:pathLst>
          </a:custGeom>
          <a:solidFill>
            <a:srgbClr val="500094"/>
          </a:solidFill>
        </p:spPr>
        <p:txBody>
          <a:bodyPr wrap="square" lIns="0" tIns="0" rIns="0" bIns="0" rtlCol="0"/>
          <a:lstStyle/>
          <a:p>
            <a:endParaRPr/>
          </a:p>
        </p:txBody>
      </p:sp>
      <p:grpSp>
        <p:nvGrpSpPr>
          <p:cNvPr id="65" name="object 65"/>
          <p:cNvGrpSpPr/>
          <p:nvPr/>
        </p:nvGrpSpPr>
        <p:grpSpPr>
          <a:xfrm>
            <a:off x="3881081" y="3874651"/>
            <a:ext cx="452120" cy="452120"/>
            <a:chOff x="3881081" y="3874651"/>
            <a:chExt cx="452120" cy="452120"/>
          </a:xfrm>
        </p:grpSpPr>
        <p:pic>
          <p:nvPicPr>
            <p:cNvPr id="66" name="object 66"/>
            <p:cNvPicPr/>
            <p:nvPr/>
          </p:nvPicPr>
          <p:blipFill>
            <a:blip r:embed="rId20" cstate="print"/>
            <a:stretch>
              <a:fillRect/>
            </a:stretch>
          </p:blipFill>
          <p:spPr>
            <a:xfrm>
              <a:off x="3881081" y="4224857"/>
              <a:ext cx="101512" cy="101659"/>
            </a:xfrm>
            <a:prstGeom prst="rect">
              <a:avLst/>
            </a:prstGeom>
          </p:spPr>
        </p:pic>
        <p:sp>
          <p:nvSpPr>
            <p:cNvPr id="67" name="object 67"/>
            <p:cNvSpPr/>
            <p:nvPr/>
          </p:nvSpPr>
          <p:spPr>
            <a:xfrm>
              <a:off x="3896360" y="3874655"/>
              <a:ext cx="436880" cy="437515"/>
            </a:xfrm>
            <a:custGeom>
              <a:avLst/>
              <a:gdLst/>
              <a:ahLst/>
              <a:cxnLst/>
              <a:rect l="l" t="t" r="r" b="b"/>
              <a:pathLst>
                <a:path w="436879" h="437514">
                  <a:moveTo>
                    <a:pt x="418604" y="0"/>
                  </a:moveTo>
                  <a:lnTo>
                    <a:pt x="9410" y="111620"/>
                  </a:lnTo>
                  <a:lnTo>
                    <a:pt x="3136" y="115430"/>
                  </a:lnTo>
                  <a:lnTo>
                    <a:pt x="0" y="121577"/>
                  </a:lnTo>
                  <a:lnTo>
                    <a:pt x="330" y="128485"/>
                  </a:lnTo>
                  <a:lnTo>
                    <a:pt x="4457" y="134556"/>
                  </a:lnTo>
                  <a:lnTo>
                    <a:pt x="127177" y="235585"/>
                  </a:lnTo>
                  <a:lnTo>
                    <a:pt x="418604" y="0"/>
                  </a:lnTo>
                  <a:close/>
                </a:path>
                <a:path w="436879" h="437514">
                  <a:moveTo>
                    <a:pt x="436473" y="19621"/>
                  </a:moveTo>
                  <a:lnTo>
                    <a:pt x="388797" y="77762"/>
                  </a:lnTo>
                  <a:lnTo>
                    <a:pt x="343281" y="133896"/>
                  </a:lnTo>
                  <a:lnTo>
                    <a:pt x="293852" y="194970"/>
                  </a:lnTo>
                  <a:lnTo>
                    <a:pt x="248412" y="251167"/>
                  </a:lnTo>
                  <a:lnTo>
                    <a:pt x="214884" y="292671"/>
                  </a:lnTo>
                  <a:lnTo>
                    <a:pt x="201168" y="309651"/>
                  </a:lnTo>
                  <a:lnTo>
                    <a:pt x="302272" y="432358"/>
                  </a:lnTo>
                  <a:lnTo>
                    <a:pt x="304965" y="435648"/>
                  </a:lnTo>
                  <a:lnTo>
                    <a:pt x="308698" y="437172"/>
                  </a:lnTo>
                  <a:lnTo>
                    <a:pt x="318020" y="437172"/>
                  </a:lnTo>
                  <a:lnTo>
                    <a:pt x="323583" y="433654"/>
                  </a:lnTo>
                  <a:lnTo>
                    <a:pt x="325272" y="427342"/>
                  </a:lnTo>
                  <a:lnTo>
                    <a:pt x="436473" y="19621"/>
                  </a:lnTo>
                  <a:close/>
                </a:path>
              </a:pathLst>
            </a:custGeom>
            <a:solidFill>
              <a:srgbClr val="500094"/>
            </a:solidFill>
          </p:spPr>
          <p:txBody>
            <a:bodyPr wrap="square" lIns="0" tIns="0" rIns="0" bIns="0" rtlCol="0"/>
            <a:lstStyle/>
            <a:p>
              <a:endParaRPr/>
            </a:p>
          </p:txBody>
        </p:sp>
        <p:pic>
          <p:nvPicPr>
            <p:cNvPr id="68" name="object 68"/>
            <p:cNvPicPr/>
            <p:nvPr/>
          </p:nvPicPr>
          <p:blipFill>
            <a:blip r:embed="rId21" cstate="print"/>
            <a:stretch>
              <a:fillRect/>
            </a:stretch>
          </p:blipFill>
          <p:spPr>
            <a:xfrm>
              <a:off x="4002489" y="3975677"/>
              <a:ext cx="229742" cy="227421"/>
            </a:xfrm>
            <a:prstGeom prst="rect">
              <a:avLst/>
            </a:prstGeom>
          </p:spPr>
        </p:pic>
      </p:grpSp>
      <p:sp>
        <p:nvSpPr>
          <p:cNvPr id="69" name="object 69"/>
          <p:cNvSpPr/>
          <p:nvPr/>
        </p:nvSpPr>
        <p:spPr>
          <a:xfrm>
            <a:off x="4434967" y="3874680"/>
            <a:ext cx="452120" cy="452120"/>
          </a:xfrm>
          <a:custGeom>
            <a:avLst/>
            <a:gdLst/>
            <a:ahLst/>
            <a:cxnLst/>
            <a:rect l="l" t="t" r="r" b="b"/>
            <a:pathLst>
              <a:path w="452120" h="452120">
                <a:moveTo>
                  <a:pt x="111594" y="152565"/>
                </a:moveTo>
                <a:lnTo>
                  <a:pt x="110324" y="151790"/>
                </a:lnTo>
                <a:lnTo>
                  <a:pt x="109067" y="150939"/>
                </a:lnTo>
                <a:lnTo>
                  <a:pt x="107861" y="150101"/>
                </a:lnTo>
                <a:lnTo>
                  <a:pt x="78447" y="163055"/>
                </a:lnTo>
                <a:lnTo>
                  <a:pt x="54940" y="178816"/>
                </a:lnTo>
                <a:lnTo>
                  <a:pt x="37973" y="196265"/>
                </a:lnTo>
                <a:lnTo>
                  <a:pt x="28219" y="214274"/>
                </a:lnTo>
                <a:lnTo>
                  <a:pt x="105892" y="214274"/>
                </a:lnTo>
                <a:lnTo>
                  <a:pt x="106565" y="198805"/>
                </a:lnTo>
                <a:lnTo>
                  <a:pt x="107746" y="182968"/>
                </a:lnTo>
                <a:lnTo>
                  <a:pt x="109423" y="167360"/>
                </a:lnTo>
                <a:lnTo>
                  <a:pt x="111594" y="152565"/>
                </a:lnTo>
                <a:close/>
              </a:path>
              <a:path w="452120" h="452120">
                <a:moveTo>
                  <a:pt x="112039" y="303288"/>
                </a:moveTo>
                <a:lnTo>
                  <a:pt x="109524" y="287845"/>
                </a:lnTo>
                <a:lnTo>
                  <a:pt x="107594" y="272300"/>
                </a:lnTo>
                <a:lnTo>
                  <a:pt x="106260" y="256717"/>
                </a:lnTo>
                <a:lnTo>
                  <a:pt x="105524" y="241096"/>
                </a:lnTo>
                <a:lnTo>
                  <a:pt x="28155" y="241096"/>
                </a:lnTo>
                <a:lnTo>
                  <a:pt x="38519" y="259422"/>
                </a:lnTo>
                <a:lnTo>
                  <a:pt x="56578" y="276186"/>
                </a:lnTo>
                <a:lnTo>
                  <a:pt x="81407" y="290969"/>
                </a:lnTo>
                <a:lnTo>
                  <a:pt x="112039" y="303288"/>
                </a:lnTo>
                <a:close/>
              </a:path>
              <a:path w="452120" h="452120">
                <a:moveTo>
                  <a:pt x="144868" y="111137"/>
                </a:moveTo>
                <a:lnTo>
                  <a:pt x="139001" y="105206"/>
                </a:lnTo>
                <a:lnTo>
                  <a:pt x="131660" y="105206"/>
                </a:lnTo>
                <a:lnTo>
                  <a:pt x="124307" y="105206"/>
                </a:lnTo>
                <a:lnTo>
                  <a:pt x="118389" y="111137"/>
                </a:lnTo>
                <a:lnTo>
                  <a:pt x="118389" y="125806"/>
                </a:lnTo>
                <a:lnTo>
                  <a:pt x="124307" y="131673"/>
                </a:lnTo>
                <a:lnTo>
                  <a:pt x="139001" y="131673"/>
                </a:lnTo>
                <a:lnTo>
                  <a:pt x="144868" y="125806"/>
                </a:lnTo>
                <a:lnTo>
                  <a:pt x="144868" y="111137"/>
                </a:lnTo>
                <a:close/>
              </a:path>
              <a:path w="452120" h="452120">
                <a:moveTo>
                  <a:pt x="210718" y="370649"/>
                </a:moveTo>
                <a:lnTo>
                  <a:pt x="202476" y="366509"/>
                </a:lnTo>
                <a:lnTo>
                  <a:pt x="195516" y="360654"/>
                </a:lnTo>
                <a:lnTo>
                  <a:pt x="190106" y="353352"/>
                </a:lnTo>
                <a:lnTo>
                  <a:pt x="186499" y="344881"/>
                </a:lnTo>
                <a:lnTo>
                  <a:pt x="176707" y="343928"/>
                </a:lnTo>
                <a:lnTo>
                  <a:pt x="167119" y="342760"/>
                </a:lnTo>
                <a:lnTo>
                  <a:pt x="157721" y="341388"/>
                </a:lnTo>
                <a:lnTo>
                  <a:pt x="148526" y="339801"/>
                </a:lnTo>
                <a:lnTo>
                  <a:pt x="160756" y="370357"/>
                </a:lnTo>
                <a:lnTo>
                  <a:pt x="175475" y="395173"/>
                </a:lnTo>
                <a:lnTo>
                  <a:pt x="192265" y="413258"/>
                </a:lnTo>
                <a:lnTo>
                  <a:pt x="210718" y="423595"/>
                </a:lnTo>
                <a:lnTo>
                  <a:pt x="210718" y="370649"/>
                </a:lnTo>
                <a:close/>
              </a:path>
              <a:path w="452120" h="452120">
                <a:moveTo>
                  <a:pt x="210718" y="241096"/>
                </a:moveTo>
                <a:lnTo>
                  <a:pt x="132016" y="241096"/>
                </a:lnTo>
                <a:lnTo>
                  <a:pt x="132956" y="258724"/>
                </a:lnTo>
                <a:lnTo>
                  <a:pt x="140690" y="311124"/>
                </a:lnTo>
                <a:lnTo>
                  <a:pt x="187579" y="318414"/>
                </a:lnTo>
                <a:lnTo>
                  <a:pt x="191477" y="311086"/>
                </a:lnTo>
                <a:lnTo>
                  <a:pt x="196773" y="304787"/>
                </a:lnTo>
                <a:lnTo>
                  <a:pt x="203263" y="299732"/>
                </a:lnTo>
                <a:lnTo>
                  <a:pt x="210718" y="296100"/>
                </a:lnTo>
                <a:lnTo>
                  <a:pt x="210718" y="241096"/>
                </a:lnTo>
                <a:close/>
              </a:path>
              <a:path w="452120" h="452120">
                <a:moveTo>
                  <a:pt x="210718" y="132232"/>
                </a:moveTo>
                <a:lnTo>
                  <a:pt x="167093" y="135991"/>
                </a:lnTo>
                <a:lnTo>
                  <a:pt x="161861" y="143954"/>
                </a:lnTo>
                <a:lnTo>
                  <a:pt x="155003" y="150380"/>
                </a:lnTo>
                <a:lnTo>
                  <a:pt x="146824" y="155003"/>
                </a:lnTo>
                <a:lnTo>
                  <a:pt x="137668" y="157581"/>
                </a:lnTo>
                <a:lnTo>
                  <a:pt x="135623" y="171119"/>
                </a:lnTo>
                <a:lnTo>
                  <a:pt x="134048" y="185470"/>
                </a:lnTo>
                <a:lnTo>
                  <a:pt x="132943" y="200063"/>
                </a:lnTo>
                <a:lnTo>
                  <a:pt x="132295" y="214274"/>
                </a:lnTo>
                <a:lnTo>
                  <a:pt x="210718" y="214274"/>
                </a:lnTo>
                <a:lnTo>
                  <a:pt x="210718" y="132232"/>
                </a:lnTo>
                <a:close/>
              </a:path>
              <a:path w="452120" h="452120">
                <a:moveTo>
                  <a:pt x="210718" y="28295"/>
                </a:moveTo>
                <a:lnTo>
                  <a:pt x="196037" y="35991"/>
                </a:lnTo>
                <a:lnTo>
                  <a:pt x="182118" y="48844"/>
                </a:lnTo>
                <a:lnTo>
                  <a:pt x="169227" y="66535"/>
                </a:lnTo>
                <a:lnTo>
                  <a:pt x="157645" y="88671"/>
                </a:lnTo>
                <a:lnTo>
                  <a:pt x="163779" y="93967"/>
                </a:lnTo>
                <a:lnTo>
                  <a:pt x="168148" y="101104"/>
                </a:lnTo>
                <a:lnTo>
                  <a:pt x="170141" y="108927"/>
                </a:lnTo>
                <a:lnTo>
                  <a:pt x="180187" y="107746"/>
                </a:lnTo>
                <a:lnTo>
                  <a:pt x="190246" y="106845"/>
                </a:lnTo>
                <a:lnTo>
                  <a:pt x="200406" y="106184"/>
                </a:lnTo>
                <a:lnTo>
                  <a:pt x="210718" y="105765"/>
                </a:lnTo>
                <a:lnTo>
                  <a:pt x="210718" y="28295"/>
                </a:lnTo>
                <a:close/>
              </a:path>
              <a:path w="452120" h="452120">
                <a:moveTo>
                  <a:pt x="211074" y="451142"/>
                </a:moveTo>
                <a:lnTo>
                  <a:pt x="182041" y="438365"/>
                </a:lnTo>
                <a:lnTo>
                  <a:pt x="156387" y="413334"/>
                </a:lnTo>
                <a:lnTo>
                  <a:pt x="134988" y="377710"/>
                </a:lnTo>
                <a:lnTo>
                  <a:pt x="118745" y="333159"/>
                </a:lnTo>
                <a:lnTo>
                  <a:pt x="73914" y="316877"/>
                </a:lnTo>
                <a:lnTo>
                  <a:pt x="38290" y="295427"/>
                </a:lnTo>
                <a:lnTo>
                  <a:pt x="13385" y="269735"/>
                </a:lnTo>
                <a:lnTo>
                  <a:pt x="698" y="240741"/>
                </a:lnTo>
                <a:lnTo>
                  <a:pt x="0" y="240741"/>
                </a:lnTo>
                <a:lnTo>
                  <a:pt x="7823" y="287807"/>
                </a:lnTo>
                <a:lnTo>
                  <a:pt x="24879" y="331050"/>
                </a:lnTo>
                <a:lnTo>
                  <a:pt x="50114" y="369366"/>
                </a:lnTo>
                <a:lnTo>
                  <a:pt x="82423" y="401688"/>
                </a:lnTo>
                <a:lnTo>
                  <a:pt x="120738" y="426935"/>
                </a:lnTo>
                <a:lnTo>
                  <a:pt x="163982" y="444017"/>
                </a:lnTo>
                <a:lnTo>
                  <a:pt x="211074" y="451840"/>
                </a:lnTo>
                <a:lnTo>
                  <a:pt x="211074" y="451142"/>
                </a:lnTo>
                <a:close/>
              </a:path>
              <a:path w="452120" h="452120">
                <a:moveTo>
                  <a:pt x="211074" y="0"/>
                </a:moveTo>
                <a:lnTo>
                  <a:pt x="163982" y="8001"/>
                </a:lnTo>
                <a:lnTo>
                  <a:pt x="120738" y="25527"/>
                </a:lnTo>
                <a:lnTo>
                  <a:pt x="82423" y="51371"/>
                </a:lnTo>
                <a:lnTo>
                  <a:pt x="50114" y="84366"/>
                </a:lnTo>
                <a:lnTo>
                  <a:pt x="24879" y="123304"/>
                </a:lnTo>
                <a:lnTo>
                  <a:pt x="7823" y="167005"/>
                </a:lnTo>
                <a:lnTo>
                  <a:pt x="0" y="214274"/>
                </a:lnTo>
                <a:lnTo>
                  <a:pt x="838" y="214274"/>
                </a:lnTo>
                <a:lnTo>
                  <a:pt x="10807" y="189052"/>
                </a:lnTo>
                <a:lnTo>
                  <a:pt x="29959" y="165366"/>
                </a:lnTo>
                <a:lnTo>
                  <a:pt x="57607" y="144399"/>
                </a:lnTo>
                <a:lnTo>
                  <a:pt x="93027" y="127355"/>
                </a:lnTo>
                <a:lnTo>
                  <a:pt x="92913" y="109296"/>
                </a:lnTo>
                <a:lnTo>
                  <a:pt x="100393" y="93764"/>
                </a:lnTo>
                <a:lnTo>
                  <a:pt x="113753" y="82880"/>
                </a:lnTo>
                <a:lnTo>
                  <a:pt x="131318" y="78778"/>
                </a:lnTo>
                <a:lnTo>
                  <a:pt x="132156" y="78778"/>
                </a:lnTo>
                <a:lnTo>
                  <a:pt x="132575" y="78854"/>
                </a:lnTo>
                <a:lnTo>
                  <a:pt x="133070" y="78917"/>
                </a:lnTo>
                <a:lnTo>
                  <a:pt x="149174" y="48856"/>
                </a:lnTo>
                <a:lnTo>
                  <a:pt x="167830" y="25488"/>
                </a:lnTo>
                <a:lnTo>
                  <a:pt x="188620" y="9283"/>
                </a:lnTo>
                <a:lnTo>
                  <a:pt x="211074" y="698"/>
                </a:lnTo>
                <a:lnTo>
                  <a:pt x="211074" y="0"/>
                </a:lnTo>
                <a:close/>
              </a:path>
              <a:path w="452120" h="452120">
                <a:moveTo>
                  <a:pt x="237566" y="325970"/>
                </a:moveTo>
                <a:lnTo>
                  <a:pt x="231635" y="320103"/>
                </a:lnTo>
                <a:lnTo>
                  <a:pt x="224345" y="320103"/>
                </a:lnTo>
                <a:lnTo>
                  <a:pt x="217004" y="320103"/>
                </a:lnTo>
                <a:lnTo>
                  <a:pt x="211074" y="325970"/>
                </a:lnTo>
                <a:lnTo>
                  <a:pt x="211074" y="340715"/>
                </a:lnTo>
                <a:lnTo>
                  <a:pt x="217004" y="346646"/>
                </a:lnTo>
                <a:lnTo>
                  <a:pt x="231635" y="346646"/>
                </a:lnTo>
                <a:lnTo>
                  <a:pt x="237566" y="340715"/>
                </a:lnTo>
                <a:lnTo>
                  <a:pt x="237566" y="325970"/>
                </a:lnTo>
                <a:close/>
              </a:path>
              <a:path w="452120" h="452120">
                <a:moveTo>
                  <a:pt x="303212" y="339864"/>
                </a:moveTo>
                <a:lnTo>
                  <a:pt x="293522" y="341414"/>
                </a:lnTo>
                <a:lnTo>
                  <a:pt x="283044" y="342773"/>
                </a:lnTo>
                <a:lnTo>
                  <a:pt x="272376" y="343928"/>
                </a:lnTo>
                <a:lnTo>
                  <a:pt x="262115" y="344881"/>
                </a:lnTo>
                <a:lnTo>
                  <a:pt x="258394" y="353390"/>
                </a:lnTo>
                <a:lnTo>
                  <a:pt x="252882" y="360718"/>
                </a:lnTo>
                <a:lnTo>
                  <a:pt x="245859" y="366585"/>
                </a:lnTo>
                <a:lnTo>
                  <a:pt x="237566" y="370725"/>
                </a:lnTo>
                <a:lnTo>
                  <a:pt x="237566" y="423659"/>
                </a:lnTo>
                <a:lnTo>
                  <a:pt x="256476" y="413308"/>
                </a:lnTo>
                <a:lnTo>
                  <a:pt x="274447" y="395249"/>
                </a:lnTo>
                <a:lnTo>
                  <a:pt x="290385" y="370446"/>
                </a:lnTo>
                <a:lnTo>
                  <a:pt x="303212" y="339864"/>
                </a:lnTo>
                <a:close/>
              </a:path>
              <a:path w="452120" h="452120">
                <a:moveTo>
                  <a:pt x="303212" y="112052"/>
                </a:moveTo>
                <a:lnTo>
                  <a:pt x="290385" y="81432"/>
                </a:lnTo>
                <a:lnTo>
                  <a:pt x="274447" y="56616"/>
                </a:lnTo>
                <a:lnTo>
                  <a:pt x="256476" y="38557"/>
                </a:lnTo>
                <a:lnTo>
                  <a:pt x="237566" y="28232"/>
                </a:lnTo>
                <a:lnTo>
                  <a:pt x="237566" y="105549"/>
                </a:lnTo>
                <a:lnTo>
                  <a:pt x="254317" y="106362"/>
                </a:lnTo>
                <a:lnTo>
                  <a:pt x="271233" y="107708"/>
                </a:lnTo>
                <a:lnTo>
                  <a:pt x="287731" y="109613"/>
                </a:lnTo>
                <a:lnTo>
                  <a:pt x="303212" y="112052"/>
                </a:lnTo>
                <a:close/>
              </a:path>
              <a:path w="452120" h="452120">
                <a:moveTo>
                  <a:pt x="318312" y="264185"/>
                </a:moveTo>
                <a:lnTo>
                  <a:pt x="310997" y="260299"/>
                </a:lnTo>
                <a:lnTo>
                  <a:pt x="304698" y="255016"/>
                </a:lnTo>
                <a:lnTo>
                  <a:pt x="299643" y="248551"/>
                </a:lnTo>
                <a:lnTo>
                  <a:pt x="296011" y="241096"/>
                </a:lnTo>
                <a:lnTo>
                  <a:pt x="237566" y="241096"/>
                </a:lnTo>
                <a:lnTo>
                  <a:pt x="237566" y="296100"/>
                </a:lnTo>
                <a:lnTo>
                  <a:pt x="245122" y="299694"/>
                </a:lnTo>
                <a:lnTo>
                  <a:pt x="251701" y="304736"/>
                </a:lnTo>
                <a:lnTo>
                  <a:pt x="257073" y="311048"/>
                </a:lnTo>
                <a:lnTo>
                  <a:pt x="261061" y="318414"/>
                </a:lnTo>
                <a:lnTo>
                  <a:pt x="273710" y="317106"/>
                </a:lnTo>
                <a:lnTo>
                  <a:pt x="313448" y="299491"/>
                </a:lnTo>
                <a:lnTo>
                  <a:pt x="317068" y="276021"/>
                </a:lnTo>
                <a:lnTo>
                  <a:pt x="318312" y="264185"/>
                </a:lnTo>
                <a:close/>
              </a:path>
              <a:path w="452120" h="452120">
                <a:moveTo>
                  <a:pt x="318312" y="187655"/>
                </a:moveTo>
                <a:lnTo>
                  <a:pt x="311048" y="140766"/>
                </a:lnTo>
                <a:lnTo>
                  <a:pt x="256501" y="133057"/>
                </a:lnTo>
                <a:lnTo>
                  <a:pt x="237566" y="132029"/>
                </a:lnTo>
                <a:lnTo>
                  <a:pt x="237566" y="214274"/>
                </a:lnTo>
                <a:lnTo>
                  <a:pt x="296011" y="214274"/>
                </a:lnTo>
                <a:lnTo>
                  <a:pt x="299643" y="206209"/>
                </a:lnTo>
                <a:lnTo>
                  <a:pt x="304698" y="198551"/>
                </a:lnTo>
                <a:lnTo>
                  <a:pt x="310997" y="192100"/>
                </a:lnTo>
                <a:lnTo>
                  <a:pt x="318312" y="187655"/>
                </a:lnTo>
                <a:close/>
              </a:path>
              <a:path w="452120" h="452120">
                <a:moveTo>
                  <a:pt x="346633" y="220205"/>
                </a:moveTo>
                <a:lnTo>
                  <a:pt x="340702" y="214274"/>
                </a:lnTo>
                <a:lnTo>
                  <a:pt x="333159" y="214274"/>
                </a:lnTo>
                <a:lnTo>
                  <a:pt x="325882" y="214274"/>
                </a:lnTo>
                <a:lnTo>
                  <a:pt x="319951" y="220205"/>
                </a:lnTo>
                <a:lnTo>
                  <a:pt x="319951" y="227545"/>
                </a:lnTo>
                <a:lnTo>
                  <a:pt x="320027" y="234810"/>
                </a:lnTo>
                <a:lnTo>
                  <a:pt x="325958" y="240741"/>
                </a:lnTo>
                <a:lnTo>
                  <a:pt x="340702" y="240741"/>
                </a:lnTo>
                <a:lnTo>
                  <a:pt x="346633" y="234810"/>
                </a:lnTo>
                <a:lnTo>
                  <a:pt x="346633" y="220205"/>
                </a:lnTo>
                <a:close/>
              </a:path>
              <a:path w="452120" h="452120">
                <a:moveTo>
                  <a:pt x="423583" y="214274"/>
                </a:moveTo>
                <a:lnTo>
                  <a:pt x="413219" y="195237"/>
                </a:lnTo>
                <a:lnTo>
                  <a:pt x="395135" y="177253"/>
                </a:lnTo>
                <a:lnTo>
                  <a:pt x="370332" y="161353"/>
                </a:lnTo>
                <a:lnTo>
                  <a:pt x="339788" y="148551"/>
                </a:lnTo>
                <a:lnTo>
                  <a:pt x="341337" y="157759"/>
                </a:lnTo>
                <a:lnTo>
                  <a:pt x="342684" y="167170"/>
                </a:lnTo>
                <a:lnTo>
                  <a:pt x="343852" y="176771"/>
                </a:lnTo>
                <a:lnTo>
                  <a:pt x="344805" y="186537"/>
                </a:lnTo>
                <a:lnTo>
                  <a:pt x="353314" y="190754"/>
                </a:lnTo>
                <a:lnTo>
                  <a:pt x="360641" y="197345"/>
                </a:lnTo>
                <a:lnTo>
                  <a:pt x="366509" y="205473"/>
                </a:lnTo>
                <a:lnTo>
                  <a:pt x="370649" y="214274"/>
                </a:lnTo>
                <a:lnTo>
                  <a:pt x="423583" y="214274"/>
                </a:lnTo>
                <a:close/>
              </a:path>
              <a:path w="452120" h="452120">
                <a:moveTo>
                  <a:pt x="423659" y="241096"/>
                </a:moveTo>
                <a:lnTo>
                  <a:pt x="370649" y="241096"/>
                </a:lnTo>
                <a:lnTo>
                  <a:pt x="366471" y="249326"/>
                </a:lnTo>
                <a:lnTo>
                  <a:pt x="360616" y="256273"/>
                </a:lnTo>
                <a:lnTo>
                  <a:pt x="353301" y="261696"/>
                </a:lnTo>
                <a:lnTo>
                  <a:pt x="344805" y="265315"/>
                </a:lnTo>
                <a:lnTo>
                  <a:pt x="343852" y="275069"/>
                </a:lnTo>
                <a:lnTo>
                  <a:pt x="342684" y="284632"/>
                </a:lnTo>
                <a:lnTo>
                  <a:pt x="341337" y="294017"/>
                </a:lnTo>
                <a:lnTo>
                  <a:pt x="339788" y="303225"/>
                </a:lnTo>
                <a:lnTo>
                  <a:pt x="370395" y="290931"/>
                </a:lnTo>
                <a:lnTo>
                  <a:pt x="395198" y="276186"/>
                </a:lnTo>
                <a:lnTo>
                  <a:pt x="413270" y="259422"/>
                </a:lnTo>
                <a:lnTo>
                  <a:pt x="423659" y="241096"/>
                </a:lnTo>
                <a:close/>
              </a:path>
              <a:path w="452120" h="452120">
                <a:moveTo>
                  <a:pt x="451840" y="240741"/>
                </a:moveTo>
                <a:lnTo>
                  <a:pt x="451065" y="240741"/>
                </a:lnTo>
                <a:lnTo>
                  <a:pt x="438365" y="269735"/>
                </a:lnTo>
                <a:lnTo>
                  <a:pt x="413486" y="295402"/>
                </a:lnTo>
                <a:lnTo>
                  <a:pt x="377888" y="316839"/>
                </a:lnTo>
                <a:lnTo>
                  <a:pt x="333082" y="333159"/>
                </a:lnTo>
                <a:lnTo>
                  <a:pt x="316318" y="377939"/>
                </a:lnTo>
                <a:lnTo>
                  <a:pt x="293814" y="413537"/>
                </a:lnTo>
                <a:lnTo>
                  <a:pt x="267068" y="438416"/>
                </a:lnTo>
                <a:lnTo>
                  <a:pt x="237566" y="451065"/>
                </a:lnTo>
                <a:lnTo>
                  <a:pt x="237566" y="451840"/>
                </a:lnTo>
                <a:lnTo>
                  <a:pt x="284835" y="444017"/>
                </a:lnTo>
                <a:lnTo>
                  <a:pt x="328523" y="426935"/>
                </a:lnTo>
                <a:lnTo>
                  <a:pt x="367449" y="401688"/>
                </a:lnTo>
                <a:lnTo>
                  <a:pt x="400431" y="369366"/>
                </a:lnTo>
                <a:lnTo>
                  <a:pt x="426288" y="331050"/>
                </a:lnTo>
                <a:lnTo>
                  <a:pt x="443814" y="287807"/>
                </a:lnTo>
                <a:lnTo>
                  <a:pt x="451840" y="240741"/>
                </a:lnTo>
                <a:close/>
              </a:path>
              <a:path w="452120" h="452120">
                <a:moveTo>
                  <a:pt x="451840" y="214274"/>
                </a:moveTo>
                <a:lnTo>
                  <a:pt x="443814" y="167005"/>
                </a:lnTo>
                <a:lnTo>
                  <a:pt x="426288" y="123304"/>
                </a:lnTo>
                <a:lnTo>
                  <a:pt x="400431" y="84366"/>
                </a:lnTo>
                <a:lnTo>
                  <a:pt x="367449" y="51371"/>
                </a:lnTo>
                <a:lnTo>
                  <a:pt x="328523" y="25527"/>
                </a:lnTo>
                <a:lnTo>
                  <a:pt x="284835" y="8001"/>
                </a:lnTo>
                <a:lnTo>
                  <a:pt x="237566" y="0"/>
                </a:lnTo>
                <a:lnTo>
                  <a:pt x="237566" y="774"/>
                </a:lnTo>
                <a:lnTo>
                  <a:pt x="267068" y="13423"/>
                </a:lnTo>
                <a:lnTo>
                  <a:pt x="293814" y="38315"/>
                </a:lnTo>
                <a:lnTo>
                  <a:pt x="316318" y="73952"/>
                </a:lnTo>
                <a:lnTo>
                  <a:pt x="333082" y="118821"/>
                </a:lnTo>
                <a:lnTo>
                  <a:pt x="377659" y="135521"/>
                </a:lnTo>
                <a:lnTo>
                  <a:pt x="413296" y="157975"/>
                </a:lnTo>
                <a:lnTo>
                  <a:pt x="438315" y="184708"/>
                </a:lnTo>
                <a:lnTo>
                  <a:pt x="451065" y="214274"/>
                </a:lnTo>
                <a:lnTo>
                  <a:pt x="451840" y="214274"/>
                </a:lnTo>
                <a:close/>
              </a:path>
            </a:pathLst>
          </a:custGeom>
          <a:solidFill>
            <a:srgbClr val="500094"/>
          </a:solidFill>
        </p:spPr>
        <p:txBody>
          <a:bodyPr wrap="square" lIns="0" tIns="0" rIns="0" bIns="0" rtlCol="0"/>
          <a:lstStyle/>
          <a:p>
            <a:endParaRPr/>
          </a:p>
        </p:txBody>
      </p:sp>
      <p:grpSp>
        <p:nvGrpSpPr>
          <p:cNvPr id="70" name="object 70"/>
          <p:cNvGrpSpPr/>
          <p:nvPr/>
        </p:nvGrpSpPr>
        <p:grpSpPr>
          <a:xfrm>
            <a:off x="4995678" y="3874662"/>
            <a:ext cx="452120" cy="452120"/>
            <a:chOff x="4995678" y="3874662"/>
            <a:chExt cx="452120" cy="452120"/>
          </a:xfrm>
        </p:grpSpPr>
        <p:sp>
          <p:nvSpPr>
            <p:cNvPr id="71" name="object 71"/>
            <p:cNvSpPr/>
            <p:nvPr/>
          </p:nvSpPr>
          <p:spPr>
            <a:xfrm>
              <a:off x="5076871" y="3954119"/>
              <a:ext cx="291465" cy="291465"/>
            </a:xfrm>
            <a:custGeom>
              <a:avLst/>
              <a:gdLst/>
              <a:ahLst/>
              <a:cxnLst/>
              <a:rect l="l" t="t" r="r" b="b"/>
              <a:pathLst>
                <a:path w="291464" h="291464">
                  <a:moveTo>
                    <a:pt x="145573" y="291217"/>
                  </a:moveTo>
                  <a:lnTo>
                    <a:pt x="99615" y="283784"/>
                  </a:lnTo>
                  <a:lnTo>
                    <a:pt x="59661" y="263095"/>
                  </a:lnTo>
                  <a:lnTo>
                    <a:pt x="28128" y="231565"/>
                  </a:lnTo>
                  <a:lnTo>
                    <a:pt x="7435" y="191610"/>
                  </a:lnTo>
                  <a:lnTo>
                    <a:pt x="0" y="145643"/>
                  </a:lnTo>
                  <a:lnTo>
                    <a:pt x="7435" y="99643"/>
                  </a:lnTo>
                  <a:lnTo>
                    <a:pt x="28128" y="59666"/>
                  </a:lnTo>
                  <a:lnTo>
                    <a:pt x="59661" y="28126"/>
                  </a:lnTo>
                  <a:lnTo>
                    <a:pt x="99615" y="7433"/>
                  </a:lnTo>
                  <a:lnTo>
                    <a:pt x="145573" y="0"/>
                  </a:lnTo>
                  <a:lnTo>
                    <a:pt x="162885" y="1112"/>
                  </a:lnTo>
                  <a:lnTo>
                    <a:pt x="179780" y="4349"/>
                  </a:lnTo>
                  <a:lnTo>
                    <a:pt x="196129" y="9554"/>
                  </a:lnTo>
                  <a:lnTo>
                    <a:pt x="211806" y="16576"/>
                  </a:lnTo>
                  <a:lnTo>
                    <a:pt x="211806" y="23281"/>
                  </a:lnTo>
                  <a:lnTo>
                    <a:pt x="196637" y="38403"/>
                  </a:lnTo>
                  <a:lnTo>
                    <a:pt x="184445" y="33265"/>
                  </a:lnTo>
                  <a:lnTo>
                    <a:pt x="171791" y="29544"/>
                  </a:lnTo>
                  <a:lnTo>
                    <a:pt x="158794" y="27269"/>
                  </a:lnTo>
                  <a:lnTo>
                    <a:pt x="145573" y="26470"/>
                  </a:lnTo>
                  <a:lnTo>
                    <a:pt x="99268" y="35846"/>
                  </a:lnTo>
                  <a:lnTo>
                    <a:pt x="61403" y="61403"/>
                  </a:lnTo>
                  <a:lnTo>
                    <a:pt x="35847" y="99288"/>
                  </a:lnTo>
                  <a:lnTo>
                    <a:pt x="26469" y="145643"/>
                  </a:lnTo>
                  <a:lnTo>
                    <a:pt x="35847" y="191948"/>
                  </a:lnTo>
                  <a:lnTo>
                    <a:pt x="61403" y="229813"/>
                  </a:lnTo>
                  <a:lnTo>
                    <a:pt x="99268" y="255369"/>
                  </a:lnTo>
                  <a:lnTo>
                    <a:pt x="145573" y="264747"/>
                  </a:lnTo>
                  <a:lnTo>
                    <a:pt x="191899" y="255369"/>
                  </a:lnTo>
                  <a:lnTo>
                    <a:pt x="229786" y="229813"/>
                  </a:lnTo>
                  <a:lnTo>
                    <a:pt x="255361" y="191948"/>
                  </a:lnTo>
                  <a:lnTo>
                    <a:pt x="264746" y="145643"/>
                  </a:lnTo>
                  <a:lnTo>
                    <a:pt x="263906" y="132423"/>
                  </a:lnTo>
                  <a:lnTo>
                    <a:pt x="261611" y="119428"/>
                  </a:lnTo>
                  <a:lnTo>
                    <a:pt x="257882" y="106781"/>
                  </a:lnTo>
                  <a:lnTo>
                    <a:pt x="252742" y="94602"/>
                  </a:lnTo>
                  <a:lnTo>
                    <a:pt x="267935" y="79410"/>
                  </a:lnTo>
                  <a:lnTo>
                    <a:pt x="274570" y="79410"/>
                  </a:lnTo>
                  <a:lnTo>
                    <a:pt x="281616" y="95087"/>
                  </a:lnTo>
                  <a:lnTo>
                    <a:pt x="286853" y="111436"/>
                  </a:lnTo>
                  <a:lnTo>
                    <a:pt x="290116" y="128331"/>
                  </a:lnTo>
                  <a:lnTo>
                    <a:pt x="291240" y="145643"/>
                  </a:lnTo>
                  <a:lnTo>
                    <a:pt x="283804" y="191610"/>
                  </a:lnTo>
                  <a:lnTo>
                    <a:pt x="263105" y="231565"/>
                  </a:lnTo>
                  <a:lnTo>
                    <a:pt x="231558" y="263095"/>
                  </a:lnTo>
                  <a:lnTo>
                    <a:pt x="191576" y="283784"/>
                  </a:lnTo>
                  <a:lnTo>
                    <a:pt x="145573" y="291217"/>
                  </a:lnTo>
                  <a:close/>
                </a:path>
              </a:pathLst>
            </a:custGeom>
            <a:solidFill>
              <a:srgbClr val="500094"/>
            </a:solidFill>
          </p:spPr>
          <p:txBody>
            <a:bodyPr wrap="square" lIns="0" tIns="0" rIns="0" bIns="0" rtlCol="0"/>
            <a:lstStyle/>
            <a:p>
              <a:endParaRPr/>
            </a:p>
          </p:txBody>
        </p:sp>
        <p:pic>
          <p:nvPicPr>
            <p:cNvPr id="72" name="object 72"/>
            <p:cNvPicPr/>
            <p:nvPr/>
          </p:nvPicPr>
          <p:blipFill>
            <a:blip r:embed="rId22" cstate="print"/>
            <a:stretch>
              <a:fillRect/>
            </a:stretch>
          </p:blipFill>
          <p:spPr>
            <a:xfrm>
              <a:off x="5130188" y="4007059"/>
              <a:ext cx="184959" cy="185313"/>
            </a:xfrm>
            <a:prstGeom prst="rect">
              <a:avLst/>
            </a:prstGeom>
          </p:spPr>
        </p:pic>
        <p:sp>
          <p:nvSpPr>
            <p:cNvPr id="73" name="object 73"/>
            <p:cNvSpPr/>
            <p:nvPr/>
          </p:nvSpPr>
          <p:spPr>
            <a:xfrm>
              <a:off x="4995672" y="3874668"/>
              <a:ext cx="452120" cy="452120"/>
            </a:xfrm>
            <a:custGeom>
              <a:avLst/>
              <a:gdLst/>
              <a:ahLst/>
              <a:cxnLst/>
              <a:rect l="l" t="t" r="r" b="b"/>
              <a:pathLst>
                <a:path w="452120" h="452120">
                  <a:moveTo>
                    <a:pt x="451675" y="68516"/>
                  </a:moveTo>
                  <a:lnTo>
                    <a:pt x="450811" y="61137"/>
                  </a:lnTo>
                  <a:lnTo>
                    <a:pt x="446189" y="55321"/>
                  </a:lnTo>
                  <a:lnTo>
                    <a:pt x="438569" y="52959"/>
                  </a:lnTo>
                  <a:lnTo>
                    <a:pt x="398907" y="52959"/>
                  </a:lnTo>
                  <a:lnTo>
                    <a:pt x="398907" y="5270"/>
                  </a:lnTo>
                  <a:lnTo>
                    <a:pt x="392391" y="0"/>
                  </a:lnTo>
                  <a:lnTo>
                    <a:pt x="385559" y="0"/>
                  </a:lnTo>
                  <a:lnTo>
                    <a:pt x="382282" y="0"/>
                  </a:lnTo>
                  <a:lnTo>
                    <a:pt x="378955" y="1193"/>
                  </a:lnTo>
                  <a:lnTo>
                    <a:pt x="376237" y="3911"/>
                  </a:lnTo>
                  <a:lnTo>
                    <a:pt x="323291" y="56857"/>
                  </a:lnTo>
                  <a:lnTo>
                    <a:pt x="320802" y="59321"/>
                  </a:lnTo>
                  <a:lnTo>
                    <a:pt x="319405" y="62712"/>
                  </a:lnTo>
                  <a:lnTo>
                    <a:pt x="319468" y="66230"/>
                  </a:lnTo>
                  <a:lnTo>
                    <a:pt x="319468" y="113690"/>
                  </a:lnTo>
                  <a:lnTo>
                    <a:pt x="243789" y="189306"/>
                  </a:lnTo>
                  <a:lnTo>
                    <a:pt x="238493" y="186766"/>
                  </a:lnTo>
                  <a:lnTo>
                    <a:pt x="232702" y="185343"/>
                  </a:lnTo>
                  <a:lnTo>
                    <a:pt x="226771" y="185343"/>
                  </a:lnTo>
                  <a:lnTo>
                    <a:pt x="215112" y="187083"/>
                  </a:lnTo>
                  <a:lnTo>
                    <a:pt x="204698" y="192036"/>
                  </a:lnTo>
                  <a:lnTo>
                    <a:pt x="196138" y="199758"/>
                  </a:lnTo>
                  <a:lnTo>
                    <a:pt x="190068" y="209842"/>
                  </a:lnTo>
                  <a:lnTo>
                    <a:pt x="187223" y="221259"/>
                  </a:lnTo>
                  <a:lnTo>
                    <a:pt x="187807" y="232778"/>
                  </a:lnTo>
                  <a:lnTo>
                    <a:pt x="219087" y="264020"/>
                  </a:lnTo>
                  <a:lnTo>
                    <a:pt x="226771" y="264769"/>
                  </a:lnTo>
                  <a:lnTo>
                    <a:pt x="231876" y="264769"/>
                  </a:lnTo>
                  <a:lnTo>
                    <a:pt x="264769" y="236715"/>
                  </a:lnTo>
                  <a:lnTo>
                    <a:pt x="266534" y="225107"/>
                  </a:lnTo>
                  <a:lnTo>
                    <a:pt x="266458" y="219163"/>
                  </a:lnTo>
                  <a:lnTo>
                    <a:pt x="265099" y="213372"/>
                  </a:lnTo>
                  <a:lnTo>
                    <a:pt x="262496" y="208076"/>
                  </a:lnTo>
                  <a:lnTo>
                    <a:pt x="338175" y="132397"/>
                  </a:lnTo>
                  <a:lnTo>
                    <a:pt x="389153" y="132397"/>
                  </a:lnTo>
                  <a:lnTo>
                    <a:pt x="392480" y="130987"/>
                  </a:lnTo>
                  <a:lnTo>
                    <a:pt x="395008" y="128511"/>
                  </a:lnTo>
                  <a:lnTo>
                    <a:pt x="447979" y="75565"/>
                  </a:lnTo>
                  <a:lnTo>
                    <a:pt x="451675" y="68516"/>
                  </a:lnTo>
                  <a:close/>
                </a:path>
                <a:path w="452120" h="452120">
                  <a:moveTo>
                    <a:pt x="451840" y="225107"/>
                  </a:moveTo>
                  <a:lnTo>
                    <a:pt x="450456" y="200634"/>
                  </a:lnTo>
                  <a:lnTo>
                    <a:pt x="446443" y="176530"/>
                  </a:lnTo>
                  <a:lnTo>
                    <a:pt x="439839" y="152996"/>
                  </a:lnTo>
                  <a:lnTo>
                    <a:pt x="430669" y="130289"/>
                  </a:lnTo>
                  <a:lnTo>
                    <a:pt x="413715" y="147218"/>
                  </a:lnTo>
                  <a:lnTo>
                    <a:pt x="407657" y="152196"/>
                  </a:lnTo>
                  <a:lnTo>
                    <a:pt x="400812" y="155854"/>
                  </a:lnTo>
                  <a:lnTo>
                    <a:pt x="393395" y="158102"/>
                  </a:lnTo>
                  <a:lnTo>
                    <a:pt x="385635" y="158864"/>
                  </a:lnTo>
                  <a:lnTo>
                    <a:pt x="385216" y="158864"/>
                  </a:lnTo>
                  <a:lnTo>
                    <a:pt x="391083" y="174866"/>
                  </a:lnTo>
                  <a:lnTo>
                    <a:pt x="395338" y="191300"/>
                  </a:lnTo>
                  <a:lnTo>
                    <a:pt x="397954" y="208076"/>
                  </a:lnTo>
                  <a:lnTo>
                    <a:pt x="398907" y="225107"/>
                  </a:lnTo>
                  <a:lnTo>
                    <a:pt x="392747" y="270789"/>
                  </a:lnTo>
                  <a:lnTo>
                    <a:pt x="375361" y="311873"/>
                  </a:lnTo>
                  <a:lnTo>
                    <a:pt x="348424" y="346710"/>
                  </a:lnTo>
                  <a:lnTo>
                    <a:pt x="313575" y="373621"/>
                  </a:lnTo>
                  <a:lnTo>
                    <a:pt x="272465" y="390994"/>
                  </a:lnTo>
                  <a:lnTo>
                    <a:pt x="226771" y="397141"/>
                  </a:lnTo>
                  <a:lnTo>
                    <a:pt x="181076" y="390994"/>
                  </a:lnTo>
                  <a:lnTo>
                    <a:pt x="139992" y="373621"/>
                  </a:lnTo>
                  <a:lnTo>
                    <a:pt x="105168" y="346710"/>
                  </a:lnTo>
                  <a:lnTo>
                    <a:pt x="78244" y="311873"/>
                  </a:lnTo>
                  <a:lnTo>
                    <a:pt x="60883" y="270789"/>
                  </a:lnTo>
                  <a:lnTo>
                    <a:pt x="54724" y="225107"/>
                  </a:lnTo>
                  <a:lnTo>
                    <a:pt x="60883" y="179400"/>
                  </a:lnTo>
                  <a:lnTo>
                    <a:pt x="78244" y="138303"/>
                  </a:lnTo>
                  <a:lnTo>
                    <a:pt x="105168" y="103454"/>
                  </a:lnTo>
                  <a:lnTo>
                    <a:pt x="139992" y="76504"/>
                  </a:lnTo>
                  <a:lnTo>
                    <a:pt x="181076" y="59131"/>
                  </a:lnTo>
                  <a:lnTo>
                    <a:pt x="226771" y="52959"/>
                  </a:lnTo>
                  <a:lnTo>
                    <a:pt x="243763" y="53911"/>
                  </a:lnTo>
                  <a:lnTo>
                    <a:pt x="260553" y="56527"/>
                  </a:lnTo>
                  <a:lnTo>
                    <a:pt x="277012" y="60794"/>
                  </a:lnTo>
                  <a:lnTo>
                    <a:pt x="293001" y="66675"/>
                  </a:lnTo>
                  <a:lnTo>
                    <a:pt x="293001" y="66230"/>
                  </a:lnTo>
                  <a:lnTo>
                    <a:pt x="321513" y="21196"/>
                  </a:lnTo>
                  <a:lnTo>
                    <a:pt x="298818" y="12026"/>
                  </a:lnTo>
                  <a:lnTo>
                    <a:pt x="275310" y="5422"/>
                  </a:lnTo>
                  <a:lnTo>
                    <a:pt x="251231" y="1409"/>
                  </a:lnTo>
                  <a:lnTo>
                    <a:pt x="226771" y="25"/>
                  </a:lnTo>
                  <a:lnTo>
                    <a:pt x="181394" y="4610"/>
                  </a:lnTo>
                  <a:lnTo>
                    <a:pt x="138976" y="17741"/>
                  </a:lnTo>
                  <a:lnTo>
                    <a:pt x="100482" y="38506"/>
                  </a:lnTo>
                  <a:lnTo>
                    <a:pt x="66852" y="66014"/>
                  </a:lnTo>
                  <a:lnTo>
                    <a:pt x="39027" y="99339"/>
                  </a:lnTo>
                  <a:lnTo>
                    <a:pt x="17983" y="137566"/>
                  </a:lnTo>
                  <a:lnTo>
                    <a:pt x="4660" y="179793"/>
                  </a:lnTo>
                  <a:lnTo>
                    <a:pt x="0" y="225107"/>
                  </a:lnTo>
                  <a:lnTo>
                    <a:pt x="4660" y="270459"/>
                  </a:lnTo>
                  <a:lnTo>
                    <a:pt x="17983" y="312864"/>
                  </a:lnTo>
                  <a:lnTo>
                    <a:pt x="39027" y="351370"/>
                  </a:lnTo>
                  <a:lnTo>
                    <a:pt x="66852" y="385000"/>
                  </a:lnTo>
                  <a:lnTo>
                    <a:pt x="100482" y="412826"/>
                  </a:lnTo>
                  <a:lnTo>
                    <a:pt x="138976" y="433882"/>
                  </a:lnTo>
                  <a:lnTo>
                    <a:pt x="181394" y="447205"/>
                  </a:lnTo>
                  <a:lnTo>
                    <a:pt x="226771" y="451866"/>
                  </a:lnTo>
                  <a:lnTo>
                    <a:pt x="272072" y="447205"/>
                  </a:lnTo>
                  <a:lnTo>
                    <a:pt x="314299" y="433882"/>
                  </a:lnTo>
                  <a:lnTo>
                    <a:pt x="352526" y="412826"/>
                  </a:lnTo>
                  <a:lnTo>
                    <a:pt x="385851" y="385000"/>
                  </a:lnTo>
                  <a:lnTo>
                    <a:pt x="413359" y="351370"/>
                  </a:lnTo>
                  <a:lnTo>
                    <a:pt x="434124" y="312864"/>
                  </a:lnTo>
                  <a:lnTo>
                    <a:pt x="447268" y="270459"/>
                  </a:lnTo>
                  <a:lnTo>
                    <a:pt x="451840" y="225107"/>
                  </a:lnTo>
                  <a:close/>
                </a:path>
              </a:pathLst>
            </a:custGeom>
            <a:solidFill>
              <a:srgbClr val="500094"/>
            </a:solidFill>
          </p:spPr>
          <p:txBody>
            <a:bodyPr wrap="square" lIns="0" tIns="0" rIns="0" bIns="0" rtlCol="0"/>
            <a:lstStyle/>
            <a:p>
              <a:endParaRPr/>
            </a:p>
          </p:txBody>
        </p:sp>
      </p:grpSp>
      <p:grpSp>
        <p:nvGrpSpPr>
          <p:cNvPr id="74" name="object 74"/>
          <p:cNvGrpSpPr/>
          <p:nvPr/>
        </p:nvGrpSpPr>
        <p:grpSpPr>
          <a:xfrm>
            <a:off x="5549252" y="3874675"/>
            <a:ext cx="452120" cy="452120"/>
            <a:chOff x="5549252" y="3874675"/>
            <a:chExt cx="452120" cy="452120"/>
          </a:xfrm>
        </p:grpSpPr>
        <p:sp>
          <p:nvSpPr>
            <p:cNvPr id="75" name="object 75"/>
            <p:cNvSpPr/>
            <p:nvPr/>
          </p:nvSpPr>
          <p:spPr>
            <a:xfrm>
              <a:off x="5549252" y="3874675"/>
              <a:ext cx="452120" cy="320040"/>
            </a:xfrm>
            <a:custGeom>
              <a:avLst/>
              <a:gdLst/>
              <a:ahLst/>
              <a:cxnLst/>
              <a:rect l="l" t="t" r="r" b="b"/>
              <a:pathLst>
                <a:path w="452120" h="320039">
                  <a:moveTo>
                    <a:pt x="371565" y="33808"/>
                  </a:moveTo>
                  <a:lnTo>
                    <a:pt x="80277" y="33808"/>
                  </a:lnTo>
                  <a:lnTo>
                    <a:pt x="80277" y="5931"/>
                  </a:lnTo>
                  <a:lnTo>
                    <a:pt x="86209" y="0"/>
                  </a:lnTo>
                  <a:lnTo>
                    <a:pt x="365633" y="0"/>
                  </a:lnTo>
                  <a:lnTo>
                    <a:pt x="371565" y="5931"/>
                  </a:lnTo>
                  <a:lnTo>
                    <a:pt x="371565" y="33808"/>
                  </a:lnTo>
                  <a:close/>
                </a:path>
                <a:path w="452120" h="320039">
                  <a:moveTo>
                    <a:pt x="266857" y="319469"/>
                  </a:moveTo>
                  <a:lnTo>
                    <a:pt x="184328" y="319469"/>
                  </a:lnTo>
                  <a:lnTo>
                    <a:pt x="179629" y="305477"/>
                  </a:lnTo>
                  <a:lnTo>
                    <a:pt x="171791" y="292524"/>
                  </a:lnTo>
                  <a:lnTo>
                    <a:pt x="161025" y="281408"/>
                  </a:lnTo>
                  <a:lnTo>
                    <a:pt x="147542" y="272929"/>
                  </a:lnTo>
                  <a:lnTo>
                    <a:pt x="126679" y="260898"/>
                  </a:lnTo>
                  <a:lnTo>
                    <a:pt x="109560" y="246225"/>
                  </a:lnTo>
                  <a:lnTo>
                    <a:pt x="96293" y="229125"/>
                  </a:lnTo>
                  <a:lnTo>
                    <a:pt x="86983" y="209814"/>
                  </a:lnTo>
                  <a:lnTo>
                    <a:pt x="86701" y="209673"/>
                  </a:lnTo>
                  <a:lnTo>
                    <a:pt x="86313" y="209673"/>
                  </a:lnTo>
                  <a:lnTo>
                    <a:pt x="23586" y="168456"/>
                  </a:lnTo>
                  <a:lnTo>
                    <a:pt x="13659" y="159911"/>
                  </a:lnTo>
                  <a:lnTo>
                    <a:pt x="6227" y="149365"/>
                  </a:lnTo>
                  <a:lnTo>
                    <a:pt x="1578" y="137352"/>
                  </a:lnTo>
                  <a:lnTo>
                    <a:pt x="0" y="124401"/>
                  </a:lnTo>
                  <a:lnTo>
                    <a:pt x="0" y="79433"/>
                  </a:lnTo>
                  <a:lnTo>
                    <a:pt x="4153" y="58823"/>
                  </a:lnTo>
                  <a:lnTo>
                    <a:pt x="15488" y="41988"/>
                  </a:lnTo>
                  <a:lnTo>
                    <a:pt x="32314" y="30634"/>
                  </a:lnTo>
                  <a:lnTo>
                    <a:pt x="52940" y="26470"/>
                  </a:lnTo>
                  <a:lnTo>
                    <a:pt x="60063" y="26983"/>
                  </a:lnTo>
                  <a:lnTo>
                    <a:pt x="67057" y="28398"/>
                  </a:lnTo>
                  <a:lnTo>
                    <a:pt x="73826" y="30683"/>
                  </a:lnTo>
                  <a:lnTo>
                    <a:pt x="80277" y="33808"/>
                  </a:lnTo>
                  <a:lnTo>
                    <a:pt x="424251" y="33808"/>
                  </a:lnTo>
                  <a:lnTo>
                    <a:pt x="436368" y="41988"/>
                  </a:lnTo>
                  <a:lnTo>
                    <a:pt x="443752" y="52940"/>
                  </a:lnTo>
                  <a:lnTo>
                    <a:pt x="52940" y="52940"/>
                  </a:lnTo>
                  <a:lnTo>
                    <a:pt x="42612" y="55022"/>
                  </a:lnTo>
                  <a:lnTo>
                    <a:pt x="34201" y="60700"/>
                  </a:lnTo>
                  <a:lnTo>
                    <a:pt x="28541" y="69121"/>
                  </a:lnTo>
                  <a:lnTo>
                    <a:pt x="26469" y="79433"/>
                  </a:lnTo>
                  <a:lnTo>
                    <a:pt x="26399" y="133217"/>
                  </a:lnTo>
                  <a:lnTo>
                    <a:pt x="30854" y="141470"/>
                  </a:lnTo>
                  <a:lnTo>
                    <a:pt x="38263" y="146417"/>
                  </a:lnTo>
                  <a:lnTo>
                    <a:pt x="80418" y="173895"/>
                  </a:lnTo>
                  <a:lnTo>
                    <a:pt x="174720" y="173895"/>
                  </a:lnTo>
                  <a:lnTo>
                    <a:pt x="172043" y="189416"/>
                  </a:lnTo>
                  <a:lnTo>
                    <a:pt x="170589" y="197974"/>
                  </a:lnTo>
                  <a:lnTo>
                    <a:pt x="177412" y="204937"/>
                  </a:lnTo>
                  <a:lnTo>
                    <a:pt x="372742" y="204937"/>
                  </a:lnTo>
                  <a:lnTo>
                    <a:pt x="365521" y="209673"/>
                  </a:lnTo>
                  <a:lnTo>
                    <a:pt x="86701" y="209673"/>
                  </a:lnTo>
                  <a:lnTo>
                    <a:pt x="86420" y="209743"/>
                  </a:lnTo>
                  <a:lnTo>
                    <a:pt x="365408" y="209743"/>
                  </a:lnTo>
                  <a:lnTo>
                    <a:pt x="365183" y="209884"/>
                  </a:lnTo>
                  <a:lnTo>
                    <a:pt x="364367" y="209884"/>
                  </a:lnTo>
                  <a:lnTo>
                    <a:pt x="363804" y="210166"/>
                  </a:lnTo>
                  <a:lnTo>
                    <a:pt x="352861" y="228801"/>
                  </a:lnTo>
                  <a:lnTo>
                    <a:pt x="337695" y="245181"/>
                  </a:lnTo>
                  <a:lnTo>
                    <a:pt x="318744" y="259944"/>
                  </a:lnTo>
                  <a:lnTo>
                    <a:pt x="296445" y="273726"/>
                  </a:lnTo>
                  <a:lnTo>
                    <a:pt x="285297" y="282159"/>
                  </a:lnTo>
                  <a:lnTo>
                    <a:pt x="276543" y="293151"/>
                  </a:lnTo>
                  <a:lnTo>
                    <a:pt x="270342" y="305866"/>
                  </a:lnTo>
                  <a:lnTo>
                    <a:pt x="266857" y="319469"/>
                  </a:lnTo>
                  <a:close/>
                </a:path>
                <a:path w="452120" h="320039">
                  <a:moveTo>
                    <a:pt x="424251" y="33808"/>
                  </a:moveTo>
                  <a:lnTo>
                    <a:pt x="371565" y="33808"/>
                  </a:lnTo>
                  <a:lnTo>
                    <a:pt x="378006" y="30683"/>
                  </a:lnTo>
                  <a:lnTo>
                    <a:pt x="384782" y="28398"/>
                  </a:lnTo>
                  <a:lnTo>
                    <a:pt x="391795" y="26983"/>
                  </a:lnTo>
                  <a:lnTo>
                    <a:pt x="398949" y="26470"/>
                  </a:lnTo>
                  <a:lnTo>
                    <a:pt x="419549" y="30634"/>
                  </a:lnTo>
                  <a:lnTo>
                    <a:pt x="424251" y="33808"/>
                  </a:lnTo>
                  <a:close/>
                </a:path>
                <a:path w="452120" h="320039">
                  <a:moveTo>
                    <a:pt x="174720" y="173895"/>
                  </a:moveTo>
                  <a:lnTo>
                    <a:pt x="80418" y="173895"/>
                  </a:lnTo>
                  <a:lnTo>
                    <a:pt x="80292" y="172746"/>
                  </a:lnTo>
                  <a:lnTo>
                    <a:pt x="80277" y="79433"/>
                  </a:lnTo>
                  <a:lnTo>
                    <a:pt x="78053" y="69121"/>
                  </a:lnTo>
                  <a:lnTo>
                    <a:pt x="72068" y="60700"/>
                  </a:lnTo>
                  <a:lnTo>
                    <a:pt x="63353" y="55022"/>
                  </a:lnTo>
                  <a:lnTo>
                    <a:pt x="52940" y="52940"/>
                  </a:lnTo>
                  <a:lnTo>
                    <a:pt x="398879" y="52940"/>
                  </a:lnTo>
                  <a:lnTo>
                    <a:pt x="395940" y="53526"/>
                  </a:lnTo>
                  <a:lnTo>
                    <a:pt x="221044" y="53526"/>
                  </a:lnTo>
                  <a:lnTo>
                    <a:pt x="216214" y="55800"/>
                  </a:lnTo>
                  <a:lnTo>
                    <a:pt x="213987" y="60372"/>
                  </a:lnTo>
                  <a:lnTo>
                    <a:pt x="196684" y="95376"/>
                  </a:lnTo>
                  <a:lnTo>
                    <a:pt x="153052" y="101730"/>
                  </a:lnTo>
                  <a:lnTo>
                    <a:pt x="148902" y="105200"/>
                  </a:lnTo>
                  <a:lnTo>
                    <a:pt x="147321" y="110015"/>
                  </a:lnTo>
                  <a:lnTo>
                    <a:pt x="145784" y="114789"/>
                  </a:lnTo>
                  <a:lnTo>
                    <a:pt x="147120" y="120017"/>
                  </a:lnTo>
                  <a:lnTo>
                    <a:pt x="151524" y="124401"/>
                  </a:lnTo>
                  <a:lnTo>
                    <a:pt x="178678" y="150942"/>
                  </a:lnTo>
                  <a:lnTo>
                    <a:pt x="174720" y="173895"/>
                  </a:lnTo>
                  <a:close/>
                </a:path>
                <a:path w="452120" h="320039">
                  <a:moveTo>
                    <a:pt x="419932" y="173965"/>
                  </a:moveTo>
                  <a:lnTo>
                    <a:pt x="371354" y="173965"/>
                  </a:lnTo>
                  <a:lnTo>
                    <a:pt x="413579" y="146417"/>
                  </a:lnTo>
                  <a:lnTo>
                    <a:pt x="420918" y="141470"/>
                  </a:lnTo>
                  <a:lnTo>
                    <a:pt x="425372" y="133217"/>
                  </a:lnTo>
                  <a:lnTo>
                    <a:pt x="425372" y="79433"/>
                  </a:lnTo>
                  <a:lnTo>
                    <a:pt x="423290" y="69121"/>
                  </a:lnTo>
                  <a:lnTo>
                    <a:pt x="417612" y="60700"/>
                  </a:lnTo>
                  <a:lnTo>
                    <a:pt x="409190" y="55022"/>
                  </a:lnTo>
                  <a:lnTo>
                    <a:pt x="398879" y="52940"/>
                  </a:lnTo>
                  <a:lnTo>
                    <a:pt x="443752" y="52940"/>
                  </a:lnTo>
                  <a:lnTo>
                    <a:pt x="447719" y="58823"/>
                  </a:lnTo>
                  <a:lnTo>
                    <a:pt x="451913" y="79433"/>
                  </a:lnTo>
                  <a:lnTo>
                    <a:pt x="451913" y="124401"/>
                  </a:lnTo>
                  <a:lnTo>
                    <a:pt x="450291" y="137381"/>
                  </a:lnTo>
                  <a:lnTo>
                    <a:pt x="445623" y="149392"/>
                  </a:lnTo>
                  <a:lnTo>
                    <a:pt x="438203" y="159921"/>
                  </a:lnTo>
                  <a:lnTo>
                    <a:pt x="428326" y="168456"/>
                  </a:lnTo>
                  <a:lnTo>
                    <a:pt x="419932" y="173965"/>
                  </a:lnTo>
                  <a:close/>
                </a:path>
                <a:path w="452120" h="320039">
                  <a:moveTo>
                    <a:pt x="372742" y="204937"/>
                  </a:moveTo>
                  <a:lnTo>
                    <a:pt x="274336" y="204937"/>
                  </a:lnTo>
                  <a:lnTo>
                    <a:pt x="281159" y="197974"/>
                  </a:lnTo>
                  <a:lnTo>
                    <a:pt x="279705" y="189416"/>
                  </a:lnTo>
                  <a:lnTo>
                    <a:pt x="273070" y="150942"/>
                  </a:lnTo>
                  <a:lnTo>
                    <a:pt x="301111" y="123628"/>
                  </a:lnTo>
                  <a:lnTo>
                    <a:pt x="304784" y="117060"/>
                  </a:lnTo>
                  <a:lnTo>
                    <a:pt x="304422" y="110015"/>
                  </a:lnTo>
                  <a:lnTo>
                    <a:pt x="300570" y="104126"/>
                  </a:lnTo>
                  <a:lnTo>
                    <a:pt x="293772" y="101026"/>
                  </a:lnTo>
                  <a:lnTo>
                    <a:pt x="255064" y="95376"/>
                  </a:lnTo>
                  <a:lnTo>
                    <a:pt x="237784" y="60372"/>
                  </a:lnTo>
                  <a:lnTo>
                    <a:pt x="235557" y="55800"/>
                  </a:lnTo>
                  <a:lnTo>
                    <a:pt x="230727" y="53526"/>
                  </a:lnTo>
                  <a:lnTo>
                    <a:pt x="395940" y="53526"/>
                  </a:lnTo>
                  <a:lnTo>
                    <a:pt x="388438" y="55022"/>
                  </a:lnTo>
                  <a:lnTo>
                    <a:pt x="379709" y="60700"/>
                  </a:lnTo>
                  <a:lnTo>
                    <a:pt x="373719" y="69121"/>
                  </a:lnTo>
                  <a:lnTo>
                    <a:pt x="371494" y="79433"/>
                  </a:lnTo>
                  <a:lnTo>
                    <a:pt x="371494" y="172746"/>
                  </a:lnTo>
                  <a:lnTo>
                    <a:pt x="371354" y="173332"/>
                  </a:lnTo>
                  <a:lnTo>
                    <a:pt x="371354" y="173965"/>
                  </a:lnTo>
                  <a:lnTo>
                    <a:pt x="419932" y="173965"/>
                  </a:lnTo>
                  <a:lnTo>
                    <a:pt x="372742" y="204937"/>
                  </a:lnTo>
                  <a:close/>
                </a:path>
                <a:path w="452120" h="320039">
                  <a:moveTo>
                    <a:pt x="264606" y="204937"/>
                  </a:moveTo>
                  <a:lnTo>
                    <a:pt x="187165" y="204937"/>
                  </a:lnTo>
                  <a:lnTo>
                    <a:pt x="189252" y="204445"/>
                  </a:lnTo>
                  <a:lnTo>
                    <a:pt x="225851" y="185172"/>
                  </a:lnTo>
                  <a:lnTo>
                    <a:pt x="262520" y="204445"/>
                  </a:lnTo>
                  <a:lnTo>
                    <a:pt x="264606" y="204937"/>
                  </a:lnTo>
                  <a:close/>
                </a:path>
                <a:path w="452120" h="320039">
                  <a:moveTo>
                    <a:pt x="365070" y="209954"/>
                  </a:moveTo>
                  <a:lnTo>
                    <a:pt x="364367" y="209884"/>
                  </a:lnTo>
                  <a:lnTo>
                    <a:pt x="365183" y="209884"/>
                  </a:lnTo>
                  <a:close/>
                </a:path>
              </a:pathLst>
            </a:custGeom>
            <a:solidFill>
              <a:srgbClr val="500094"/>
            </a:solidFill>
          </p:spPr>
          <p:txBody>
            <a:bodyPr wrap="square" lIns="0" tIns="0" rIns="0" bIns="0" rtlCol="0"/>
            <a:lstStyle/>
            <a:p>
              <a:endParaRPr/>
            </a:p>
          </p:txBody>
        </p:sp>
        <p:pic>
          <p:nvPicPr>
            <p:cNvPr id="76" name="object 76"/>
            <p:cNvPicPr/>
            <p:nvPr/>
          </p:nvPicPr>
          <p:blipFill>
            <a:blip r:embed="rId23" cstate="print"/>
            <a:stretch>
              <a:fillRect/>
            </a:stretch>
          </p:blipFill>
          <p:spPr>
            <a:xfrm>
              <a:off x="5656000" y="4220615"/>
              <a:ext cx="238276" cy="105903"/>
            </a:xfrm>
            <a:prstGeom prst="rect">
              <a:avLst/>
            </a:prstGeom>
          </p:spPr>
        </p:pic>
        <p:pic>
          <p:nvPicPr>
            <p:cNvPr id="77" name="object 77"/>
            <p:cNvPicPr/>
            <p:nvPr/>
          </p:nvPicPr>
          <p:blipFill>
            <a:blip r:embed="rId24" cstate="print"/>
            <a:stretch>
              <a:fillRect/>
            </a:stretch>
          </p:blipFill>
          <p:spPr>
            <a:xfrm>
              <a:off x="5737613" y="3970755"/>
              <a:ext cx="74979" cy="71391"/>
            </a:xfrm>
            <a:prstGeom prst="rect">
              <a:avLst/>
            </a:prstGeom>
          </p:spPr>
        </p:pic>
      </p:grpSp>
      <p:grpSp>
        <p:nvGrpSpPr>
          <p:cNvPr id="78" name="object 78"/>
          <p:cNvGrpSpPr/>
          <p:nvPr/>
        </p:nvGrpSpPr>
        <p:grpSpPr>
          <a:xfrm>
            <a:off x="6104508" y="3874639"/>
            <a:ext cx="451484" cy="452120"/>
            <a:chOff x="6104508" y="3874639"/>
            <a:chExt cx="451484" cy="452120"/>
          </a:xfrm>
        </p:grpSpPr>
        <p:pic>
          <p:nvPicPr>
            <p:cNvPr id="79" name="object 79"/>
            <p:cNvPicPr/>
            <p:nvPr/>
          </p:nvPicPr>
          <p:blipFill>
            <a:blip r:embed="rId25" cstate="print"/>
            <a:stretch>
              <a:fillRect/>
            </a:stretch>
          </p:blipFill>
          <p:spPr>
            <a:xfrm>
              <a:off x="6425759" y="3901226"/>
              <a:ext cx="77932" cy="73361"/>
            </a:xfrm>
            <a:prstGeom prst="rect">
              <a:avLst/>
            </a:prstGeom>
          </p:spPr>
        </p:pic>
        <p:pic>
          <p:nvPicPr>
            <p:cNvPr id="80" name="object 80"/>
            <p:cNvPicPr/>
            <p:nvPr/>
          </p:nvPicPr>
          <p:blipFill>
            <a:blip r:embed="rId26" cstate="print"/>
            <a:stretch>
              <a:fillRect/>
            </a:stretch>
          </p:blipFill>
          <p:spPr>
            <a:xfrm>
              <a:off x="6279178" y="4192396"/>
              <a:ext cx="105903" cy="134132"/>
            </a:xfrm>
            <a:prstGeom prst="rect">
              <a:avLst/>
            </a:prstGeom>
          </p:spPr>
        </p:pic>
        <p:sp>
          <p:nvSpPr>
            <p:cNvPr id="81" name="object 81"/>
            <p:cNvSpPr/>
            <p:nvPr/>
          </p:nvSpPr>
          <p:spPr>
            <a:xfrm>
              <a:off x="6104496" y="3874642"/>
              <a:ext cx="451484" cy="452120"/>
            </a:xfrm>
            <a:custGeom>
              <a:avLst/>
              <a:gdLst/>
              <a:ahLst/>
              <a:cxnLst/>
              <a:rect l="l" t="t" r="r" b="b"/>
              <a:pathLst>
                <a:path w="451484" h="452120">
                  <a:moveTo>
                    <a:pt x="253199" y="185369"/>
                  </a:moveTo>
                  <a:lnTo>
                    <a:pt x="200228" y="185369"/>
                  </a:lnTo>
                  <a:lnTo>
                    <a:pt x="200228" y="238328"/>
                  </a:lnTo>
                  <a:lnTo>
                    <a:pt x="253199" y="238328"/>
                  </a:lnTo>
                  <a:lnTo>
                    <a:pt x="253199" y="185369"/>
                  </a:lnTo>
                  <a:close/>
                </a:path>
                <a:path w="451484" h="452120">
                  <a:moveTo>
                    <a:pt x="398907" y="445909"/>
                  </a:moveTo>
                  <a:lnTo>
                    <a:pt x="398843" y="291261"/>
                  </a:lnTo>
                  <a:lnTo>
                    <a:pt x="398843" y="264795"/>
                  </a:lnTo>
                  <a:lnTo>
                    <a:pt x="398843" y="243763"/>
                  </a:lnTo>
                  <a:lnTo>
                    <a:pt x="299796" y="158889"/>
                  </a:lnTo>
                  <a:lnTo>
                    <a:pt x="279666" y="141643"/>
                  </a:lnTo>
                  <a:lnTo>
                    <a:pt x="279666" y="164820"/>
                  </a:lnTo>
                  <a:lnTo>
                    <a:pt x="279666" y="258864"/>
                  </a:lnTo>
                  <a:lnTo>
                    <a:pt x="273735" y="264795"/>
                  </a:lnTo>
                  <a:lnTo>
                    <a:pt x="179692" y="264795"/>
                  </a:lnTo>
                  <a:lnTo>
                    <a:pt x="173761" y="258864"/>
                  </a:lnTo>
                  <a:lnTo>
                    <a:pt x="173761" y="164820"/>
                  </a:lnTo>
                  <a:lnTo>
                    <a:pt x="179692" y="158889"/>
                  </a:lnTo>
                  <a:lnTo>
                    <a:pt x="273735" y="158889"/>
                  </a:lnTo>
                  <a:lnTo>
                    <a:pt x="279666" y="164820"/>
                  </a:lnTo>
                  <a:lnTo>
                    <a:pt x="279666" y="141643"/>
                  </a:lnTo>
                  <a:lnTo>
                    <a:pt x="226720" y="96266"/>
                  </a:lnTo>
                  <a:lnTo>
                    <a:pt x="52197" y="243763"/>
                  </a:lnTo>
                  <a:lnTo>
                    <a:pt x="52120" y="445909"/>
                  </a:lnTo>
                  <a:lnTo>
                    <a:pt x="58051" y="451891"/>
                  </a:lnTo>
                  <a:lnTo>
                    <a:pt x="147294" y="451891"/>
                  </a:lnTo>
                  <a:lnTo>
                    <a:pt x="147294" y="297192"/>
                  </a:lnTo>
                  <a:lnTo>
                    <a:pt x="153225" y="291261"/>
                  </a:lnTo>
                  <a:lnTo>
                    <a:pt x="300202" y="291261"/>
                  </a:lnTo>
                  <a:lnTo>
                    <a:pt x="306133" y="297192"/>
                  </a:lnTo>
                  <a:lnTo>
                    <a:pt x="306133" y="451891"/>
                  </a:lnTo>
                  <a:lnTo>
                    <a:pt x="392976" y="451891"/>
                  </a:lnTo>
                  <a:lnTo>
                    <a:pt x="398907" y="445909"/>
                  </a:lnTo>
                  <a:close/>
                </a:path>
                <a:path w="451484" h="452120">
                  <a:moveTo>
                    <a:pt x="451421" y="192138"/>
                  </a:moveTo>
                  <a:lnTo>
                    <a:pt x="448437" y="183603"/>
                  </a:lnTo>
                  <a:lnTo>
                    <a:pt x="442544" y="176403"/>
                  </a:lnTo>
                  <a:lnTo>
                    <a:pt x="244221" y="6477"/>
                  </a:lnTo>
                  <a:lnTo>
                    <a:pt x="239293" y="2159"/>
                  </a:lnTo>
                  <a:lnTo>
                    <a:pt x="233146" y="0"/>
                  </a:lnTo>
                  <a:lnTo>
                    <a:pt x="227012" y="0"/>
                  </a:lnTo>
                  <a:lnTo>
                    <a:pt x="220865" y="0"/>
                  </a:lnTo>
                  <a:lnTo>
                    <a:pt x="214718" y="2159"/>
                  </a:lnTo>
                  <a:lnTo>
                    <a:pt x="209778" y="6477"/>
                  </a:lnTo>
                  <a:lnTo>
                    <a:pt x="9194" y="176339"/>
                  </a:lnTo>
                  <a:lnTo>
                    <a:pt x="2755" y="184518"/>
                  </a:lnTo>
                  <a:lnTo>
                    <a:pt x="0" y="194195"/>
                  </a:lnTo>
                  <a:lnTo>
                    <a:pt x="1054" y="204190"/>
                  </a:lnTo>
                  <a:lnTo>
                    <a:pt x="6007" y="213334"/>
                  </a:lnTo>
                  <a:lnTo>
                    <a:pt x="11277" y="219659"/>
                  </a:lnTo>
                  <a:lnTo>
                    <a:pt x="18834" y="222923"/>
                  </a:lnTo>
                  <a:lnTo>
                    <a:pt x="32499" y="222923"/>
                  </a:lnTo>
                  <a:lnTo>
                    <a:pt x="38595" y="220840"/>
                  </a:lnTo>
                  <a:lnTo>
                    <a:pt x="43573" y="216573"/>
                  </a:lnTo>
                  <a:lnTo>
                    <a:pt x="227012" y="61480"/>
                  </a:lnTo>
                  <a:lnTo>
                    <a:pt x="408076" y="216636"/>
                  </a:lnTo>
                  <a:lnTo>
                    <a:pt x="413118" y="220980"/>
                  </a:lnTo>
                  <a:lnTo>
                    <a:pt x="419214" y="223037"/>
                  </a:lnTo>
                  <a:lnTo>
                    <a:pt x="425284" y="223037"/>
                  </a:lnTo>
                  <a:lnTo>
                    <a:pt x="431939" y="222186"/>
                  </a:lnTo>
                  <a:lnTo>
                    <a:pt x="438200" y="219684"/>
                  </a:lnTo>
                  <a:lnTo>
                    <a:pt x="443712" y="215582"/>
                  </a:lnTo>
                  <a:lnTo>
                    <a:pt x="448119" y="209931"/>
                  </a:lnTo>
                  <a:lnTo>
                    <a:pt x="451358" y="201193"/>
                  </a:lnTo>
                  <a:lnTo>
                    <a:pt x="451421" y="192138"/>
                  </a:lnTo>
                  <a:close/>
                </a:path>
              </a:pathLst>
            </a:custGeom>
            <a:solidFill>
              <a:srgbClr val="500094"/>
            </a:solidFill>
          </p:spPr>
          <p:txBody>
            <a:bodyPr wrap="square" lIns="0" tIns="0" rIns="0" bIns="0" rtlCol="0"/>
            <a:lstStyle/>
            <a:p>
              <a:endParaRPr/>
            </a:p>
          </p:txBody>
        </p:sp>
      </p:grpSp>
      <p:sp>
        <p:nvSpPr>
          <p:cNvPr id="82" name="object 82"/>
          <p:cNvSpPr/>
          <p:nvPr/>
        </p:nvSpPr>
        <p:spPr>
          <a:xfrm>
            <a:off x="1127582" y="4425619"/>
            <a:ext cx="393065" cy="450215"/>
          </a:xfrm>
          <a:custGeom>
            <a:avLst/>
            <a:gdLst/>
            <a:ahLst/>
            <a:cxnLst/>
            <a:rect l="l" t="t" r="r" b="b"/>
            <a:pathLst>
              <a:path w="393065" h="450214">
                <a:moveTo>
                  <a:pt x="123799" y="164592"/>
                </a:moveTo>
                <a:lnTo>
                  <a:pt x="97307" y="170726"/>
                </a:lnTo>
                <a:lnTo>
                  <a:pt x="97307" y="336765"/>
                </a:lnTo>
                <a:lnTo>
                  <a:pt x="88925" y="331825"/>
                </a:lnTo>
                <a:lnTo>
                  <a:pt x="80060" y="328295"/>
                </a:lnTo>
                <a:lnTo>
                  <a:pt x="70878" y="326186"/>
                </a:lnTo>
                <a:lnTo>
                  <a:pt x="61556" y="325488"/>
                </a:lnTo>
                <a:lnTo>
                  <a:pt x="50596" y="326466"/>
                </a:lnTo>
                <a:lnTo>
                  <a:pt x="7416" y="357073"/>
                </a:lnTo>
                <a:lnTo>
                  <a:pt x="0" y="396519"/>
                </a:lnTo>
                <a:lnTo>
                  <a:pt x="6388" y="416420"/>
                </a:lnTo>
                <a:lnTo>
                  <a:pt x="16408" y="430466"/>
                </a:lnTo>
                <a:lnTo>
                  <a:pt x="29527" y="441007"/>
                </a:lnTo>
                <a:lnTo>
                  <a:pt x="44856" y="447624"/>
                </a:lnTo>
                <a:lnTo>
                  <a:pt x="61531" y="449922"/>
                </a:lnTo>
                <a:lnTo>
                  <a:pt x="66446" y="449922"/>
                </a:lnTo>
                <a:lnTo>
                  <a:pt x="110540" y="426072"/>
                </a:lnTo>
                <a:lnTo>
                  <a:pt x="123799" y="387667"/>
                </a:lnTo>
                <a:lnTo>
                  <a:pt x="123799" y="164592"/>
                </a:lnTo>
                <a:close/>
              </a:path>
              <a:path w="393065" h="450214">
                <a:moveTo>
                  <a:pt x="392620" y="101752"/>
                </a:moveTo>
                <a:lnTo>
                  <a:pt x="366153" y="107962"/>
                </a:lnTo>
                <a:lnTo>
                  <a:pt x="366153" y="273939"/>
                </a:lnTo>
                <a:lnTo>
                  <a:pt x="357974" y="269036"/>
                </a:lnTo>
                <a:lnTo>
                  <a:pt x="349186" y="265480"/>
                </a:lnTo>
                <a:lnTo>
                  <a:pt x="339953" y="263321"/>
                </a:lnTo>
                <a:lnTo>
                  <a:pt x="330454" y="262585"/>
                </a:lnTo>
                <a:lnTo>
                  <a:pt x="312178" y="265315"/>
                </a:lnTo>
                <a:lnTo>
                  <a:pt x="295846" y="273075"/>
                </a:lnTo>
                <a:lnTo>
                  <a:pt x="282422" y="285191"/>
                </a:lnTo>
                <a:lnTo>
                  <a:pt x="272884" y="300990"/>
                </a:lnTo>
                <a:lnTo>
                  <a:pt x="268452" y="318909"/>
                </a:lnTo>
                <a:lnTo>
                  <a:pt x="269379" y="336969"/>
                </a:lnTo>
                <a:lnTo>
                  <a:pt x="296037" y="376694"/>
                </a:lnTo>
                <a:lnTo>
                  <a:pt x="330454" y="387057"/>
                </a:lnTo>
                <a:lnTo>
                  <a:pt x="338467" y="387057"/>
                </a:lnTo>
                <a:lnTo>
                  <a:pt x="382168" y="359397"/>
                </a:lnTo>
                <a:lnTo>
                  <a:pt x="392620" y="324840"/>
                </a:lnTo>
                <a:lnTo>
                  <a:pt x="392620" y="101752"/>
                </a:lnTo>
                <a:close/>
              </a:path>
              <a:path w="393065" h="450214">
                <a:moveTo>
                  <a:pt x="392620" y="5740"/>
                </a:moveTo>
                <a:lnTo>
                  <a:pt x="386575" y="0"/>
                </a:lnTo>
                <a:lnTo>
                  <a:pt x="379501" y="0"/>
                </a:lnTo>
                <a:lnTo>
                  <a:pt x="378485" y="0"/>
                </a:lnTo>
                <a:lnTo>
                  <a:pt x="377431" y="114"/>
                </a:lnTo>
                <a:lnTo>
                  <a:pt x="376402" y="368"/>
                </a:lnTo>
                <a:lnTo>
                  <a:pt x="107556" y="63207"/>
                </a:lnTo>
                <a:lnTo>
                  <a:pt x="101549" y="64541"/>
                </a:lnTo>
                <a:lnTo>
                  <a:pt x="97307" y="69913"/>
                </a:lnTo>
                <a:lnTo>
                  <a:pt x="97307" y="143560"/>
                </a:lnTo>
                <a:lnTo>
                  <a:pt x="392620" y="74574"/>
                </a:lnTo>
                <a:lnTo>
                  <a:pt x="392620" y="5740"/>
                </a:lnTo>
                <a:close/>
              </a:path>
            </a:pathLst>
          </a:custGeom>
          <a:solidFill>
            <a:srgbClr val="500094"/>
          </a:solidFill>
        </p:spPr>
        <p:txBody>
          <a:bodyPr wrap="square" lIns="0" tIns="0" rIns="0" bIns="0" rtlCol="0"/>
          <a:lstStyle/>
          <a:p>
            <a:endParaRPr/>
          </a:p>
        </p:txBody>
      </p:sp>
      <p:sp>
        <p:nvSpPr>
          <p:cNvPr id="83" name="object 83"/>
          <p:cNvSpPr/>
          <p:nvPr/>
        </p:nvSpPr>
        <p:spPr>
          <a:xfrm>
            <a:off x="2202967" y="4451997"/>
            <a:ext cx="452120" cy="397510"/>
          </a:xfrm>
          <a:custGeom>
            <a:avLst/>
            <a:gdLst/>
            <a:ahLst/>
            <a:cxnLst/>
            <a:rect l="l" t="t" r="r" b="b"/>
            <a:pathLst>
              <a:path w="452119" h="397510">
                <a:moveTo>
                  <a:pt x="132422" y="4292"/>
                </a:moveTo>
                <a:lnTo>
                  <a:pt x="114528" y="11455"/>
                </a:lnTo>
                <a:lnTo>
                  <a:pt x="114528" y="170434"/>
                </a:lnTo>
                <a:lnTo>
                  <a:pt x="110820" y="178015"/>
                </a:lnTo>
                <a:lnTo>
                  <a:pt x="105943" y="183172"/>
                </a:lnTo>
                <a:lnTo>
                  <a:pt x="102006" y="189179"/>
                </a:lnTo>
                <a:lnTo>
                  <a:pt x="99098" y="195668"/>
                </a:lnTo>
                <a:lnTo>
                  <a:pt x="96570" y="201256"/>
                </a:lnTo>
                <a:lnTo>
                  <a:pt x="92049" y="203593"/>
                </a:lnTo>
                <a:lnTo>
                  <a:pt x="87477" y="203593"/>
                </a:lnTo>
                <a:lnTo>
                  <a:pt x="83489" y="202679"/>
                </a:lnTo>
                <a:lnTo>
                  <a:pt x="83489" y="236143"/>
                </a:lnTo>
                <a:lnTo>
                  <a:pt x="82943" y="243192"/>
                </a:lnTo>
                <a:lnTo>
                  <a:pt x="78778" y="255765"/>
                </a:lnTo>
                <a:lnTo>
                  <a:pt x="76644" y="262089"/>
                </a:lnTo>
                <a:lnTo>
                  <a:pt x="71691" y="264820"/>
                </a:lnTo>
                <a:lnTo>
                  <a:pt x="66675" y="264820"/>
                </a:lnTo>
                <a:lnTo>
                  <a:pt x="60731" y="263537"/>
                </a:lnTo>
                <a:lnTo>
                  <a:pt x="55829" y="259943"/>
                </a:lnTo>
                <a:lnTo>
                  <a:pt x="53086" y="254431"/>
                </a:lnTo>
                <a:lnTo>
                  <a:pt x="53644" y="247345"/>
                </a:lnTo>
                <a:lnTo>
                  <a:pt x="57810" y="234784"/>
                </a:lnTo>
                <a:lnTo>
                  <a:pt x="59944" y="228498"/>
                </a:lnTo>
                <a:lnTo>
                  <a:pt x="64922" y="225806"/>
                </a:lnTo>
                <a:lnTo>
                  <a:pt x="69913" y="225806"/>
                </a:lnTo>
                <a:lnTo>
                  <a:pt x="75869" y="227076"/>
                </a:lnTo>
                <a:lnTo>
                  <a:pt x="80759" y="230644"/>
                </a:lnTo>
                <a:lnTo>
                  <a:pt x="83489" y="236143"/>
                </a:lnTo>
                <a:lnTo>
                  <a:pt x="83489" y="202679"/>
                </a:lnTo>
                <a:lnTo>
                  <a:pt x="81241" y="202145"/>
                </a:lnTo>
                <a:lnTo>
                  <a:pt x="76238" y="198158"/>
                </a:lnTo>
                <a:lnTo>
                  <a:pt x="73710" y="192214"/>
                </a:lnTo>
                <a:lnTo>
                  <a:pt x="74879" y="184861"/>
                </a:lnTo>
                <a:lnTo>
                  <a:pt x="97713" y="155536"/>
                </a:lnTo>
                <a:lnTo>
                  <a:pt x="100901" y="155536"/>
                </a:lnTo>
                <a:lnTo>
                  <a:pt x="108000" y="157695"/>
                </a:lnTo>
                <a:lnTo>
                  <a:pt x="113055" y="163156"/>
                </a:lnTo>
                <a:lnTo>
                  <a:pt x="114528" y="170434"/>
                </a:lnTo>
                <a:lnTo>
                  <a:pt x="114528" y="11455"/>
                </a:lnTo>
                <a:lnTo>
                  <a:pt x="3302" y="55892"/>
                </a:lnTo>
                <a:lnTo>
                  <a:pt x="38" y="60769"/>
                </a:lnTo>
                <a:lnTo>
                  <a:pt x="0" y="391490"/>
                </a:lnTo>
                <a:lnTo>
                  <a:pt x="6184" y="397167"/>
                </a:lnTo>
                <a:lnTo>
                  <a:pt x="14833" y="397167"/>
                </a:lnTo>
                <a:lnTo>
                  <a:pt x="16522" y="396862"/>
                </a:lnTo>
                <a:lnTo>
                  <a:pt x="132422" y="350507"/>
                </a:lnTo>
                <a:lnTo>
                  <a:pt x="132422" y="264820"/>
                </a:lnTo>
                <a:lnTo>
                  <a:pt x="132422" y="225806"/>
                </a:lnTo>
                <a:lnTo>
                  <a:pt x="132422" y="203593"/>
                </a:lnTo>
                <a:lnTo>
                  <a:pt x="132422" y="155536"/>
                </a:lnTo>
                <a:lnTo>
                  <a:pt x="132422" y="4292"/>
                </a:lnTo>
                <a:close/>
              </a:path>
              <a:path w="452119" h="397510">
                <a:moveTo>
                  <a:pt x="293039" y="47828"/>
                </a:moveTo>
                <a:lnTo>
                  <a:pt x="243306" y="31470"/>
                </a:lnTo>
                <a:lnTo>
                  <a:pt x="243306" y="193332"/>
                </a:lnTo>
                <a:lnTo>
                  <a:pt x="241782" y="200342"/>
                </a:lnTo>
                <a:lnTo>
                  <a:pt x="237477" y="204952"/>
                </a:lnTo>
                <a:lnTo>
                  <a:pt x="231470" y="206603"/>
                </a:lnTo>
                <a:lnTo>
                  <a:pt x="226364" y="206603"/>
                </a:lnTo>
                <a:lnTo>
                  <a:pt x="220687" y="203339"/>
                </a:lnTo>
                <a:lnTo>
                  <a:pt x="216941" y="195605"/>
                </a:lnTo>
                <a:lnTo>
                  <a:pt x="214388" y="190017"/>
                </a:lnTo>
                <a:lnTo>
                  <a:pt x="211074" y="184797"/>
                </a:lnTo>
                <a:lnTo>
                  <a:pt x="207111" y="180086"/>
                </a:lnTo>
                <a:lnTo>
                  <a:pt x="203771" y="172440"/>
                </a:lnTo>
                <a:lnTo>
                  <a:pt x="205460" y="165354"/>
                </a:lnTo>
                <a:lnTo>
                  <a:pt x="210591" y="160121"/>
                </a:lnTo>
                <a:lnTo>
                  <a:pt x="211950" y="159727"/>
                </a:lnTo>
                <a:lnTo>
                  <a:pt x="217589" y="158089"/>
                </a:lnTo>
                <a:lnTo>
                  <a:pt x="220941" y="158089"/>
                </a:lnTo>
                <a:lnTo>
                  <a:pt x="224396" y="159499"/>
                </a:lnTo>
                <a:lnTo>
                  <a:pt x="243306" y="193332"/>
                </a:lnTo>
                <a:lnTo>
                  <a:pt x="243306" y="31470"/>
                </a:lnTo>
                <a:lnTo>
                  <a:pt x="158915" y="3695"/>
                </a:lnTo>
                <a:lnTo>
                  <a:pt x="158915" y="132067"/>
                </a:lnTo>
                <a:lnTo>
                  <a:pt x="163969" y="132067"/>
                </a:lnTo>
                <a:lnTo>
                  <a:pt x="169062" y="132562"/>
                </a:lnTo>
                <a:lnTo>
                  <a:pt x="174078" y="133400"/>
                </a:lnTo>
                <a:lnTo>
                  <a:pt x="182651" y="138747"/>
                </a:lnTo>
                <a:lnTo>
                  <a:pt x="184721" y="147662"/>
                </a:lnTo>
                <a:lnTo>
                  <a:pt x="180975" y="156032"/>
                </a:lnTo>
                <a:lnTo>
                  <a:pt x="172110" y="159727"/>
                </a:lnTo>
                <a:lnTo>
                  <a:pt x="171196" y="159727"/>
                </a:lnTo>
                <a:lnTo>
                  <a:pt x="170205" y="159639"/>
                </a:lnTo>
                <a:lnTo>
                  <a:pt x="169202" y="159448"/>
                </a:lnTo>
                <a:lnTo>
                  <a:pt x="165823" y="158953"/>
                </a:lnTo>
                <a:lnTo>
                  <a:pt x="162356" y="158673"/>
                </a:lnTo>
                <a:lnTo>
                  <a:pt x="158915" y="158534"/>
                </a:lnTo>
                <a:lnTo>
                  <a:pt x="158915" y="349377"/>
                </a:lnTo>
                <a:lnTo>
                  <a:pt x="293039" y="393509"/>
                </a:lnTo>
                <a:lnTo>
                  <a:pt x="293039" y="247459"/>
                </a:lnTo>
                <a:lnTo>
                  <a:pt x="292620" y="247459"/>
                </a:lnTo>
                <a:lnTo>
                  <a:pt x="291617" y="247459"/>
                </a:lnTo>
                <a:lnTo>
                  <a:pt x="254901" y="233527"/>
                </a:lnTo>
                <a:lnTo>
                  <a:pt x="254355" y="225056"/>
                </a:lnTo>
                <a:lnTo>
                  <a:pt x="258762" y="217754"/>
                </a:lnTo>
                <a:lnTo>
                  <a:pt x="266801" y="214642"/>
                </a:lnTo>
                <a:lnTo>
                  <a:pt x="268617" y="214642"/>
                </a:lnTo>
                <a:lnTo>
                  <a:pt x="270560" y="215036"/>
                </a:lnTo>
                <a:lnTo>
                  <a:pt x="272580" y="215925"/>
                </a:lnTo>
                <a:lnTo>
                  <a:pt x="278993" y="218833"/>
                </a:lnTo>
                <a:lnTo>
                  <a:pt x="285915" y="220599"/>
                </a:lnTo>
                <a:lnTo>
                  <a:pt x="293039" y="221157"/>
                </a:lnTo>
                <a:lnTo>
                  <a:pt x="293039" y="214642"/>
                </a:lnTo>
                <a:lnTo>
                  <a:pt x="293039" y="206603"/>
                </a:lnTo>
                <a:lnTo>
                  <a:pt x="293039" y="158089"/>
                </a:lnTo>
                <a:lnTo>
                  <a:pt x="293039" y="47828"/>
                </a:lnTo>
                <a:close/>
              </a:path>
              <a:path w="452119" h="397510">
                <a:moveTo>
                  <a:pt x="451891" y="132397"/>
                </a:moveTo>
                <a:lnTo>
                  <a:pt x="451840" y="5626"/>
                </a:lnTo>
                <a:lnTo>
                  <a:pt x="445604" y="0"/>
                </a:lnTo>
                <a:lnTo>
                  <a:pt x="436968" y="0"/>
                </a:lnTo>
                <a:lnTo>
                  <a:pt x="435305" y="304"/>
                </a:lnTo>
                <a:lnTo>
                  <a:pt x="398843" y="14897"/>
                </a:lnTo>
                <a:lnTo>
                  <a:pt x="398843" y="143116"/>
                </a:lnTo>
                <a:lnTo>
                  <a:pt x="398030" y="150279"/>
                </a:lnTo>
                <a:lnTo>
                  <a:pt x="393433" y="162636"/>
                </a:lnTo>
                <a:lnTo>
                  <a:pt x="391134" y="168706"/>
                </a:lnTo>
                <a:lnTo>
                  <a:pt x="386334" y="171272"/>
                </a:lnTo>
                <a:lnTo>
                  <a:pt x="381482" y="171272"/>
                </a:lnTo>
                <a:lnTo>
                  <a:pt x="375412" y="169926"/>
                </a:lnTo>
                <a:lnTo>
                  <a:pt x="373253" y="168300"/>
                </a:lnTo>
                <a:lnTo>
                  <a:pt x="373253" y="205473"/>
                </a:lnTo>
                <a:lnTo>
                  <a:pt x="345719" y="235153"/>
                </a:lnTo>
                <a:lnTo>
                  <a:pt x="343217" y="235864"/>
                </a:lnTo>
                <a:lnTo>
                  <a:pt x="340868" y="235864"/>
                </a:lnTo>
                <a:lnTo>
                  <a:pt x="333260" y="233108"/>
                </a:lnTo>
                <a:lnTo>
                  <a:pt x="328561" y="226491"/>
                </a:lnTo>
                <a:lnTo>
                  <a:pt x="328256" y="218414"/>
                </a:lnTo>
                <a:lnTo>
                  <a:pt x="333857" y="211289"/>
                </a:lnTo>
                <a:lnTo>
                  <a:pt x="339839" y="207467"/>
                </a:lnTo>
                <a:lnTo>
                  <a:pt x="345071" y="202590"/>
                </a:lnTo>
                <a:lnTo>
                  <a:pt x="349377" y="197015"/>
                </a:lnTo>
                <a:lnTo>
                  <a:pt x="352196" y="193281"/>
                </a:lnTo>
                <a:lnTo>
                  <a:pt x="355803" y="191731"/>
                </a:lnTo>
                <a:lnTo>
                  <a:pt x="359371" y="191731"/>
                </a:lnTo>
                <a:lnTo>
                  <a:pt x="366217" y="193636"/>
                </a:lnTo>
                <a:lnTo>
                  <a:pt x="371360" y="198602"/>
                </a:lnTo>
                <a:lnTo>
                  <a:pt x="373253" y="205473"/>
                </a:lnTo>
                <a:lnTo>
                  <a:pt x="373253" y="168300"/>
                </a:lnTo>
                <a:lnTo>
                  <a:pt x="370471" y="166204"/>
                </a:lnTo>
                <a:lnTo>
                  <a:pt x="367830" y="160515"/>
                </a:lnTo>
                <a:lnTo>
                  <a:pt x="368655" y="153301"/>
                </a:lnTo>
                <a:lnTo>
                  <a:pt x="373316" y="140957"/>
                </a:lnTo>
                <a:lnTo>
                  <a:pt x="375551" y="134924"/>
                </a:lnTo>
                <a:lnTo>
                  <a:pt x="380326" y="132397"/>
                </a:lnTo>
                <a:lnTo>
                  <a:pt x="385165" y="132397"/>
                </a:lnTo>
                <a:lnTo>
                  <a:pt x="391223" y="133731"/>
                </a:lnTo>
                <a:lnTo>
                  <a:pt x="396176" y="137452"/>
                </a:lnTo>
                <a:lnTo>
                  <a:pt x="398843" y="143116"/>
                </a:lnTo>
                <a:lnTo>
                  <a:pt x="398843" y="14897"/>
                </a:lnTo>
                <a:lnTo>
                  <a:pt x="319506" y="46634"/>
                </a:lnTo>
                <a:lnTo>
                  <a:pt x="319506" y="392849"/>
                </a:lnTo>
                <a:lnTo>
                  <a:pt x="448576" y="341249"/>
                </a:lnTo>
                <a:lnTo>
                  <a:pt x="451891" y="336372"/>
                </a:lnTo>
                <a:lnTo>
                  <a:pt x="451891" y="235864"/>
                </a:lnTo>
                <a:lnTo>
                  <a:pt x="451891" y="191731"/>
                </a:lnTo>
                <a:lnTo>
                  <a:pt x="451891" y="171272"/>
                </a:lnTo>
                <a:lnTo>
                  <a:pt x="451891" y="132397"/>
                </a:lnTo>
                <a:close/>
              </a:path>
            </a:pathLst>
          </a:custGeom>
          <a:solidFill>
            <a:srgbClr val="500094"/>
          </a:solidFill>
        </p:spPr>
        <p:txBody>
          <a:bodyPr wrap="square" lIns="0" tIns="0" rIns="0" bIns="0" rtlCol="0"/>
          <a:lstStyle/>
          <a:p>
            <a:endParaRPr/>
          </a:p>
        </p:txBody>
      </p:sp>
      <p:sp>
        <p:nvSpPr>
          <p:cNvPr id="84" name="object 84"/>
          <p:cNvSpPr/>
          <p:nvPr/>
        </p:nvSpPr>
        <p:spPr>
          <a:xfrm>
            <a:off x="2772943" y="4482985"/>
            <a:ext cx="452120" cy="335280"/>
          </a:xfrm>
          <a:custGeom>
            <a:avLst/>
            <a:gdLst/>
            <a:ahLst/>
            <a:cxnLst/>
            <a:rect l="l" t="t" r="r" b="b"/>
            <a:pathLst>
              <a:path w="452119" h="335279">
                <a:moveTo>
                  <a:pt x="63614" y="167601"/>
                </a:moveTo>
                <a:lnTo>
                  <a:pt x="62153" y="160388"/>
                </a:lnTo>
                <a:lnTo>
                  <a:pt x="58166" y="154508"/>
                </a:lnTo>
                <a:lnTo>
                  <a:pt x="52273" y="150558"/>
                </a:lnTo>
                <a:lnTo>
                  <a:pt x="45046" y="149110"/>
                </a:lnTo>
                <a:lnTo>
                  <a:pt x="37833" y="150558"/>
                </a:lnTo>
                <a:lnTo>
                  <a:pt x="31953" y="154508"/>
                </a:lnTo>
                <a:lnTo>
                  <a:pt x="27990" y="160388"/>
                </a:lnTo>
                <a:lnTo>
                  <a:pt x="26543" y="167601"/>
                </a:lnTo>
                <a:lnTo>
                  <a:pt x="27990" y="174815"/>
                </a:lnTo>
                <a:lnTo>
                  <a:pt x="31953" y="180708"/>
                </a:lnTo>
                <a:lnTo>
                  <a:pt x="37833" y="184696"/>
                </a:lnTo>
                <a:lnTo>
                  <a:pt x="45046" y="186156"/>
                </a:lnTo>
                <a:lnTo>
                  <a:pt x="52273" y="184696"/>
                </a:lnTo>
                <a:lnTo>
                  <a:pt x="58166" y="180708"/>
                </a:lnTo>
                <a:lnTo>
                  <a:pt x="62153" y="174815"/>
                </a:lnTo>
                <a:lnTo>
                  <a:pt x="63614" y="167601"/>
                </a:lnTo>
                <a:close/>
              </a:path>
              <a:path w="452119" h="335279">
                <a:moveTo>
                  <a:pt x="244500" y="167601"/>
                </a:moveTo>
                <a:lnTo>
                  <a:pt x="243039" y="160388"/>
                </a:lnTo>
                <a:lnTo>
                  <a:pt x="239064" y="154508"/>
                </a:lnTo>
                <a:lnTo>
                  <a:pt x="233184" y="150558"/>
                </a:lnTo>
                <a:lnTo>
                  <a:pt x="225996" y="149110"/>
                </a:lnTo>
                <a:lnTo>
                  <a:pt x="218770" y="150558"/>
                </a:lnTo>
                <a:lnTo>
                  <a:pt x="212864" y="154508"/>
                </a:lnTo>
                <a:lnTo>
                  <a:pt x="208889" y="160388"/>
                </a:lnTo>
                <a:lnTo>
                  <a:pt x="207429" y="167601"/>
                </a:lnTo>
                <a:lnTo>
                  <a:pt x="208889" y="174815"/>
                </a:lnTo>
                <a:lnTo>
                  <a:pt x="212864" y="180708"/>
                </a:lnTo>
                <a:lnTo>
                  <a:pt x="218770" y="184696"/>
                </a:lnTo>
                <a:lnTo>
                  <a:pt x="225996" y="186156"/>
                </a:lnTo>
                <a:lnTo>
                  <a:pt x="233184" y="184696"/>
                </a:lnTo>
                <a:lnTo>
                  <a:pt x="239064" y="180708"/>
                </a:lnTo>
                <a:lnTo>
                  <a:pt x="243039" y="174815"/>
                </a:lnTo>
                <a:lnTo>
                  <a:pt x="244500" y="167601"/>
                </a:lnTo>
                <a:close/>
              </a:path>
              <a:path w="452119" h="335279">
                <a:moveTo>
                  <a:pt x="425450" y="167601"/>
                </a:moveTo>
                <a:lnTo>
                  <a:pt x="423989" y="160388"/>
                </a:lnTo>
                <a:lnTo>
                  <a:pt x="420001" y="154508"/>
                </a:lnTo>
                <a:lnTo>
                  <a:pt x="414096" y="150558"/>
                </a:lnTo>
                <a:lnTo>
                  <a:pt x="406882" y="149110"/>
                </a:lnTo>
                <a:lnTo>
                  <a:pt x="399669" y="150558"/>
                </a:lnTo>
                <a:lnTo>
                  <a:pt x="393788" y="154508"/>
                </a:lnTo>
                <a:lnTo>
                  <a:pt x="389826" y="160388"/>
                </a:lnTo>
                <a:lnTo>
                  <a:pt x="388378" y="167601"/>
                </a:lnTo>
                <a:lnTo>
                  <a:pt x="389826" y="174815"/>
                </a:lnTo>
                <a:lnTo>
                  <a:pt x="393788" y="180708"/>
                </a:lnTo>
                <a:lnTo>
                  <a:pt x="399669" y="184696"/>
                </a:lnTo>
                <a:lnTo>
                  <a:pt x="406882" y="186156"/>
                </a:lnTo>
                <a:lnTo>
                  <a:pt x="414096" y="184696"/>
                </a:lnTo>
                <a:lnTo>
                  <a:pt x="420001" y="180708"/>
                </a:lnTo>
                <a:lnTo>
                  <a:pt x="423989" y="174815"/>
                </a:lnTo>
                <a:lnTo>
                  <a:pt x="425450" y="167601"/>
                </a:lnTo>
                <a:close/>
              </a:path>
              <a:path w="452119" h="335279">
                <a:moveTo>
                  <a:pt x="451916" y="280708"/>
                </a:moveTo>
                <a:lnTo>
                  <a:pt x="76" y="280708"/>
                </a:lnTo>
                <a:lnTo>
                  <a:pt x="76" y="329260"/>
                </a:lnTo>
                <a:lnTo>
                  <a:pt x="5930" y="335191"/>
                </a:lnTo>
                <a:lnTo>
                  <a:pt x="445985" y="335191"/>
                </a:lnTo>
                <a:lnTo>
                  <a:pt x="451916" y="329260"/>
                </a:lnTo>
                <a:lnTo>
                  <a:pt x="451916" y="280708"/>
                </a:lnTo>
                <a:close/>
              </a:path>
              <a:path w="452119" h="335279">
                <a:moveTo>
                  <a:pt x="451916" y="7962"/>
                </a:moveTo>
                <a:lnTo>
                  <a:pt x="448652" y="3086"/>
                </a:lnTo>
                <a:lnTo>
                  <a:pt x="442099" y="368"/>
                </a:lnTo>
                <a:lnTo>
                  <a:pt x="440359" y="12"/>
                </a:lnTo>
                <a:lnTo>
                  <a:pt x="435229" y="12"/>
                </a:lnTo>
                <a:lnTo>
                  <a:pt x="431850" y="1333"/>
                </a:lnTo>
                <a:lnTo>
                  <a:pt x="429310" y="3860"/>
                </a:lnTo>
                <a:lnTo>
                  <a:pt x="346583" y="85331"/>
                </a:lnTo>
                <a:lnTo>
                  <a:pt x="270967" y="29883"/>
                </a:lnTo>
                <a:lnTo>
                  <a:pt x="270967" y="167601"/>
                </a:lnTo>
                <a:lnTo>
                  <a:pt x="267423" y="185102"/>
                </a:lnTo>
                <a:lnTo>
                  <a:pt x="257771" y="199415"/>
                </a:lnTo>
                <a:lnTo>
                  <a:pt x="243471" y="209067"/>
                </a:lnTo>
                <a:lnTo>
                  <a:pt x="225996" y="212648"/>
                </a:lnTo>
                <a:lnTo>
                  <a:pt x="212788" y="210654"/>
                </a:lnTo>
                <a:lnTo>
                  <a:pt x="200964" y="205028"/>
                </a:lnTo>
                <a:lnTo>
                  <a:pt x="191262" y="196253"/>
                </a:lnTo>
                <a:lnTo>
                  <a:pt x="184404" y="184810"/>
                </a:lnTo>
                <a:lnTo>
                  <a:pt x="181165" y="171881"/>
                </a:lnTo>
                <a:lnTo>
                  <a:pt x="181813" y="158838"/>
                </a:lnTo>
                <a:lnTo>
                  <a:pt x="208889" y="125933"/>
                </a:lnTo>
                <a:lnTo>
                  <a:pt x="225945" y="122567"/>
                </a:lnTo>
                <a:lnTo>
                  <a:pt x="231736" y="122567"/>
                </a:lnTo>
                <a:lnTo>
                  <a:pt x="268986" y="154406"/>
                </a:lnTo>
                <a:lnTo>
                  <a:pt x="270967" y="167601"/>
                </a:lnTo>
                <a:lnTo>
                  <a:pt x="270967" y="29883"/>
                </a:lnTo>
                <a:lnTo>
                  <a:pt x="231444" y="889"/>
                </a:lnTo>
                <a:lnTo>
                  <a:pt x="228663" y="0"/>
                </a:lnTo>
                <a:lnTo>
                  <a:pt x="223113" y="0"/>
                </a:lnTo>
                <a:lnTo>
                  <a:pt x="220294" y="889"/>
                </a:lnTo>
                <a:lnTo>
                  <a:pt x="109143" y="85331"/>
                </a:lnTo>
                <a:lnTo>
                  <a:pt x="19672" y="1092"/>
                </a:lnTo>
                <a:lnTo>
                  <a:pt x="16484" y="0"/>
                </a:lnTo>
                <a:lnTo>
                  <a:pt x="6565" y="0"/>
                </a:lnTo>
                <a:lnTo>
                  <a:pt x="50" y="5270"/>
                </a:lnTo>
                <a:lnTo>
                  <a:pt x="0" y="167601"/>
                </a:lnTo>
                <a:lnTo>
                  <a:pt x="1993" y="154406"/>
                </a:lnTo>
                <a:lnTo>
                  <a:pt x="7607" y="142595"/>
                </a:lnTo>
                <a:lnTo>
                  <a:pt x="16383" y="132892"/>
                </a:lnTo>
                <a:lnTo>
                  <a:pt x="27813" y="126009"/>
                </a:lnTo>
                <a:lnTo>
                  <a:pt x="33388" y="123698"/>
                </a:lnTo>
                <a:lnTo>
                  <a:pt x="39230" y="122567"/>
                </a:lnTo>
                <a:lnTo>
                  <a:pt x="45021" y="122567"/>
                </a:lnTo>
                <a:lnTo>
                  <a:pt x="84810" y="146507"/>
                </a:lnTo>
                <a:lnTo>
                  <a:pt x="89865" y="171881"/>
                </a:lnTo>
                <a:lnTo>
                  <a:pt x="86639" y="184810"/>
                </a:lnTo>
                <a:lnTo>
                  <a:pt x="79756" y="196253"/>
                </a:lnTo>
                <a:lnTo>
                  <a:pt x="70053" y="205028"/>
                </a:lnTo>
                <a:lnTo>
                  <a:pt x="58242" y="210654"/>
                </a:lnTo>
                <a:lnTo>
                  <a:pt x="45046" y="212648"/>
                </a:lnTo>
                <a:lnTo>
                  <a:pt x="27533" y="209067"/>
                </a:lnTo>
                <a:lnTo>
                  <a:pt x="13233" y="199415"/>
                </a:lnTo>
                <a:lnTo>
                  <a:pt x="3581" y="185102"/>
                </a:lnTo>
                <a:lnTo>
                  <a:pt x="0" y="167601"/>
                </a:lnTo>
                <a:lnTo>
                  <a:pt x="0" y="254215"/>
                </a:lnTo>
                <a:lnTo>
                  <a:pt x="451916" y="254215"/>
                </a:lnTo>
                <a:lnTo>
                  <a:pt x="451916" y="212648"/>
                </a:lnTo>
                <a:lnTo>
                  <a:pt x="451916" y="167601"/>
                </a:lnTo>
                <a:lnTo>
                  <a:pt x="449935" y="180797"/>
                </a:lnTo>
                <a:lnTo>
                  <a:pt x="444309" y="192595"/>
                </a:lnTo>
                <a:lnTo>
                  <a:pt x="435533" y="202285"/>
                </a:lnTo>
                <a:lnTo>
                  <a:pt x="424091" y="209169"/>
                </a:lnTo>
                <a:lnTo>
                  <a:pt x="418528" y="211493"/>
                </a:lnTo>
                <a:lnTo>
                  <a:pt x="412699" y="212623"/>
                </a:lnTo>
                <a:lnTo>
                  <a:pt x="406908" y="212623"/>
                </a:lnTo>
                <a:lnTo>
                  <a:pt x="367118" y="188683"/>
                </a:lnTo>
                <a:lnTo>
                  <a:pt x="362051" y="163309"/>
                </a:lnTo>
                <a:lnTo>
                  <a:pt x="365290" y="150368"/>
                </a:lnTo>
                <a:lnTo>
                  <a:pt x="372173" y="138938"/>
                </a:lnTo>
                <a:lnTo>
                  <a:pt x="381876" y="130187"/>
                </a:lnTo>
                <a:lnTo>
                  <a:pt x="393674" y="124587"/>
                </a:lnTo>
                <a:lnTo>
                  <a:pt x="406882" y="122618"/>
                </a:lnTo>
                <a:lnTo>
                  <a:pt x="424395" y="126149"/>
                </a:lnTo>
                <a:lnTo>
                  <a:pt x="438696" y="135788"/>
                </a:lnTo>
                <a:lnTo>
                  <a:pt x="448348" y="150088"/>
                </a:lnTo>
                <a:lnTo>
                  <a:pt x="451916" y="167601"/>
                </a:lnTo>
                <a:lnTo>
                  <a:pt x="451916" y="122618"/>
                </a:lnTo>
                <a:lnTo>
                  <a:pt x="451916" y="85331"/>
                </a:lnTo>
                <a:lnTo>
                  <a:pt x="451916" y="7962"/>
                </a:lnTo>
                <a:close/>
              </a:path>
            </a:pathLst>
          </a:custGeom>
          <a:solidFill>
            <a:srgbClr val="500094"/>
          </a:solidFill>
        </p:spPr>
        <p:txBody>
          <a:bodyPr wrap="square" lIns="0" tIns="0" rIns="0" bIns="0" rtlCol="0"/>
          <a:lstStyle/>
          <a:p>
            <a:endParaRPr/>
          </a:p>
        </p:txBody>
      </p:sp>
      <p:grpSp>
        <p:nvGrpSpPr>
          <p:cNvPr id="85" name="object 85"/>
          <p:cNvGrpSpPr/>
          <p:nvPr/>
        </p:nvGrpSpPr>
        <p:grpSpPr>
          <a:xfrm>
            <a:off x="3408539" y="4499193"/>
            <a:ext cx="292735" cy="302895"/>
            <a:chOff x="3408539" y="4499193"/>
            <a:chExt cx="292735" cy="302895"/>
          </a:xfrm>
        </p:grpSpPr>
        <p:pic>
          <p:nvPicPr>
            <p:cNvPr id="86" name="object 86"/>
            <p:cNvPicPr/>
            <p:nvPr/>
          </p:nvPicPr>
          <p:blipFill>
            <a:blip r:embed="rId27" cstate="print"/>
            <a:stretch>
              <a:fillRect/>
            </a:stretch>
          </p:blipFill>
          <p:spPr>
            <a:xfrm>
              <a:off x="3408539" y="4608989"/>
              <a:ext cx="80347" cy="192957"/>
            </a:xfrm>
            <a:prstGeom prst="rect">
              <a:avLst/>
            </a:prstGeom>
          </p:spPr>
        </p:pic>
        <p:pic>
          <p:nvPicPr>
            <p:cNvPr id="87" name="object 87"/>
            <p:cNvPicPr/>
            <p:nvPr/>
          </p:nvPicPr>
          <p:blipFill>
            <a:blip r:embed="rId28" cstate="print"/>
            <a:stretch>
              <a:fillRect/>
            </a:stretch>
          </p:blipFill>
          <p:spPr>
            <a:xfrm>
              <a:off x="3515357" y="4554126"/>
              <a:ext cx="79433" cy="247819"/>
            </a:xfrm>
            <a:prstGeom prst="rect">
              <a:avLst/>
            </a:prstGeom>
          </p:spPr>
        </p:pic>
        <p:sp>
          <p:nvSpPr>
            <p:cNvPr id="88" name="object 88"/>
            <p:cNvSpPr/>
            <p:nvPr/>
          </p:nvSpPr>
          <p:spPr>
            <a:xfrm>
              <a:off x="3621260" y="4499193"/>
              <a:ext cx="80010" cy="302895"/>
            </a:xfrm>
            <a:custGeom>
              <a:avLst/>
              <a:gdLst/>
              <a:ahLst/>
              <a:cxnLst/>
              <a:rect l="l" t="t" r="r" b="b"/>
              <a:pathLst>
                <a:path w="80010" h="302895">
                  <a:moveTo>
                    <a:pt x="73501" y="302752"/>
                  </a:moveTo>
                  <a:lnTo>
                    <a:pt x="5931" y="302752"/>
                  </a:lnTo>
                  <a:lnTo>
                    <a:pt x="0" y="296820"/>
                  </a:lnTo>
                  <a:lnTo>
                    <a:pt x="0" y="5931"/>
                  </a:lnTo>
                  <a:lnTo>
                    <a:pt x="5931" y="0"/>
                  </a:lnTo>
                  <a:lnTo>
                    <a:pt x="13199" y="0"/>
                  </a:lnTo>
                  <a:lnTo>
                    <a:pt x="73501" y="0"/>
                  </a:lnTo>
                  <a:lnTo>
                    <a:pt x="79433" y="5931"/>
                  </a:lnTo>
                  <a:lnTo>
                    <a:pt x="79433" y="296820"/>
                  </a:lnTo>
                  <a:lnTo>
                    <a:pt x="73501" y="302752"/>
                  </a:lnTo>
                  <a:close/>
                </a:path>
              </a:pathLst>
            </a:custGeom>
            <a:solidFill>
              <a:srgbClr val="500094"/>
            </a:solidFill>
          </p:spPr>
          <p:txBody>
            <a:bodyPr wrap="square" lIns="0" tIns="0" rIns="0" bIns="0" rtlCol="0"/>
            <a:lstStyle/>
            <a:p>
              <a:endParaRPr/>
            </a:p>
          </p:txBody>
        </p:sp>
      </p:grpSp>
      <p:sp>
        <p:nvSpPr>
          <p:cNvPr id="89" name="object 89"/>
          <p:cNvSpPr/>
          <p:nvPr/>
        </p:nvSpPr>
        <p:spPr>
          <a:xfrm>
            <a:off x="3881769" y="4440176"/>
            <a:ext cx="444500" cy="421005"/>
          </a:xfrm>
          <a:custGeom>
            <a:avLst/>
            <a:gdLst/>
            <a:ahLst/>
            <a:cxnLst/>
            <a:rect l="l" t="t" r="r" b="b"/>
            <a:pathLst>
              <a:path w="444500" h="421004">
                <a:moveTo>
                  <a:pt x="436930" y="420636"/>
                </a:moveTo>
                <a:lnTo>
                  <a:pt x="5861" y="420636"/>
                </a:lnTo>
                <a:lnTo>
                  <a:pt x="0" y="414705"/>
                </a:lnTo>
                <a:lnTo>
                  <a:pt x="0" y="5931"/>
                </a:lnTo>
                <a:lnTo>
                  <a:pt x="5861" y="0"/>
                </a:lnTo>
                <a:lnTo>
                  <a:pt x="20538" y="0"/>
                </a:lnTo>
                <a:lnTo>
                  <a:pt x="26470" y="5931"/>
                </a:lnTo>
                <a:lnTo>
                  <a:pt x="26470" y="283456"/>
                </a:lnTo>
                <a:lnTo>
                  <a:pt x="68489" y="283456"/>
                </a:lnTo>
                <a:lnTo>
                  <a:pt x="26470" y="317546"/>
                </a:lnTo>
                <a:lnTo>
                  <a:pt x="26470" y="394143"/>
                </a:lnTo>
                <a:lnTo>
                  <a:pt x="436930" y="394143"/>
                </a:lnTo>
                <a:lnTo>
                  <a:pt x="442862" y="400004"/>
                </a:lnTo>
                <a:lnTo>
                  <a:pt x="442862" y="414705"/>
                </a:lnTo>
                <a:lnTo>
                  <a:pt x="436930" y="420636"/>
                </a:lnTo>
                <a:close/>
              </a:path>
              <a:path w="444500" h="421004">
                <a:moveTo>
                  <a:pt x="331849" y="246178"/>
                </a:moveTo>
                <a:lnTo>
                  <a:pt x="294405" y="246178"/>
                </a:lnTo>
                <a:lnTo>
                  <a:pt x="361318" y="179311"/>
                </a:lnTo>
                <a:lnTo>
                  <a:pt x="333442" y="151434"/>
                </a:lnTo>
                <a:lnTo>
                  <a:pt x="329835" y="144898"/>
                </a:lnTo>
                <a:lnTo>
                  <a:pt x="330209" y="137900"/>
                </a:lnTo>
                <a:lnTo>
                  <a:pt x="334052" y="132054"/>
                </a:lnTo>
                <a:lnTo>
                  <a:pt x="340851" y="128973"/>
                </a:lnTo>
                <a:lnTo>
                  <a:pt x="428842" y="116032"/>
                </a:lnTo>
                <a:lnTo>
                  <a:pt x="429498" y="115984"/>
                </a:lnTo>
                <a:lnTo>
                  <a:pt x="438009" y="115984"/>
                </a:lnTo>
                <a:lnTo>
                  <a:pt x="444386" y="122994"/>
                </a:lnTo>
                <a:lnTo>
                  <a:pt x="443214" y="131083"/>
                </a:lnTo>
                <a:lnTo>
                  <a:pt x="433377" y="197950"/>
                </a:lnTo>
                <a:lnTo>
                  <a:pt x="380028" y="197950"/>
                </a:lnTo>
                <a:lnTo>
                  <a:pt x="331849" y="246178"/>
                </a:lnTo>
                <a:close/>
              </a:path>
              <a:path w="444500" h="421004">
                <a:moveTo>
                  <a:pt x="68489" y="283456"/>
                </a:moveTo>
                <a:lnTo>
                  <a:pt x="26470" y="283456"/>
                </a:lnTo>
                <a:lnTo>
                  <a:pt x="151786" y="181796"/>
                </a:lnTo>
                <a:lnTo>
                  <a:pt x="152137" y="181515"/>
                </a:lnTo>
                <a:lnTo>
                  <a:pt x="152700" y="181069"/>
                </a:lnTo>
                <a:lnTo>
                  <a:pt x="153474" y="180577"/>
                </a:lnTo>
                <a:lnTo>
                  <a:pt x="153685" y="180507"/>
                </a:lnTo>
                <a:lnTo>
                  <a:pt x="154107" y="180225"/>
                </a:lnTo>
                <a:lnTo>
                  <a:pt x="154318" y="180155"/>
                </a:lnTo>
                <a:lnTo>
                  <a:pt x="154881" y="179873"/>
                </a:lnTo>
                <a:lnTo>
                  <a:pt x="155092" y="179803"/>
                </a:lnTo>
                <a:lnTo>
                  <a:pt x="155795" y="179522"/>
                </a:lnTo>
                <a:lnTo>
                  <a:pt x="156076" y="179381"/>
                </a:lnTo>
                <a:lnTo>
                  <a:pt x="156592" y="179311"/>
                </a:lnTo>
                <a:lnTo>
                  <a:pt x="157296" y="179100"/>
                </a:lnTo>
                <a:lnTo>
                  <a:pt x="157717" y="179030"/>
                </a:lnTo>
                <a:lnTo>
                  <a:pt x="158702" y="178818"/>
                </a:lnTo>
                <a:lnTo>
                  <a:pt x="161586" y="178818"/>
                </a:lnTo>
                <a:lnTo>
                  <a:pt x="163086" y="179100"/>
                </a:lnTo>
                <a:lnTo>
                  <a:pt x="163860" y="179311"/>
                </a:lnTo>
                <a:lnTo>
                  <a:pt x="164001" y="179311"/>
                </a:lnTo>
                <a:lnTo>
                  <a:pt x="164282" y="179452"/>
                </a:lnTo>
                <a:lnTo>
                  <a:pt x="164845" y="179592"/>
                </a:lnTo>
                <a:lnTo>
                  <a:pt x="165126" y="179733"/>
                </a:lnTo>
                <a:lnTo>
                  <a:pt x="166252" y="180225"/>
                </a:lnTo>
                <a:lnTo>
                  <a:pt x="231308" y="213705"/>
                </a:lnTo>
                <a:lnTo>
                  <a:pt x="173450" y="213705"/>
                </a:lnTo>
                <a:lnTo>
                  <a:pt x="173450" y="219778"/>
                </a:lnTo>
                <a:lnTo>
                  <a:pt x="146979" y="219778"/>
                </a:lnTo>
                <a:lnTo>
                  <a:pt x="68489" y="283456"/>
                </a:lnTo>
                <a:close/>
              </a:path>
              <a:path w="444500" h="421004">
                <a:moveTo>
                  <a:pt x="423379" y="229719"/>
                </a:moveTo>
                <a:lnTo>
                  <a:pt x="413930" y="229719"/>
                </a:lnTo>
                <a:lnTo>
                  <a:pt x="410601" y="228523"/>
                </a:lnTo>
                <a:lnTo>
                  <a:pt x="380028" y="197950"/>
                </a:lnTo>
                <a:lnTo>
                  <a:pt x="433377" y="197950"/>
                </a:lnTo>
                <a:lnTo>
                  <a:pt x="430366" y="218418"/>
                </a:lnTo>
                <a:lnTo>
                  <a:pt x="429358" y="225428"/>
                </a:lnTo>
                <a:lnTo>
                  <a:pt x="423379" y="229719"/>
                </a:lnTo>
                <a:close/>
              </a:path>
              <a:path w="444500" h="421004">
                <a:moveTo>
                  <a:pt x="310207" y="394143"/>
                </a:moveTo>
                <a:lnTo>
                  <a:pt x="283667" y="394143"/>
                </a:lnTo>
                <a:lnTo>
                  <a:pt x="283737" y="270397"/>
                </a:lnTo>
                <a:lnTo>
                  <a:pt x="173450" y="213705"/>
                </a:lnTo>
                <a:lnTo>
                  <a:pt x="231308" y="213705"/>
                </a:lnTo>
                <a:lnTo>
                  <a:pt x="294405" y="246178"/>
                </a:lnTo>
                <a:lnTo>
                  <a:pt x="331849" y="246178"/>
                </a:lnTo>
                <a:lnTo>
                  <a:pt x="310207" y="267841"/>
                </a:lnTo>
                <a:lnTo>
                  <a:pt x="310207" y="394143"/>
                </a:lnTo>
                <a:close/>
              </a:path>
              <a:path w="444500" h="421004">
                <a:moveTo>
                  <a:pt x="173450" y="394143"/>
                </a:moveTo>
                <a:lnTo>
                  <a:pt x="146909" y="394143"/>
                </a:lnTo>
                <a:lnTo>
                  <a:pt x="146979" y="219778"/>
                </a:lnTo>
                <a:lnTo>
                  <a:pt x="173450" y="219778"/>
                </a:lnTo>
                <a:lnTo>
                  <a:pt x="173450" y="394143"/>
                </a:lnTo>
                <a:close/>
              </a:path>
            </a:pathLst>
          </a:custGeom>
          <a:solidFill>
            <a:srgbClr val="500094"/>
          </a:solidFill>
        </p:spPr>
        <p:txBody>
          <a:bodyPr wrap="square" lIns="0" tIns="0" rIns="0" bIns="0" rtlCol="0"/>
          <a:lstStyle/>
          <a:p>
            <a:endParaRPr/>
          </a:p>
        </p:txBody>
      </p:sp>
      <p:sp>
        <p:nvSpPr>
          <p:cNvPr id="90" name="object 90"/>
          <p:cNvSpPr/>
          <p:nvPr/>
        </p:nvSpPr>
        <p:spPr>
          <a:xfrm>
            <a:off x="4466361" y="4424667"/>
            <a:ext cx="384810" cy="452120"/>
          </a:xfrm>
          <a:custGeom>
            <a:avLst/>
            <a:gdLst/>
            <a:ahLst/>
            <a:cxnLst/>
            <a:rect l="l" t="t" r="r" b="b"/>
            <a:pathLst>
              <a:path w="384810" h="452120">
                <a:moveTo>
                  <a:pt x="51181" y="21386"/>
                </a:moveTo>
                <a:lnTo>
                  <a:pt x="49504" y="13042"/>
                </a:lnTo>
                <a:lnTo>
                  <a:pt x="44932" y="6248"/>
                </a:lnTo>
                <a:lnTo>
                  <a:pt x="38138" y="1676"/>
                </a:lnTo>
                <a:lnTo>
                  <a:pt x="29794" y="0"/>
                </a:lnTo>
                <a:lnTo>
                  <a:pt x="21386" y="0"/>
                </a:lnTo>
                <a:lnTo>
                  <a:pt x="13042" y="1676"/>
                </a:lnTo>
                <a:lnTo>
                  <a:pt x="6248" y="6248"/>
                </a:lnTo>
                <a:lnTo>
                  <a:pt x="1676" y="13042"/>
                </a:lnTo>
                <a:lnTo>
                  <a:pt x="0" y="21386"/>
                </a:lnTo>
                <a:lnTo>
                  <a:pt x="0" y="430441"/>
                </a:lnTo>
                <a:lnTo>
                  <a:pt x="1676" y="438785"/>
                </a:lnTo>
                <a:lnTo>
                  <a:pt x="6248" y="445592"/>
                </a:lnTo>
                <a:lnTo>
                  <a:pt x="13042" y="450164"/>
                </a:lnTo>
                <a:lnTo>
                  <a:pt x="21386" y="451840"/>
                </a:lnTo>
                <a:lnTo>
                  <a:pt x="29794" y="451840"/>
                </a:lnTo>
                <a:lnTo>
                  <a:pt x="38138" y="450164"/>
                </a:lnTo>
                <a:lnTo>
                  <a:pt x="44932" y="445592"/>
                </a:lnTo>
                <a:lnTo>
                  <a:pt x="49504" y="438785"/>
                </a:lnTo>
                <a:lnTo>
                  <a:pt x="51181" y="430441"/>
                </a:lnTo>
                <a:lnTo>
                  <a:pt x="51181" y="21386"/>
                </a:lnTo>
                <a:close/>
              </a:path>
              <a:path w="384810" h="452120">
                <a:moveTo>
                  <a:pt x="384302" y="38100"/>
                </a:moveTo>
                <a:lnTo>
                  <a:pt x="383222" y="30416"/>
                </a:lnTo>
                <a:lnTo>
                  <a:pt x="378307" y="24434"/>
                </a:lnTo>
                <a:lnTo>
                  <a:pt x="370370" y="22021"/>
                </a:lnTo>
                <a:lnTo>
                  <a:pt x="77647" y="22021"/>
                </a:lnTo>
                <a:lnTo>
                  <a:pt x="77647" y="268122"/>
                </a:lnTo>
                <a:lnTo>
                  <a:pt x="370370" y="268122"/>
                </a:lnTo>
                <a:lnTo>
                  <a:pt x="378307" y="265671"/>
                </a:lnTo>
                <a:lnTo>
                  <a:pt x="383222" y="259664"/>
                </a:lnTo>
                <a:lnTo>
                  <a:pt x="384302" y="251968"/>
                </a:lnTo>
                <a:lnTo>
                  <a:pt x="380682" y="244462"/>
                </a:lnTo>
                <a:lnTo>
                  <a:pt x="288899" y="145084"/>
                </a:lnTo>
                <a:lnTo>
                  <a:pt x="380682" y="45605"/>
                </a:lnTo>
                <a:lnTo>
                  <a:pt x="384302" y="38100"/>
                </a:lnTo>
                <a:close/>
              </a:path>
            </a:pathLst>
          </a:custGeom>
          <a:solidFill>
            <a:srgbClr val="500094"/>
          </a:solidFill>
        </p:spPr>
        <p:txBody>
          <a:bodyPr wrap="square" lIns="0" tIns="0" rIns="0" bIns="0" rtlCol="0"/>
          <a:lstStyle/>
          <a:p>
            <a:endParaRPr/>
          </a:p>
        </p:txBody>
      </p:sp>
      <p:grpSp>
        <p:nvGrpSpPr>
          <p:cNvPr id="91" name="object 91"/>
          <p:cNvGrpSpPr/>
          <p:nvPr/>
        </p:nvGrpSpPr>
        <p:grpSpPr>
          <a:xfrm>
            <a:off x="4997926" y="4424647"/>
            <a:ext cx="452120" cy="452120"/>
            <a:chOff x="4997926" y="4424647"/>
            <a:chExt cx="452120" cy="452120"/>
          </a:xfrm>
        </p:grpSpPr>
        <p:pic>
          <p:nvPicPr>
            <p:cNvPr id="92" name="object 92"/>
            <p:cNvPicPr/>
            <p:nvPr/>
          </p:nvPicPr>
          <p:blipFill>
            <a:blip r:embed="rId29" cstate="print"/>
            <a:stretch>
              <a:fillRect/>
            </a:stretch>
          </p:blipFill>
          <p:spPr>
            <a:xfrm>
              <a:off x="5131143" y="4768828"/>
              <a:ext cx="185337" cy="107685"/>
            </a:xfrm>
            <a:prstGeom prst="rect">
              <a:avLst/>
            </a:prstGeom>
          </p:spPr>
        </p:pic>
        <p:sp>
          <p:nvSpPr>
            <p:cNvPr id="93" name="object 93"/>
            <p:cNvSpPr/>
            <p:nvPr/>
          </p:nvSpPr>
          <p:spPr>
            <a:xfrm>
              <a:off x="4997920" y="4424654"/>
              <a:ext cx="452120" cy="318135"/>
            </a:xfrm>
            <a:custGeom>
              <a:avLst/>
              <a:gdLst/>
              <a:ahLst/>
              <a:cxnLst/>
              <a:rect l="l" t="t" r="r" b="b"/>
              <a:pathLst>
                <a:path w="452120" h="318135">
                  <a:moveTo>
                    <a:pt x="50203" y="246341"/>
                  </a:moveTo>
                  <a:lnTo>
                    <a:pt x="50126" y="238061"/>
                  </a:lnTo>
                  <a:lnTo>
                    <a:pt x="44970" y="233006"/>
                  </a:lnTo>
                  <a:lnTo>
                    <a:pt x="42418" y="230378"/>
                  </a:lnTo>
                  <a:lnTo>
                    <a:pt x="39014" y="229057"/>
                  </a:lnTo>
                  <a:lnTo>
                    <a:pt x="35610" y="229057"/>
                  </a:lnTo>
                  <a:lnTo>
                    <a:pt x="32308" y="229057"/>
                  </a:lnTo>
                  <a:lnTo>
                    <a:pt x="29019" y="230301"/>
                  </a:lnTo>
                  <a:lnTo>
                    <a:pt x="26466" y="232791"/>
                  </a:lnTo>
                  <a:lnTo>
                    <a:pt x="7696" y="251574"/>
                  </a:lnTo>
                  <a:lnTo>
                    <a:pt x="2692" y="256705"/>
                  </a:lnTo>
                  <a:lnTo>
                    <a:pt x="2768" y="264985"/>
                  </a:lnTo>
                  <a:lnTo>
                    <a:pt x="7924" y="270065"/>
                  </a:lnTo>
                  <a:lnTo>
                    <a:pt x="10477" y="272669"/>
                  </a:lnTo>
                  <a:lnTo>
                    <a:pt x="13881" y="273989"/>
                  </a:lnTo>
                  <a:lnTo>
                    <a:pt x="20586" y="273989"/>
                  </a:lnTo>
                  <a:lnTo>
                    <a:pt x="23914" y="272745"/>
                  </a:lnTo>
                  <a:lnTo>
                    <a:pt x="26466" y="270281"/>
                  </a:lnTo>
                  <a:lnTo>
                    <a:pt x="45173" y="251574"/>
                  </a:lnTo>
                  <a:lnTo>
                    <a:pt x="50203" y="246341"/>
                  </a:lnTo>
                  <a:close/>
                </a:path>
                <a:path w="452120" h="318135">
                  <a:moveTo>
                    <a:pt x="50342" y="97866"/>
                  </a:moveTo>
                  <a:lnTo>
                    <a:pt x="45173" y="92697"/>
                  </a:lnTo>
                  <a:lnTo>
                    <a:pt x="26466" y="73926"/>
                  </a:lnTo>
                  <a:lnTo>
                    <a:pt x="23914" y="71462"/>
                  </a:lnTo>
                  <a:lnTo>
                    <a:pt x="20586" y="70218"/>
                  </a:lnTo>
                  <a:lnTo>
                    <a:pt x="17284" y="70218"/>
                  </a:lnTo>
                  <a:lnTo>
                    <a:pt x="13881" y="70218"/>
                  </a:lnTo>
                  <a:lnTo>
                    <a:pt x="10477" y="71526"/>
                  </a:lnTo>
                  <a:lnTo>
                    <a:pt x="7924" y="74129"/>
                  </a:lnTo>
                  <a:lnTo>
                    <a:pt x="2768" y="79222"/>
                  </a:lnTo>
                  <a:lnTo>
                    <a:pt x="2692" y="87477"/>
                  </a:lnTo>
                  <a:lnTo>
                    <a:pt x="7696" y="92697"/>
                  </a:lnTo>
                  <a:lnTo>
                    <a:pt x="26466" y="111417"/>
                  </a:lnTo>
                  <a:lnTo>
                    <a:pt x="29044" y="113995"/>
                  </a:lnTo>
                  <a:lnTo>
                    <a:pt x="32423" y="115277"/>
                  </a:lnTo>
                  <a:lnTo>
                    <a:pt x="39204" y="115277"/>
                  </a:lnTo>
                  <a:lnTo>
                    <a:pt x="42583" y="113995"/>
                  </a:lnTo>
                  <a:lnTo>
                    <a:pt x="45173" y="111417"/>
                  </a:lnTo>
                  <a:lnTo>
                    <a:pt x="50342" y="106184"/>
                  </a:lnTo>
                  <a:lnTo>
                    <a:pt x="50342" y="97866"/>
                  </a:lnTo>
                  <a:close/>
                </a:path>
                <a:path w="452120" h="318135">
                  <a:moveTo>
                    <a:pt x="52895" y="164795"/>
                  </a:moveTo>
                  <a:lnTo>
                    <a:pt x="47028" y="158864"/>
                  </a:lnTo>
                  <a:lnTo>
                    <a:pt x="13195" y="158864"/>
                  </a:lnTo>
                  <a:lnTo>
                    <a:pt x="5867" y="158864"/>
                  </a:lnTo>
                  <a:lnTo>
                    <a:pt x="0" y="164795"/>
                  </a:lnTo>
                  <a:lnTo>
                    <a:pt x="0" y="179400"/>
                  </a:lnTo>
                  <a:lnTo>
                    <a:pt x="5867" y="185331"/>
                  </a:lnTo>
                  <a:lnTo>
                    <a:pt x="47028" y="185331"/>
                  </a:lnTo>
                  <a:lnTo>
                    <a:pt x="52895" y="179400"/>
                  </a:lnTo>
                  <a:lnTo>
                    <a:pt x="52895" y="164795"/>
                  </a:lnTo>
                  <a:close/>
                </a:path>
                <a:path w="452120" h="318135">
                  <a:moveTo>
                    <a:pt x="385635" y="158864"/>
                  </a:moveTo>
                  <a:lnTo>
                    <a:pt x="377317" y="108064"/>
                  </a:lnTo>
                  <a:lnTo>
                    <a:pt x="354291" y="64376"/>
                  </a:lnTo>
                  <a:lnTo>
                    <a:pt x="342646" y="52959"/>
                  </a:lnTo>
                  <a:lnTo>
                    <a:pt x="331825" y="42367"/>
                  </a:lnTo>
                  <a:lnTo>
                    <a:pt x="331825" y="158864"/>
                  </a:lnTo>
                  <a:lnTo>
                    <a:pt x="331825" y="166204"/>
                  </a:lnTo>
                  <a:lnTo>
                    <a:pt x="325894" y="172072"/>
                  </a:lnTo>
                  <a:lnTo>
                    <a:pt x="311213" y="172072"/>
                  </a:lnTo>
                  <a:lnTo>
                    <a:pt x="305358" y="166204"/>
                  </a:lnTo>
                  <a:lnTo>
                    <a:pt x="305358" y="158864"/>
                  </a:lnTo>
                  <a:lnTo>
                    <a:pt x="299085" y="127965"/>
                  </a:lnTo>
                  <a:lnTo>
                    <a:pt x="282054" y="102730"/>
                  </a:lnTo>
                  <a:lnTo>
                    <a:pt x="256819" y="85712"/>
                  </a:lnTo>
                  <a:lnTo>
                    <a:pt x="225920" y="79438"/>
                  </a:lnTo>
                  <a:lnTo>
                    <a:pt x="218579" y="79438"/>
                  </a:lnTo>
                  <a:lnTo>
                    <a:pt x="212648" y="73494"/>
                  </a:lnTo>
                  <a:lnTo>
                    <a:pt x="212648" y="58889"/>
                  </a:lnTo>
                  <a:lnTo>
                    <a:pt x="218579" y="52959"/>
                  </a:lnTo>
                  <a:lnTo>
                    <a:pt x="225920" y="52959"/>
                  </a:lnTo>
                  <a:lnTo>
                    <a:pt x="267131" y="61315"/>
                  </a:lnTo>
                  <a:lnTo>
                    <a:pt x="300774" y="84023"/>
                  </a:lnTo>
                  <a:lnTo>
                    <a:pt x="323469" y="117665"/>
                  </a:lnTo>
                  <a:lnTo>
                    <a:pt x="331825" y="158864"/>
                  </a:lnTo>
                  <a:lnTo>
                    <a:pt x="331825" y="42367"/>
                  </a:lnTo>
                  <a:lnTo>
                    <a:pt x="319417" y="30213"/>
                  </a:lnTo>
                  <a:lnTo>
                    <a:pt x="275602" y="7950"/>
                  </a:lnTo>
                  <a:lnTo>
                    <a:pt x="225691" y="0"/>
                  </a:lnTo>
                  <a:lnTo>
                    <a:pt x="217297" y="215"/>
                  </a:lnTo>
                  <a:lnTo>
                    <a:pt x="149428" y="19278"/>
                  </a:lnTo>
                  <a:lnTo>
                    <a:pt x="113588" y="46189"/>
                  </a:lnTo>
                  <a:lnTo>
                    <a:pt x="86563" y="81965"/>
                  </a:lnTo>
                  <a:lnTo>
                    <a:pt x="70688" y="124256"/>
                  </a:lnTo>
                  <a:lnTo>
                    <a:pt x="67081" y="162204"/>
                  </a:lnTo>
                  <a:lnTo>
                    <a:pt x="72174" y="198996"/>
                  </a:lnTo>
                  <a:lnTo>
                    <a:pt x="85636" y="233400"/>
                  </a:lnTo>
                  <a:lnTo>
                    <a:pt x="107175" y="264210"/>
                  </a:lnTo>
                  <a:lnTo>
                    <a:pt x="116268" y="276072"/>
                  </a:lnTo>
                  <a:lnTo>
                    <a:pt x="123507" y="289102"/>
                  </a:lnTo>
                  <a:lnTo>
                    <a:pt x="128765" y="303060"/>
                  </a:lnTo>
                  <a:lnTo>
                    <a:pt x="131953" y="317715"/>
                  </a:lnTo>
                  <a:lnTo>
                    <a:pt x="319887" y="317715"/>
                  </a:lnTo>
                  <a:lnTo>
                    <a:pt x="323278" y="302856"/>
                  </a:lnTo>
                  <a:lnTo>
                    <a:pt x="328726" y="288709"/>
                  </a:lnTo>
                  <a:lnTo>
                    <a:pt x="336118" y="275463"/>
                  </a:lnTo>
                  <a:lnTo>
                    <a:pt x="345376" y="263334"/>
                  </a:lnTo>
                  <a:lnTo>
                    <a:pt x="362394" y="240245"/>
                  </a:lnTo>
                  <a:lnTo>
                    <a:pt x="375031" y="214706"/>
                  </a:lnTo>
                  <a:lnTo>
                    <a:pt x="382917" y="187363"/>
                  </a:lnTo>
                  <a:lnTo>
                    <a:pt x="384378" y="172072"/>
                  </a:lnTo>
                  <a:lnTo>
                    <a:pt x="385635" y="158864"/>
                  </a:lnTo>
                  <a:close/>
                </a:path>
                <a:path w="452120" h="318135">
                  <a:moveTo>
                    <a:pt x="449097" y="256705"/>
                  </a:moveTo>
                  <a:lnTo>
                    <a:pt x="444080" y="251574"/>
                  </a:lnTo>
                  <a:lnTo>
                    <a:pt x="425373" y="232791"/>
                  </a:lnTo>
                  <a:lnTo>
                    <a:pt x="422770" y="230212"/>
                  </a:lnTo>
                  <a:lnTo>
                    <a:pt x="419366" y="228917"/>
                  </a:lnTo>
                  <a:lnTo>
                    <a:pt x="415988" y="228917"/>
                  </a:lnTo>
                  <a:lnTo>
                    <a:pt x="412597" y="228917"/>
                  </a:lnTo>
                  <a:lnTo>
                    <a:pt x="409194" y="230212"/>
                  </a:lnTo>
                  <a:lnTo>
                    <a:pt x="406590" y="232791"/>
                  </a:lnTo>
                  <a:lnTo>
                    <a:pt x="401434" y="237998"/>
                  </a:lnTo>
                  <a:lnTo>
                    <a:pt x="401434" y="246341"/>
                  </a:lnTo>
                  <a:lnTo>
                    <a:pt x="406590" y="251574"/>
                  </a:lnTo>
                  <a:lnTo>
                    <a:pt x="425373" y="270281"/>
                  </a:lnTo>
                  <a:lnTo>
                    <a:pt x="427901" y="272745"/>
                  </a:lnTo>
                  <a:lnTo>
                    <a:pt x="431215" y="273989"/>
                  </a:lnTo>
                  <a:lnTo>
                    <a:pt x="437896" y="273989"/>
                  </a:lnTo>
                  <a:lnTo>
                    <a:pt x="441286" y="272669"/>
                  </a:lnTo>
                  <a:lnTo>
                    <a:pt x="443877" y="270065"/>
                  </a:lnTo>
                  <a:lnTo>
                    <a:pt x="449033" y="264985"/>
                  </a:lnTo>
                  <a:lnTo>
                    <a:pt x="449097" y="256705"/>
                  </a:lnTo>
                  <a:close/>
                </a:path>
                <a:path w="452120" h="318135">
                  <a:moveTo>
                    <a:pt x="449097" y="87477"/>
                  </a:moveTo>
                  <a:lnTo>
                    <a:pt x="449033" y="79222"/>
                  </a:lnTo>
                  <a:lnTo>
                    <a:pt x="443877" y="74129"/>
                  </a:lnTo>
                  <a:lnTo>
                    <a:pt x="441286" y="71526"/>
                  </a:lnTo>
                  <a:lnTo>
                    <a:pt x="437896" y="70218"/>
                  </a:lnTo>
                  <a:lnTo>
                    <a:pt x="434517" y="70218"/>
                  </a:lnTo>
                  <a:lnTo>
                    <a:pt x="431215" y="70218"/>
                  </a:lnTo>
                  <a:lnTo>
                    <a:pt x="427901" y="71462"/>
                  </a:lnTo>
                  <a:lnTo>
                    <a:pt x="425373" y="73926"/>
                  </a:lnTo>
                  <a:lnTo>
                    <a:pt x="406590" y="92697"/>
                  </a:lnTo>
                  <a:lnTo>
                    <a:pt x="401574" y="97866"/>
                  </a:lnTo>
                  <a:lnTo>
                    <a:pt x="401650" y="106108"/>
                  </a:lnTo>
                  <a:lnTo>
                    <a:pt x="406806" y="111201"/>
                  </a:lnTo>
                  <a:lnTo>
                    <a:pt x="409384" y="113830"/>
                  </a:lnTo>
                  <a:lnTo>
                    <a:pt x="412788" y="115112"/>
                  </a:lnTo>
                  <a:lnTo>
                    <a:pt x="419493" y="115112"/>
                  </a:lnTo>
                  <a:lnTo>
                    <a:pt x="422795" y="113893"/>
                  </a:lnTo>
                  <a:lnTo>
                    <a:pt x="425373" y="111417"/>
                  </a:lnTo>
                  <a:lnTo>
                    <a:pt x="444080" y="92697"/>
                  </a:lnTo>
                  <a:lnTo>
                    <a:pt x="449097" y="87477"/>
                  </a:lnTo>
                  <a:close/>
                </a:path>
                <a:path w="452120" h="318135">
                  <a:moveTo>
                    <a:pt x="451777" y="164795"/>
                  </a:moveTo>
                  <a:lnTo>
                    <a:pt x="445909" y="158864"/>
                  </a:lnTo>
                  <a:lnTo>
                    <a:pt x="412102" y="158864"/>
                  </a:lnTo>
                  <a:lnTo>
                    <a:pt x="404761" y="158864"/>
                  </a:lnTo>
                  <a:lnTo>
                    <a:pt x="398907" y="164795"/>
                  </a:lnTo>
                  <a:lnTo>
                    <a:pt x="398907" y="179400"/>
                  </a:lnTo>
                  <a:lnTo>
                    <a:pt x="404761" y="185331"/>
                  </a:lnTo>
                  <a:lnTo>
                    <a:pt x="445909" y="185331"/>
                  </a:lnTo>
                  <a:lnTo>
                    <a:pt x="451777" y="179400"/>
                  </a:lnTo>
                  <a:lnTo>
                    <a:pt x="451777" y="164795"/>
                  </a:lnTo>
                  <a:close/>
                </a:path>
              </a:pathLst>
            </a:custGeom>
            <a:solidFill>
              <a:srgbClr val="500094"/>
            </a:solidFill>
          </p:spPr>
          <p:txBody>
            <a:bodyPr wrap="square" lIns="0" tIns="0" rIns="0" bIns="0" rtlCol="0"/>
            <a:lstStyle/>
            <a:p>
              <a:endParaRPr/>
            </a:p>
          </p:txBody>
        </p:sp>
      </p:grpSp>
      <p:grpSp>
        <p:nvGrpSpPr>
          <p:cNvPr id="94" name="object 94"/>
          <p:cNvGrpSpPr/>
          <p:nvPr/>
        </p:nvGrpSpPr>
        <p:grpSpPr>
          <a:xfrm>
            <a:off x="5628734" y="4424761"/>
            <a:ext cx="293370" cy="452120"/>
            <a:chOff x="5628734" y="4424761"/>
            <a:chExt cx="293370" cy="452120"/>
          </a:xfrm>
        </p:grpSpPr>
        <p:pic>
          <p:nvPicPr>
            <p:cNvPr id="95" name="object 95"/>
            <p:cNvPicPr/>
            <p:nvPr/>
          </p:nvPicPr>
          <p:blipFill>
            <a:blip r:embed="rId30" cstate="print"/>
            <a:stretch>
              <a:fillRect/>
            </a:stretch>
          </p:blipFill>
          <p:spPr>
            <a:xfrm>
              <a:off x="5656634" y="4424761"/>
              <a:ext cx="237081" cy="78073"/>
            </a:xfrm>
            <a:prstGeom prst="rect">
              <a:avLst/>
            </a:prstGeom>
          </p:spPr>
        </p:pic>
        <p:sp>
          <p:nvSpPr>
            <p:cNvPr id="96" name="object 96"/>
            <p:cNvSpPr/>
            <p:nvPr/>
          </p:nvSpPr>
          <p:spPr>
            <a:xfrm>
              <a:off x="5628734" y="4529305"/>
              <a:ext cx="293370" cy="210820"/>
            </a:xfrm>
            <a:custGeom>
              <a:avLst/>
              <a:gdLst/>
              <a:ahLst/>
              <a:cxnLst/>
              <a:rect l="l" t="t" r="r" b="b"/>
              <a:pathLst>
                <a:path w="293370" h="210820">
                  <a:moveTo>
                    <a:pt x="280573" y="210470"/>
                  </a:moveTo>
                  <a:lnTo>
                    <a:pt x="12004" y="210470"/>
                  </a:lnTo>
                  <a:lnTo>
                    <a:pt x="11652" y="210400"/>
                  </a:lnTo>
                  <a:lnTo>
                    <a:pt x="11371" y="210329"/>
                  </a:lnTo>
                  <a:lnTo>
                    <a:pt x="11089" y="210329"/>
                  </a:lnTo>
                  <a:lnTo>
                    <a:pt x="9683" y="209978"/>
                  </a:lnTo>
                  <a:lnTo>
                    <a:pt x="9050" y="209767"/>
                  </a:lnTo>
                  <a:lnTo>
                    <a:pt x="8839" y="209767"/>
                  </a:lnTo>
                  <a:lnTo>
                    <a:pt x="8628" y="209626"/>
                  </a:lnTo>
                  <a:lnTo>
                    <a:pt x="8346" y="209556"/>
                  </a:lnTo>
                  <a:lnTo>
                    <a:pt x="7995" y="209344"/>
                  </a:lnTo>
                  <a:lnTo>
                    <a:pt x="5087" y="207633"/>
                  </a:lnTo>
                  <a:lnTo>
                    <a:pt x="4595" y="207281"/>
                  </a:lnTo>
                  <a:lnTo>
                    <a:pt x="4454" y="207070"/>
                  </a:lnTo>
                  <a:lnTo>
                    <a:pt x="4243" y="206930"/>
                  </a:lnTo>
                  <a:lnTo>
                    <a:pt x="4103" y="206789"/>
                  </a:lnTo>
                  <a:lnTo>
                    <a:pt x="3680" y="206367"/>
                  </a:lnTo>
                  <a:lnTo>
                    <a:pt x="3540" y="206226"/>
                  </a:lnTo>
                  <a:lnTo>
                    <a:pt x="3399" y="206016"/>
                  </a:lnTo>
                  <a:lnTo>
                    <a:pt x="3259" y="205875"/>
                  </a:lnTo>
                  <a:lnTo>
                    <a:pt x="3118" y="205734"/>
                  </a:lnTo>
                  <a:lnTo>
                    <a:pt x="2977" y="205593"/>
                  </a:lnTo>
                  <a:lnTo>
                    <a:pt x="2837" y="205382"/>
                  </a:lnTo>
                  <a:lnTo>
                    <a:pt x="2696" y="205242"/>
                  </a:lnTo>
                  <a:lnTo>
                    <a:pt x="2626" y="205101"/>
                  </a:lnTo>
                  <a:lnTo>
                    <a:pt x="2203" y="204468"/>
                  </a:lnTo>
                  <a:lnTo>
                    <a:pt x="2063" y="204327"/>
                  </a:lnTo>
                  <a:lnTo>
                    <a:pt x="1922" y="204046"/>
                  </a:lnTo>
                  <a:lnTo>
                    <a:pt x="1782" y="203835"/>
                  </a:lnTo>
                  <a:lnTo>
                    <a:pt x="1711" y="203624"/>
                  </a:lnTo>
                  <a:lnTo>
                    <a:pt x="1571" y="203342"/>
                  </a:lnTo>
                  <a:lnTo>
                    <a:pt x="1430" y="203202"/>
                  </a:lnTo>
                  <a:lnTo>
                    <a:pt x="1360" y="203061"/>
                  </a:lnTo>
                  <a:lnTo>
                    <a:pt x="1219" y="202710"/>
                  </a:lnTo>
                  <a:lnTo>
                    <a:pt x="1148" y="202475"/>
                  </a:lnTo>
                  <a:lnTo>
                    <a:pt x="1008" y="202194"/>
                  </a:lnTo>
                  <a:lnTo>
                    <a:pt x="938" y="201983"/>
                  </a:lnTo>
                  <a:lnTo>
                    <a:pt x="844" y="201842"/>
                  </a:lnTo>
                  <a:lnTo>
                    <a:pt x="773" y="201491"/>
                  </a:lnTo>
                  <a:lnTo>
                    <a:pt x="633" y="201279"/>
                  </a:lnTo>
                  <a:lnTo>
                    <a:pt x="562" y="200998"/>
                  </a:lnTo>
                  <a:lnTo>
                    <a:pt x="492" y="200787"/>
                  </a:lnTo>
                  <a:lnTo>
                    <a:pt x="492" y="200647"/>
                  </a:lnTo>
                  <a:lnTo>
                    <a:pt x="352" y="200224"/>
                  </a:lnTo>
                  <a:lnTo>
                    <a:pt x="352" y="200013"/>
                  </a:lnTo>
                  <a:lnTo>
                    <a:pt x="281" y="199873"/>
                  </a:lnTo>
                  <a:lnTo>
                    <a:pt x="281" y="199591"/>
                  </a:lnTo>
                  <a:lnTo>
                    <a:pt x="140" y="199169"/>
                  </a:lnTo>
                  <a:lnTo>
                    <a:pt x="140" y="198888"/>
                  </a:lnTo>
                  <a:lnTo>
                    <a:pt x="70" y="198396"/>
                  </a:lnTo>
                  <a:lnTo>
                    <a:pt x="70" y="196778"/>
                  </a:lnTo>
                  <a:lnTo>
                    <a:pt x="0" y="196426"/>
                  </a:lnTo>
                  <a:lnTo>
                    <a:pt x="70" y="196192"/>
                  </a:lnTo>
                  <a:lnTo>
                    <a:pt x="70" y="195699"/>
                  </a:lnTo>
                  <a:lnTo>
                    <a:pt x="140" y="195418"/>
                  </a:lnTo>
                  <a:lnTo>
                    <a:pt x="140" y="195207"/>
                  </a:lnTo>
                  <a:lnTo>
                    <a:pt x="211" y="194996"/>
                  </a:lnTo>
                  <a:lnTo>
                    <a:pt x="211" y="194785"/>
                  </a:lnTo>
                  <a:lnTo>
                    <a:pt x="281" y="194504"/>
                  </a:lnTo>
                  <a:lnTo>
                    <a:pt x="352" y="194293"/>
                  </a:lnTo>
                  <a:lnTo>
                    <a:pt x="352" y="194152"/>
                  </a:lnTo>
                  <a:lnTo>
                    <a:pt x="562" y="193519"/>
                  </a:lnTo>
                  <a:lnTo>
                    <a:pt x="633" y="193237"/>
                  </a:lnTo>
                  <a:lnTo>
                    <a:pt x="703" y="193026"/>
                  </a:lnTo>
                  <a:lnTo>
                    <a:pt x="844" y="192816"/>
                  </a:lnTo>
                  <a:lnTo>
                    <a:pt x="11785" y="168759"/>
                  </a:lnTo>
                  <a:lnTo>
                    <a:pt x="26566" y="147068"/>
                  </a:lnTo>
                  <a:lnTo>
                    <a:pt x="44816" y="128181"/>
                  </a:lnTo>
                  <a:lnTo>
                    <a:pt x="66163" y="112538"/>
                  </a:lnTo>
                  <a:lnTo>
                    <a:pt x="66163" y="0"/>
                  </a:lnTo>
                  <a:lnTo>
                    <a:pt x="226859" y="0"/>
                  </a:lnTo>
                  <a:lnTo>
                    <a:pt x="226859" y="112608"/>
                  </a:lnTo>
                  <a:lnTo>
                    <a:pt x="248192" y="128210"/>
                  </a:lnTo>
                  <a:lnTo>
                    <a:pt x="281214" y="168760"/>
                  </a:lnTo>
                  <a:lnTo>
                    <a:pt x="292295" y="193308"/>
                  </a:lnTo>
                  <a:lnTo>
                    <a:pt x="292436" y="193660"/>
                  </a:lnTo>
                  <a:lnTo>
                    <a:pt x="292436" y="193800"/>
                  </a:lnTo>
                  <a:lnTo>
                    <a:pt x="292506" y="194011"/>
                  </a:lnTo>
                  <a:lnTo>
                    <a:pt x="292577" y="194363"/>
                  </a:lnTo>
                  <a:lnTo>
                    <a:pt x="292647" y="194574"/>
                  </a:lnTo>
                  <a:lnTo>
                    <a:pt x="292647" y="194785"/>
                  </a:lnTo>
                  <a:lnTo>
                    <a:pt x="292717" y="194996"/>
                  </a:lnTo>
                  <a:lnTo>
                    <a:pt x="292788" y="195277"/>
                  </a:lnTo>
                  <a:lnTo>
                    <a:pt x="292788" y="195488"/>
                  </a:lnTo>
                  <a:lnTo>
                    <a:pt x="292858" y="195699"/>
                  </a:lnTo>
                  <a:lnTo>
                    <a:pt x="292858" y="198396"/>
                  </a:lnTo>
                  <a:lnTo>
                    <a:pt x="292788" y="198959"/>
                  </a:lnTo>
                  <a:lnTo>
                    <a:pt x="292717" y="199169"/>
                  </a:lnTo>
                  <a:lnTo>
                    <a:pt x="292717" y="199451"/>
                  </a:lnTo>
                  <a:lnTo>
                    <a:pt x="292647" y="199662"/>
                  </a:lnTo>
                  <a:lnTo>
                    <a:pt x="292647" y="199873"/>
                  </a:lnTo>
                  <a:lnTo>
                    <a:pt x="292577" y="200084"/>
                  </a:lnTo>
                  <a:lnTo>
                    <a:pt x="292577" y="200224"/>
                  </a:lnTo>
                  <a:lnTo>
                    <a:pt x="292295" y="201068"/>
                  </a:lnTo>
                  <a:lnTo>
                    <a:pt x="292225" y="201350"/>
                  </a:lnTo>
                  <a:lnTo>
                    <a:pt x="292155" y="201491"/>
                  </a:lnTo>
                  <a:lnTo>
                    <a:pt x="292155" y="201701"/>
                  </a:lnTo>
                  <a:lnTo>
                    <a:pt x="292084" y="201842"/>
                  </a:lnTo>
                  <a:lnTo>
                    <a:pt x="292014" y="202053"/>
                  </a:lnTo>
                  <a:lnTo>
                    <a:pt x="291873" y="202264"/>
                  </a:lnTo>
                  <a:lnTo>
                    <a:pt x="291803" y="202545"/>
                  </a:lnTo>
                  <a:lnTo>
                    <a:pt x="291733" y="202710"/>
                  </a:lnTo>
                  <a:lnTo>
                    <a:pt x="291662" y="202921"/>
                  </a:lnTo>
                  <a:lnTo>
                    <a:pt x="291592" y="203061"/>
                  </a:lnTo>
                  <a:lnTo>
                    <a:pt x="291452" y="203272"/>
                  </a:lnTo>
                  <a:lnTo>
                    <a:pt x="291381" y="203483"/>
                  </a:lnTo>
                  <a:lnTo>
                    <a:pt x="291240" y="203694"/>
                  </a:lnTo>
                  <a:lnTo>
                    <a:pt x="291170" y="203835"/>
                  </a:lnTo>
                  <a:lnTo>
                    <a:pt x="291029" y="204046"/>
                  </a:lnTo>
                  <a:lnTo>
                    <a:pt x="290959" y="204187"/>
                  </a:lnTo>
                  <a:lnTo>
                    <a:pt x="290818" y="204398"/>
                  </a:lnTo>
                  <a:lnTo>
                    <a:pt x="290467" y="204890"/>
                  </a:lnTo>
                  <a:lnTo>
                    <a:pt x="290045" y="205453"/>
                  </a:lnTo>
                  <a:lnTo>
                    <a:pt x="289763" y="205875"/>
                  </a:lnTo>
                  <a:lnTo>
                    <a:pt x="289529" y="206086"/>
                  </a:lnTo>
                  <a:lnTo>
                    <a:pt x="289388" y="206226"/>
                  </a:lnTo>
                  <a:lnTo>
                    <a:pt x="288825" y="206789"/>
                  </a:lnTo>
                  <a:lnTo>
                    <a:pt x="288685" y="206930"/>
                  </a:lnTo>
                  <a:lnTo>
                    <a:pt x="288263" y="207352"/>
                  </a:lnTo>
                  <a:lnTo>
                    <a:pt x="287911" y="207633"/>
                  </a:lnTo>
                  <a:lnTo>
                    <a:pt x="287489" y="207914"/>
                  </a:lnTo>
                  <a:lnTo>
                    <a:pt x="287278" y="208125"/>
                  </a:lnTo>
                  <a:lnTo>
                    <a:pt x="286856" y="208407"/>
                  </a:lnTo>
                  <a:lnTo>
                    <a:pt x="286645" y="208477"/>
                  </a:lnTo>
                  <a:lnTo>
                    <a:pt x="286363" y="208618"/>
                  </a:lnTo>
                  <a:lnTo>
                    <a:pt x="286223" y="208758"/>
                  </a:lnTo>
                  <a:lnTo>
                    <a:pt x="286012" y="208829"/>
                  </a:lnTo>
                  <a:lnTo>
                    <a:pt x="285871" y="208993"/>
                  </a:lnTo>
                  <a:lnTo>
                    <a:pt x="285660" y="209063"/>
                  </a:lnTo>
                  <a:lnTo>
                    <a:pt x="285097" y="209344"/>
                  </a:lnTo>
                  <a:lnTo>
                    <a:pt x="284394" y="209626"/>
                  </a:lnTo>
                  <a:lnTo>
                    <a:pt x="284113" y="209767"/>
                  </a:lnTo>
                  <a:lnTo>
                    <a:pt x="283831" y="209837"/>
                  </a:lnTo>
                  <a:lnTo>
                    <a:pt x="283339" y="209978"/>
                  </a:lnTo>
                  <a:lnTo>
                    <a:pt x="283035" y="210048"/>
                  </a:lnTo>
                  <a:lnTo>
                    <a:pt x="282823" y="210118"/>
                  </a:lnTo>
                  <a:lnTo>
                    <a:pt x="282542" y="210189"/>
                  </a:lnTo>
                  <a:lnTo>
                    <a:pt x="282120" y="210259"/>
                  </a:lnTo>
                  <a:lnTo>
                    <a:pt x="281838" y="210329"/>
                  </a:lnTo>
                  <a:lnTo>
                    <a:pt x="281487" y="210400"/>
                  </a:lnTo>
                  <a:lnTo>
                    <a:pt x="280994" y="210400"/>
                  </a:lnTo>
                  <a:lnTo>
                    <a:pt x="280573" y="210470"/>
                  </a:lnTo>
                  <a:close/>
                </a:path>
              </a:pathLst>
            </a:custGeom>
            <a:solidFill>
              <a:srgbClr val="500094"/>
            </a:solidFill>
          </p:spPr>
          <p:txBody>
            <a:bodyPr wrap="square" lIns="0" tIns="0" rIns="0" bIns="0" rtlCol="0"/>
            <a:lstStyle/>
            <a:p>
              <a:endParaRPr/>
            </a:p>
          </p:txBody>
        </p:sp>
        <p:pic>
          <p:nvPicPr>
            <p:cNvPr id="97" name="object 97"/>
            <p:cNvPicPr/>
            <p:nvPr/>
          </p:nvPicPr>
          <p:blipFill>
            <a:blip r:embed="rId31" cstate="print"/>
            <a:stretch>
              <a:fillRect/>
            </a:stretch>
          </p:blipFill>
          <p:spPr>
            <a:xfrm>
              <a:off x="5737756" y="4766316"/>
              <a:ext cx="74838" cy="110076"/>
            </a:xfrm>
            <a:prstGeom prst="rect">
              <a:avLst/>
            </a:prstGeom>
          </p:spPr>
        </p:pic>
      </p:grpSp>
      <p:sp>
        <p:nvSpPr>
          <p:cNvPr id="98" name="object 98"/>
          <p:cNvSpPr/>
          <p:nvPr/>
        </p:nvSpPr>
        <p:spPr>
          <a:xfrm>
            <a:off x="6108484" y="4428883"/>
            <a:ext cx="443865" cy="443865"/>
          </a:xfrm>
          <a:custGeom>
            <a:avLst/>
            <a:gdLst/>
            <a:ahLst/>
            <a:cxnLst/>
            <a:rect l="l" t="t" r="r" b="b"/>
            <a:pathLst>
              <a:path w="443865" h="443864">
                <a:moveTo>
                  <a:pt x="358990" y="221703"/>
                </a:moveTo>
                <a:lnTo>
                  <a:pt x="351980" y="178320"/>
                </a:lnTo>
                <a:lnTo>
                  <a:pt x="332460" y="140614"/>
                </a:lnTo>
                <a:lnTo>
                  <a:pt x="302704" y="110858"/>
                </a:lnTo>
                <a:lnTo>
                  <a:pt x="268147" y="92951"/>
                </a:lnTo>
                <a:lnTo>
                  <a:pt x="268147" y="188429"/>
                </a:lnTo>
                <a:lnTo>
                  <a:pt x="268147" y="195770"/>
                </a:lnTo>
                <a:lnTo>
                  <a:pt x="262216" y="201701"/>
                </a:lnTo>
                <a:lnTo>
                  <a:pt x="247611" y="201701"/>
                </a:lnTo>
                <a:lnTo>
                  <a:pt x="241681" y="195770"/>
                </a:lnTo>
                <a:lnTo>
                  <a:pt x="241681" y="188429"/>
                </a:lnTo>
                <a:lnTo>
                  <a:pt x="239966" y="180238"/>
                </a:lnTo>
                <a:lnTo>
                  <a:pt x="235458" y="173913"/>
                </a:lnTo>
                <a:lnTo>
                  <a:pt x="229006" y="169849"/>
                </a:lnTo>
                <a:lnTo>
                  <a:pt x="221513" y="168414"/>
                </a:lnTo>
                <a:lnTo>
                  <a:pt x="216611" y="168414"/>
                </a:lnTo>
                <a:lnTo>
                  <a:pt x="211569" y="170243"/>
                </a:lnTo>
                <a:lnTo>
                  <a:pt x="207492" y="174320"/>
                </a:lnTo>
                <a:lnTo>
                  <a:pt x="201891" y="184962"/>
                </a:lnTo>
                <a:lnTo>
                  <a:pt x="203174" y="196113"/>
                </a:lnTo>
                <a:lnTo>
                  <a:pt x="210159" y="204914"/>
                </a:lnTo>
                <a:lnTo>
                  <a:pt x="221678" y="208483"/>
                </a:lnTo>
                <a:lnTo>
                  <a:pt x="221843" y="208483"/>
                </a:lnTo>
                <a:lnTo>
                  <a:pt x="238252" y="211480"/>
                </a:lnTo>
                <a:lnTo>
                  <a:pt x="252145" y="219798"/>
                </a:lnTo>
                <a:lnTo>
                  <a:pt x="262331" y="232397"/>
                </a:lnTo>
                <a:lnTo>
                  <a:pt x="267652" y="248246"/>
                </a:lnTo>
                <a:lnTo>
                  <a:pt x="267106" y="263156"/>
                </a:lnTo>
                <a:lnTo>
                  <a:pt x="267004" y="265074"/>
                </a:lnTo>
                <a:lnTo>
                  <a:pt x="260819" y="279984"/>
                </a:lnTo>
                <a:lnTo>
                  <a:pt x="249834" y="291934"/>
                </a:lnTo>
                <a:lnTo>
                  <a:pt x="234899" y="299491"/>
                </a:lnTo>
                <a:lnTo>
                  <a:pt x="234899" y="328739"/>
                </a:lnTo>
                <a:lnTo>
                  <a:pt x="228968" y="334670"/>
                </a:lnTo>
                <a:lnTo>
                  <a:pt x="214337" y="334670"/>
                </a:lnTo>
                <a:lnTo>
                  <a:pt x="208407" y="328739"/>
                </a:lnTo>
                <a:lnTo>
                  <a:pt x="208407" y="299491"/>
                </a:lnTo>
                <a:lnTo>
                  <a:pt x="194906" y="292950"/>
                </a:lnTo>
                <a:lnTo>
                  <a:pt x="184429" y="282727"/>
                </a:lnTo>
                <a:lnTo>
                  <a:pt x="177609" y="269748"/>
                </a:lnTo>
                <a:lnTo>
                  <a:pt x="175158" y="254952"/>
                </a:lnTo>
                <a:lnTo>
                  <a:pt x="175158" y="247611"/>
                </a:lnTo>
                <a:lnTo>
                  <a:pt x="181089" y="241681"/>
                </a:lnTo>
                <a:lnTo>
                  <a:pt x="195694" y="241681"/>
                </a:lnTo>
                <a:lnTo>
                  <a:pt x="201625" y="247611"/>
                </a:lnTo>
                <a:lnTo>
                  <a:pt x="201625" y="254952"/>
                </a:lnTo>
                <a:lnTo>
                  <a:pt x="203327" y="263156"/>
                </a:lnTo>
                <a:lnTo>
                  <a:pt x="207848" y="269468"/>
                </a:lnTo>
                <a:lnTo>
                  <a:pt x="214299" y="273532"/>
                </a:lnTo>
                <a:lnTo>
                  <a:pt x="221792" y="274967"/>
                </a:lnTo>
                <a:lnTo>
                  <a:pt x="226695" y="274967"/>
                </a:lnTo>
                <a:lnTo>
                  <a:pt x="231711" y="273138"/>
                </a:lnTo>
                <a:lnTo>
                  <a:pt x="235813" y="269062"/>
                </a:lnTo>
                <a:lnTo>
                  <a:pt x="241414" y="258432"/>
                </a:lnTo>
                <a:lnTo>
                  <a:pt x="240131" y="247307"/>
                </a:lnTo>
                <a:lnTo>
                  <a:pt x="235661" y="241681"/>
                </a:lnTo>
                <a:lnTo>
                  <a:pt x="233159" y="238531"/>
                </a:lnTo>
                <a:lnTo>
                  <a:pt x="221678" y="234975"/>
                </a:lnTo>
                <a:lnTo>
                  <a:pt x="205193" y="231965"/>
                </a:lnTo>
                <a:lnTo>
                  <a:pt x="191236" y="223634"/>
                </a:lnTo>
                <a:lnTo>
                  <a:pt x="180987" y="211023"/>
                </a:lnTo>
                <a:lnTo>
                  <a:pt x="175653" y="195135"/>
                </a:lnTo>
                <a:lnTo>
                  <a:pt x="176199" y="180238"/>
                </a:lnTo>
                <a:lnTo>
                  <a:pt x="176301" y="178320"/>
                </a:lnTo>
                <a:lnTo>
                  <a:pt x="182486" y="163410"/>
                </a:lnTo>
                <a:lnTo>
                  <a:pt x="193471" y="151447"/>
                </a:lnTo>
                <a:lnTo>
                  <a:pt x="208407" y="143891"/>
                </a:lnTo>
                <a:lnTo>
                  <a:pt x="208407" y="114655"/>
                </a:lnTo>
                <a:lnTo>
                  <a:pt x="214337" y="108750"/>
                </a:lnTo>
                <a:lnTo>
                  <a:pt x="228968" y="108750"/>
                </a:lnTo>
                <a:lnTo>
                  <a:pt x="234899" y="114655"/>
                </a:lnTo>
                <a:lnTo>
                  <a:pt x="234899" y="143891"/>
                </a:lnTo>
                <a:lnTo>
                  <a:pt x="248386" y="150431"/>
                </a:lnTo>
                <a:lnTo>
                  <a:pt x="258876" y="160655"/>
                </a:lnTo>
                <a:lnTo>
                  <a:pt x="265684" y="173634"/>
                </a:lnTo>
                <a:lnTo>
                  <a:pt x="268147" y="188429"/>
                </a:lnTo>
                <a:lnTo>
                  <a:pt x="268147" y="92951"/>
                </a:lnTo>
                <a:lnTo>
                  <a:pt x="265023" y="91325"/>
                </a:lnTo>
                <a:lnTo>
                  <a:pt x="221678" y="84315"/>
                </a:lnTo>
                <a:lnTo>
                  <a:pt x="178295" y="91325"/>
                </a:lnTo>
                <a:lnTo>
                  <a:pt x="140601" y="110858"/>
                </a:lnTo>
                <a:lnTo>
                  <a:pt x="110845" y="140614"/>
                </a:lnTo>
                <a:lnTo>
                  <a:pt x="91325" y="178320"/>
                </a:lnTo>
                <a:lnTo>
                  <a:pt x="84302" y="221703"/>
                </a:lnTo>
                <a:lnTo>
                  <a:pt x="91325" y="265074"/>
                </a:lnTo>
                <a:lnTo>
                  <a:pt x="110845" y="302780"/>
                </a:lnTo>
                <a:lnTo>
                  <a:pt x="140601" y="332536"/>
                </a:lnTo>
                <a:lnTo>
                  <a:pt x="178295" y="352056"/>
                </a:lnTo>
                <a:lnTo>
                  <a:pt x="221678" y="359067"/>
                </a:lnTo>
                <a:lnTo>
                  <a:pt x="265023" y="352056"/>
                </a:lnTo>
                <a:lnTo>
                  <a:pt x="298602" y="334670"/>
                </a:lnTo>
                <a:lnTo>
                  <a:pt x="302704" y="332536"/>
                </a:lnTo>
                <a:lnTo>
                  <a:pt x="332460" y="302780"/>
                </a:lnTo>
                <a:lnTo>
                  <a:pt x="351980" y="265074"/>
                </a:lnTo>
                <a:lnTo>
                  <a:pt x="358990" y="221703"/>
                </a:lnTo>
                <a:close/>
              </a:path>
              <a:path w="443865" h="443864">
                <a:moveTo>
                  <a:pt x="443382" y="221703"/>
                </a:moveTo>
                <a:lnTo>
                  <a:pt x="438873" y="176987"/>
                </a:lnTo>
                <a:lnTo>
                  <a:pt x="425958" y="135382"/>
                </a:lnTo>
                <a:lnTo>
                  <a:pt x="405523" y="97726"/>
                </a:lnTo>
                <a:lnTo>
                  <a:pt x="385495" y="73444"/>
                </a:lnTo>
                <a:lnTo>
                  <a:pt x="385495" y="221703"/>
                </a:lnTo>
                <a:lnTo>
                  <a:pt x="379628" y="265214"/>
                </a:lnTo>
                <a:lnTo>
                  <a:pt x="363093" y="304342"/>
                </a:lnTo>
                <a:lnTo>
                  <a:pt x="337451" y="337515"/>
                </a:lnTo>
                <a:lnTo>
                  <a:pt x="304279" y="363169"/>
                </a:lnTo>
                <a:lnTo>
                  <a:pt x="265163" y="379704"/>
                </a:lnTo>
                <a:lnTo>
                  <a:pt x="221678" y="385572"/>
                </a:lnTo>
                <a:lnTo>
                  <a:pt x="178168" y="379704"/>
                </a:lnTo>
                <a:lnTo>
                  <a:pt x="139039" y="363169"/>
                </a:lnTo>
                <a:lnTo>
                  <a:pt x="105854" y="337515"/>
                </a:lnTo>
                <a:lnTo>
                  <a:pt x="80213" y="304342"/>
                </a:lnTo>
                <a:lnTo>
                  <a:pt x="63677" y="265214"/>
                </a:lnTo>
                <a:lnTo>
                  <a:pt x="57810" y="221703"/>
                </a:lnTo>
                <a:lnTo>
                  <a:pt x="63677" y="178181"/>
                </a:lnTo>
                <a:lnTo>
                  <a:pt x="80213" y="139052"/>
                </a:lnTo>
                <a:lnTo>
                  <a:pt x="105854" y="105867"/>
                </a:lnTo>
                <a:lnTo>
                  <a:pt x="139039" y="80225"/>
                </a:lnTo>
                <a:lnTo>
                  <a:pt x="178168" y="63677"/>
                </a:lnTo>
                <a:lnTo>
                  <a:pt x="221678" y="57823"/>
                </a:lnTo>
                <a:lnTo>
                  <a:pt x="265163" y="63677"/>
                </a:lnTo>
                <a:lnTo>
                  <a:pt x="304279" y="80225"/>
                </a:lnTo>
                <a:lnTo>
                  <a:pt x="337451" y="105867"/>
                </a:lnTo>
                <a:lnTo>
                  <a:pt x="363093" y="139052"/>
                </a:lnTo>
                <a:lnTo>
                  <a:pt x="379628" y="178181"/>
                </a:lnTo>
                <a:lnTo>
                  <a:pt x="385495" y="221703"/>
                </a:lnTo>
                <a:lnTo>
                  <a:pt x="385495" y="73444"/>
                </a:lnTo>
                <a:lnTo>
                  <a:pt x="378460" y="64909"/>
                </a:lnTo>
                <a:lnTo>
                  <a:pt x="369862" y="57823"/>
                </a:lnTo>
                <a:lnTo>
                  <a:pt x="345655" y="37846"/>
                </a:lnTo>
                <a:lnTo>
                  <a:pt x="308000" y="17411"/>
                </a:lnTo>
                <a:lnTo>
                  <a:pt x="266369" y="4508"/>
                </a:lnTo>
                <a:lnTo>
                  <a:pt x="221678" y="0"/>
                </a:lnTo>
                <a:lnTo>
                  <a:pt x="176961" y="4508"/>
                </a:lnTo>
                <a:lnTo>
                  <a:pt x="135343" y="17411"/>
                </a:lnTo>
                <a:lnTo>
                  <a:pt x="97675" y="37833"/>
                </a:lnTo>
                <a:lnTo>
                  <a:pt x="64884" y="64884"/>
                </a:lnTo>
                <a:lnTo>
                  <a:pt x="37820" y="97688"/>
                </a:lnTo>
                <a:lnTo>
                  <a:pt x="17399" y="135356"/>
                </a:lnTo>
                <a:lnTo>
                  <a:pt x="4495" y="176987"/>
                </a:lnTo>
                <a:lnTo>
                  <a:pt x="0" y="221703"/>
                </a:lnTo>
                <a:lnTo>
                  <a:pt x="4495" y="266420"/>
                </a:lnTo>
                <a:lnTo>
                  <a:pt x="17399" y="308038"/>
                </a:lnTo>
                <a:lnTo>
                  <a:pt x="37820" y="345706"/>
                </a:lnTo>
                <a:lnTo>
                  <a:pt x="64884" y="378498"/>
                </a:lnTo>
                <a:lnTo>
                  <a:pt x="97675" y="405561"/>
                </a:lnTo>
                <a:lnTo>
                  <a:pt x="135343" y="425983"/>
                </a:lnTo>
                <a:lnTo>
                  <a:pt x="176961" y="438886"/>
                </a:lnTo>
                <a:lnTo>
                  <a:pt x="221678" y="443382"/>
                </a:lnTo>
                <a:lnTo>
                  <a:pt x="266369" y="438886"/>
                </a:lnTo>
                <a:lnTo>
                  <a:pt x="308000" y="425983"/>
                </a:lnTo>
                <a:lnTo>
                  <a:pt x="345655" y="405561"/>
                </a:lnTo>
                <a:lnTo>
                  <a:pt x="378460" y="378498"/>
                </a:lnTo>
                <a:lnTo>
                  <a:pt x="405523" y="345706"/>
                </a:lnTo>
                <a:lnTo>
                  <a:pt x="425958" y="308038"/>
                </a:lnTo>
                <a:lnTo>
                  <a:pt x="438873" y="266420"/>
                </a:lnTo>
                <a:lnTo>
                  <a:pt x="443382" y="221703"/>
                </a:lnTo>
                <a:close/>
              </a:path>
            </a:pathLst>
          </a:custGeom>
          <a:solidFill>
            <a:srgbClr val="500094"/>
          </a:solidFill>
        </p:spPr>
        <p:txBody>
          <a:bodyPr wrap="square" lIns="0" tIns="0" rIns="0" bIns="0" rtlCol="0"/>
          <a:lstStyle/>
          <a:p>
            <a:endParaRPr/>
          </a:p>
        </p:txBody>
      </p:sp>
      <p:sp>
        <p:nvSpPr>
          <p:cNvPr id="99" name="object 99"/>
          <p:cNvSpPr/>
          <p:nvPr/>
        </p:nvSpPr>
        <p:spPr>
          <a:xfrm>
            <a:off x="6706667" y="2859976"/>
            <a:ext cx="445770" cy="247015"/>
          </a:xfrm>
          <a:custGeom>
            <a:avLst/>
            <a:gdLst/>
            <a:ahLst/>
            <a:cxnLst/>
            <a:rect l="l" t="t" r="r" b="b"/>
            <a:pathLst>
              <a:path w="445770" h="247014">
                <a:moveTo>
                  <a:pt x="236004" y="116217"/>
                </a:moveTo>
                <a:lnTo>
                  <a:pt x="230149" y="110286"/>
                </a:lnTo>
                <a:lnTo>
                  <a:pt x="222872" y="110286"/>
                </a:lnTo>
                <a:lnTo>
                  <a:pt x="215531" y="110286"/>
                </a:lnTo>
                <a:lnTo>
                  <a:pt x="209677" y="116217"/>
                </a:lnTo>
                <a:lnTo>
                  <a:pt x="209677" y="130759"/>
                </a:lnTo>
                <a:lnTo>
                  <a:pt x="215531" y="136690"/>
                </a:lnTo>
                <a:lnTo>
                  <a:pt x="230149" y="136690"/>
                </a:lnTo>
                <a:lnTo>
                  <a:pt x="236004" y="130759"/>
                </a:lnTo>
                <a:lnTo>
                  <a:pt x="236004" y="116217"/>
                </a:lnTo>
                <a:close/>
              </a:path>
              <a:path w="445770" h="247014">
                <a:moveTo>
                  <a:pt x="367258" y="105689"/>
                </a:moveTo>
                <a:lnTo>
                  <a:pt x="355955" y="100838"/>
                </a:lnTo>
                <a:lnTo>
                  <a:pt x="346379" y="93408"/>
                </a:lnTo>
                <a:lnTo>
                  <a:pt x="338950" y="83820"/>
                </a:lnTo>
                <a:lnTo>
                  <a:pt x="334073" y="72517"/>
                </a:lnTo>
                <a:lnTo>
                  <a:pt x="262356" y="72517"/>
                </a:lnTo>
                <a:lnTo>
                  <a:pt x="262356" y="119735"/>
                </a:lnTo>
                <a:lnTo>
                  <a:pt x="261747" y="131241"/>
                </a:lnTo>
                <a:lnTo>
                  <a:pt x="230492" y="162407"/>
                </a:lnTo>
                <a:lnTo>
                  <a:pt x="222808" y="163156"/>
                </a:lnTo>
                <a:lnTo>
                  <a:pt x="217690" y="163156"/>
                </a:lnTo>
                <a:lnTo>
                  <a:pt x="184950" y="135115"/>
                </a:lnTo>
                <a:lnTo>
                  <a:pt x="183210" y="123494"/>
                </a:lnTo>
                <a:lnTo>
                  <a:pt x="186321" y="108064"/>
                </a:lnTo>
                <a:lnTo>
                  <a:pt x="222846" y="83820"/>
                </a:lnTo>
                <a:lnTo>
                  <a:pt x="259524" y="108318"/>
                </a:lnTo>
                <a:lnTo>
                  <a:pt x="262356" y="119735"/>
                </a:lnTo>
                <a:lnTo>
                  <a:pt x="262356" y="72517"/>
                </a:lnTo>
                <a:lnTo>
                  <a:pt x="111671" y="72517"/>
                </a:lnTo>
                <a:lnTo>
                  <a:pt x="106781" y="83820"/>
                </a:lnTo>
                <a:lnTo>
                  <a:pt x="99326" y="93408"/>
                </a:lnTo>
                <a:lnTo>
                  <a:pt x="89738" y="100838"/>
                </a:lnTo>
                <a:lnTo>
                  <a:pt x="78422" y="105689"/>
                </a:lnTo>
                <a:lnTo>
                  <a:pt x="78422" y="141287"/>
                </a:lnTo>
                <a:lnTo>
                  <a:pt x="89738" y="146151"/>
                </a:lnTo>
                <a:lnTo>
                  <a:pt x="99326" y="153593"/>
                </a:lnTo>
                <a:lnTo>
                  <a:pt x="106743" y="163156"/>
                </a:lnTo>
                <a:lnTo>
                  <a:pt x="111671" y="174536"/>
                </a:lnTo>
                <a:lnTo>
                  <a:pt x="334073" y="174536"/>
                </a:lnTo>
                <a:lnTo>
                  <a:pt x="338975" y="163156"/>
                </a:lnTo>
                <a:lnTo>
                  <a:pt x="346379" y="153593"/>
                </a:lnTo>
                <a:lnTo>
                  <a:pt x="355955" y="146151"/>
                </a:lnTo>
                <a:lnTo>
                  <a:pt x="367258" y="141287"/>
                </a:lnTo>
                <a:lnTo>
                  <a:pt x="367258" y="105689"/>
                </a:lnTo>
                <a:close/>
              </a:path>
              <a:path w="445770" h="247014">
                <a:moveTo>
                  <a:pt x="445706" y="5930"/>
                </a:moveTo>
                <a:lnTo>
                  <a:pt x="439775" y="0"/>
                </a:lnTo>
                <a:lnTo>
                  <a:pt x="393725" y="0"/>
                </a:lnTo>
                <a:lnTo>
                  <a:pt x="393725" y="87058"/>
                </a:lnTo>
                <a:lnTo>
                  <a:pt x="393725" y="159918"/>
                </a:lnTo>
                <a:lnTo>
                  <a:pt x="387794" y="165862"/>
                </a:lnTo>
                <a:lnTo>
                  <a:pt x="380517" y="165862"/>
                </a:lnTo>
                <a:lnTo>
                  <a:pt x="372008" y="167576"/>
                </a:lnTo>
                <a:lnTo>
                  <a:pt x="365061" y="172262"/>
                </a:lnTo>
                <a:lnTo>
                  <a:pt x="360362" y="179222"/>
                </a:lnTo>
                <a:lnTo>
                  <a:pt x="358648" y="187731"/>
                </a:lnTo>
                <a:lnTo>
                  <a:pt x="358648" y="195021"/>
                </a:lnTo>
                <a:lnTo>
                  <a:pt x="352717" y="200926"/>
                </a:lnTo>
                <a:lnTo>
                  <a:pt x="92964" y="200926"/>
                </a:lnTo>
                <a:lnTo>
                  <a:pt x="87058" y="195021"/>
                </a:lnTo>
                <a:lnTo>
                  <a:pt x="87058" y="187731"/>
                </a:lnTo>
                <a:lnTo>
                  <a:pt x="85331" y="179222"/>
                </a:lnTo>
                <a:lnTo>
                  <a:pt x="80645" y="172262"/>
                </a:lnTo>
                <a:lnTo>
                  <a:pt x="73698" y="167576"/>
                </a:lnTo>
                <a:lnTo>
                  <a:pt x="65227" y="165862"/>
                </a:lnTo>
                <a:lnTo>
                  <a:pt x="57886" y="165862"/>
                </a:lnTo>
                <a:lnTo>
                  <a:pt x="51955" y="159918"/>
                </a:lnTo>
                <a:lnTo>
                  <a:pt x="51955" y="87058"/>
                </a:lnTo>
                <a:lnTo>
                  <a:pt x="57886" y="81127"/>
                </a:lnTo>
                <a:lnTo>
                  <a:pt x="65227" y="81127"/>
                </a:lnTo>
                <a:lnTo>
                  <a:pt x="73698" y="79400"/>
                </a:lnTo>
                <a:lnTo>
                  <a:pt x="80645" y="74726"/>
                </a:lnTo>
                <a:lnTo>
                  <a:pt x="85331" y="67792"/>
                </a:lnTo>
                <a:lnTo>
                  <a:pt x="87058" y="59321"/>
                </a:lnTo>
                <a:lnTo>
                  <a:pt x="87058" y="51981"/>
                </a:lnTo>
                <a:lnTo>
                  <a:pt x="92964" y="46050"/>
                </a:lnTo>
                <a:lnTo>
                  <a:pt x="352717" y="46050"/>
                </a:lnTo>
                <a:lnTo>
                  <a:pt x="358648" y="51981"/>
                </a:lnTo>
                <a:lnTo>
                  <a:pt x="358648" y="59321"/>
                </a:lnTo>
                <a:lnTo>
                  <a:pt x="360362" y="67792"/>
                </a:lnTo>
                <a:lnTo>
                  <a:pt x="365061" y="74726"/>
                </a:lnTo>
                <a:lnTo>
                  <a:pt x="372008" y="79400"/>
                </a:lnTo>
                <a:lnTo>
                  <a:pt x="380517" y="81127"/>
                </a:lnTo>
                <a:lnTo>
                  <a:pt x="387794" y="81127"/>
                </a:lnTo>
                <a:lnTo>
                  <a:pt x="393725" y="87058"/>
                </a:lnTo>
                <a:lnTo>
                  <a:pt x="393725" y="0"/>
                </a:lnTo>
                <a:lnTo>
                  <a:pt x="5930" y="0"/>
                </a:lnTo>
                <a:lnTo>
                  <a:pt x="0" y="5930"/>
                </a:lnTo>
                <a:lnTo>
                  <a:pt x="0" y="241046"/>
                </a:lnTo>
                <a:lnTo>
                  <a:pt x="5930" y="246976"/>
                </a:lnTo>
                <a:lnTo>
                  <a:pt x="439775" y="246976"/>
                </a:lnTo>
                <a:lnTo>
                  <a:pt x="445706" y="241046"/>
                </a:lnTo>
                <a:lnTo>
                  <a:pt x="445706" y="200926"/>
                </a:lnTo>
                <a:lnTo>
                  <a:pt x="445706" y="46050"/>
                </a:lnTo>
                <a:lnTo>
                  <a:pt x="445706" y="5930"/>
                </a:lnTo>
                <a:close/>
              </a:path>
            </a:pathLst>
          </a:custGeom>
          <a:solidFill>
            <a:srgbClr val="500094"/>
          </a:solidFill>
        </p:spPr>
        <p:txBody>
          <a:bodyPr wrap="square" lIns="0" tIns="0" rIns="0" bIns="0" rtlCol="0"/>
          <a:lstStyle/>
          <a:p>
            <a:endParaRPr/>
          </a:p>
        </p:txBody>
      </p:sp>
      <p:sp>
        <p:nvSpPr>
          <p:cNvPr id="100" name="object 100"/>
          <p:cNvSpPr/>
          <p:nvPr/>
        </p:nvSpPr>
        <p:spPr>
          <a:xfrm>
            <a:off x="1651127" y="4424667"/>
            <a:ext cx="452120" cy="452120"/>
          </a:xfrm>
          <a:custGeom>
            <a:avLst/>
            <a:gdLst/>
            <a:ahLst/>
            <a:cxnLst/>
            <a:rect l="l" t="t" r="r" b="b"/>
            <a:pathLst>
              <a:path w="452119" h="452120">
                <a:moveTo>
                  <a:pt x="133223" y="218554"/>
                </a:moveTo>
                <a:lnTo>
                  <a:pt x="127292" y="212699"/>
                </a:lnTo>
                <a:lnTo>
                  <a:pt x="120015" y="212699"/>
                </a:lnTo>
                <a:lnTo>
                  <a:pt x="112687" y="212699"/>
                </a:lnTo>
                <a:lnTo>
                  <a:pt x="106756" y="218554"/>
                </a:lnTo>
                <a:lnTo>
                  <a:pt x="106756" y="233260"/>
                </a:lnTo>
                <a:lnTo>
                  <a:pt x="112687" y="239191"/>
                </a:lnTo>
                <a:lnTo>
                  <a:pt x="127292" y="239191"/>
                </a:lnTo>
                <a:lnTo>
                  <a:pt x="133223" y="233260"/>
                </a:lnTo>
                <a:lnTo>
                  <a:pt x="133223" y="218554"/>
                </a:lnTo>
                <a:close/>
              </a:path>
              <a:path w="452119" h="452120">
                <a:moveTo>
                  <a:pt x="239128" y="139153"/>
                </a:moveTo>
                <a:lnTo>
                  <a:pt x="233197" y="133286"/>
                </a:lnTo>
                <a:lnTo>
                  <a:pt x="225920" y="133286"/>
                </a:lnTo>
                <a:lnTo>
                  <a:pt x="218579" y="133286"/>
                </a:lnTo>
                <a:lnTo>
                  <a:pt x="212648" y="139153"/>
                </a:lnTo>
                <a:lnTo>
                  <a:pt x="212648" y="153822"/>
                </a:lnTo>
                <a:lnTo>
                  <a:pt x="218579" y="159753"/>
                </a:lnTo>
                <a:lnTo>
                  <a:pt x="233197" y="159753"/>
                </a:lnTo>
                <a:lnTo>
                  <a:pt x="239128" y="153822"/>
                </a:lnTo>
                <a:lnTo>
                  <a:pt x="239128" y="139153"/>
                </a:lnTo>
                <a:close/>
              </a:path>
              <a:path w="452119" h="452120">
                <a:moveTo>
                  <a:pt x="345020" y="218554"/>
                </a:moveTo>
                <a:lnTo>
                  <a:pt x="339090" y="212699"/>
                </a:lnTo>
                <a:lnTo>
                  <a:pt x="331825" y="212699"/>
                </a:lnTo>
                <a:lnTo>
                  <a:pt x="324459" y="212699"/>
                </a:lnTo>
                <a:lnTo>
                  <a:pt x="318528" y="218554"/>
                </a:lnTo>
                <a:lnTo>
                  <a:pt x="318528" y="233260"/>
                </a:lnTo>
                <a:lnTo>
                  <a:pt x="324459" y="239191"/>
                </a:lnTo>
                <a:lnTo>
                  <a:pt x="339090" y="239191"/>
                </a:lnTo>
                <a:lnTo>
                  <a:pt x="345020" y="233260"/>
                </a:lnTo>
                <a:lnTo>
                  <a:pt x="345020" y="218554"/>
                </a:lnTo>
                <a:close/>
              </a:path>
              <a:path w="452119" h="452120">
                <a:moveTo>
                  <a:pt x="451840" y="372414"/>
                </a:moveTo>
                <a:lnTo>
                  <a:pt x="0" y="372414"/>
                </a:lnTo>
                <a:lnTo>
                  <a:pt x="0" y="412153"/>
                </a:lnTo>
                <a:lnTo>
                  <a:pt x="3111" y="427596"/>
                </a:lnTo>
                <a:lnTo>
                  <a:pt x="11607" y="440207"/>
                </a:lnTo>
                <a:lnTo>
                  <a:pt x="24218" y="448716"/>
                </a:lnTo>
                <a:lnTo>
                  <a:pt x="39674" y="451840"/>
                </a:lnTo>
                <a:lnTo>
                  <a:pt x="412076" y="451840"/>
                </a:lnTo>
                <a:lnTo>
                  <a:pt x="427558" y="448716"/>
                </a:lnTo>
                <a:lnTo>
                  <a:pt x="440169" y="440207"/>
                </a:lnTo>
                <a:lnTo>
                  <a:pt x="448691" y="427596"/>
                </a:lnTo>
                <a:lnTo>
                  <a:pt x="451840" y="412153"/>
                </a:lnTo>
                <a:lnTo>
                  <a:pt x="451840" y="372414"/>
                </a:lnTo>
                <a:close/>
              </a:path>
              <a:path w="452119" h="452120">
                <a:moveTo>
                  <a:pt x="451840" y="39738"/>
                </a:moveTo>
                <a:lnTo>
                  <a:pt x="448691" y="24269"/>
                </a:lnTo>
                <a:lnTo>
                  <a:pt x="440169" y="11633"/>
                </a:lnTo>
                <a:lnTo>
                  <a:pt x="427558" y="3124"/>
                </a:lnTo>
                <a:lnTo>
                  <a:pt x="412076" y="0"/>
                </a:lnTo>
                <a:lnTo>
                  <a:pt x="371500" y="0"/>
                </a:lnTo>
                <a:lnTo>
                  <a:pt x="371500" y="225920"/>
                </a:lnTo>
                <a:lnTo>
                  <a:pt x="369595" y="238048"/>
                </a:lnTo>
                <a:lnTo>
                  <a:pt x="364210" y="248793"/>
                </a:lnTo>
                <a:lnTo>
                  <a:pt x="355854" y="257403"/>
                </a:lnTo>
                <a:lnTo>
                  <a:pt x="345020" y="263182"/>
                </a:lnTo>
                <a:lnTo>
                  <a:pt x="345020" y="312674"/>
                </a:lnTo>
                <a:lnTo>
                  <a:pt x="339090" y="318528"/>
                </a:lnTo>
                <a:lnTo>
                  <a:pt x="324459" y="318528"/>
                </a:lnTo>
                <a:lnTo>
                  <a:pt x="318528" y="312674"/>
                </a:lnTo>
                <a:lnTo>
                  <a:pt x="318528" y="263182"/>
                </a:lnTo>
                <a:lnTo>
                  <a:pt x="307695" y="257403"/>
                </a:lnTo>
                <a:lnTo>
                  <a:pt x="299351" y="248793"/>
                </a:lnTo>
                <a:lnTo>
                  <a:pt x="293966" y="238048"/>
                </a:lnTo>
                <a:lnTo>
                  <a:pt x="292061" y="225920"/>
                </a:lnTo>
                <a:lnTo>
                  <a:pt x="293966" y="213779"/>
                </a:lnTo>
                <a:lnTo>
                  <a:pt x="299351" y="203034"/>
                </a:lnTo>
                <a:lnTo>
                  <a:pt x="307695" y="194424"/>
                </a:lnTo>
                <a:lnTo>
                  <a:pt x="318528" y="188645"/>
                </a:lnTo>
                <a:lnTo>
                  <a:pt x="318528" y="58877"/>
                </a:lnTo>
                <a:lnTo>
                  <a:pt x="324459" y="52946"/>
                </a:lnTo>
                <a:lnTo>
                  <a:pt x="339090" y="52946"/>
                </a:lnTo>
                <a:lnTo>
                  <a:pt x="345020" y="58877"/>
                </a:lnTo>
                <a:lnTo>
                  <a:pt x="345020" y="188645"/>
                </a:lnTo>
                <a:lnTo>
                  <a:pt x="355854" y="194424"/>
                </a:lnTo>
                <a:lnTo>
                  <a:pt x="364210" y="203034"/>
                </a:lnTo>
                <a:lnTo>
                  <a:pt x="369595" y="213779"/>
                </a:lnTo>
                <a:lnTo>
                  <a:pt x="371500" y="225920"/>
                </a:lnTo>
                <a:lnTo>
                  <a:pt x="371500" y="0"/>
                </a:lnTo>
                <a:lnTo>
                  <a:pt x="265595" y="0"/>
                </a:lnTo>
                <a:lnTo>
                  <a:pt x="265595" y="146494"/>
                </a:lnTo>
                <a:lnTo>
                  <a:pt x="263690" y="158635"/>
                </a:lnTo>
                <a:lnTo>
                  <a:pt x="258305" y="169367"/>
                </a:lnTo>
                <a:lnTo>
                  <a:pt x="249961" y="177977"/>
                </a:lnTo>
                <a:lnTo>
                  <a:pt x="239128" y="183769"/>
                </a:lnTo>
                <a:lnTo>
                  <a:pt x="239128" y="312674"/>
                </a:lnTo>
                <a:lnTo>
                  <a:pt x="233197" y="318528"/>
                </a:lnTo>
                <a:lnTo>
                  <a:pt x="218579" y="318528"/>
                </a:lnTo>
                <a:lnTo>
                  <a:pt x="212648" y="312674"/>
                </a:lnTo>
                <a:lnTo>
                  <a:pt x="212648" y="183769"/>
                </a:lnTo>
                <a:lnTo>
                  <a:pt x="201803" y="177977"/>
                </a:lnTo>
                <a:lnTo>
                  <a:pt x="193446" y="169367"/>
                </a:lnTo>
                <a:lnTo>
                  <a:pt x="188061" y="158635"/>
                </a:lnTo>
                <a:lnTo>
                  <a:pt x="186156" y="146494"/>
                </a:lnTo>
                <a:lnTo>
                  <a:pt x="188061" y="134353"/>
                </a:lnTo>
                <a:lnTo>
                  <a:pt x="193446" y="123609"/>
                </a:lnTo>
                <a:lnTo>
                  <a:pt x="201803" y="114998"/>
                </a:lnTo>
                <a:lnTo>
                  <a:pt x="212648" y="109207"/>
                </a:lnTo>
                <a:lnTo>
                  <a:pt x="212648" y="58877"/>
                </a:lnTo>
                <a:lnTo>
                  <a:pt x="218579" y="52946"/>
                </a:lnTo>
                <a:lnTo>
                  <a:pt x="233197" y="52946"/>
                </a:lnTo>
                <a:lnTo>
                  <a:pt x="239128" y="58877"/>
                </a:lnTo>
                <a:lnTo>
                  <a:pt x="239128" y="109207"/>
                </a:lnTo>
                <a:lnTo>
                  <a:pt x="249961" y="114998"/>
                </a:lnTo>
                <a:lnTo>
                  <a:pt x="258305" y="123609"/>
                </a:lnTo>
                <a:lnTo>
                  <a:pt x="263690" y="134353"/>
                </a:lnTo>
                <a:lnTo>
                  <a:pt x="265595" y="146494"/>
                </a:lnTo>
                <a:lnTo>
                  <a:pt x="265595" y="0"/>
                </a:lnTo>
                <a:lnTo>
                  <a:pt x="159689" y="0"/>
                </a:lnTo>
                <a:lnTo>
                  <a:pt x="159689" y="225920"/>
                </a:lnTo>
                <a:lnTo>
                  <a:pt x="157784" y="238048"/>
                </a:lnTo>
                <a:lnTo>
                  <a:pt x="152412" y="248793"/>
                </a:lnTo>
                <a:lnTo>
                  <a:pt x="144056" y="257403"/>
                </a:lnTo>
                <a:lnTo>
                  <a:pt x="133223" y="263182"/>
                </a:lnTo>
                <a:lnTo>
                  <a:pt x="133223" y="312674"/>
                </a:lnTo>
                <a:lnTo>
                  <a:pt x="127292" y="318528"/>
                </a:lnTo>
                <a:lnTo>
                  <a:pt x="112687" y="318528"/>
                </a:lnTo>
                <a:lnTo>
                  <a:pt x="106756" y="312674"/>
                </a:lnTo>
                <a:lnTo>
                  <a:pt x="106756" y="263182"/>
                </a:lnTo>
                <a:lnTo>
                  <a:pt x="95910" y="257403"/>
                </a:lnTo>
                <a:lnTo>
                  <a:pt x="87553" y="248793"/>
                </a:lnTo>
                <a:lnTo>
                  <a:pt x="82181" y="238048"/>
                </a:lnTo>
                <a:lnTo>
                  <a:pt x="80276" y="225920"/>
                </a:lnTo>
                <a:lnTo>
                  <a:pt x="82181" y="213779"/>
                </a:lnTo>
                <a:lnTo>
                  <a:pt x="87553" y="203034"/>
                </a:lnTo>
                <a:lnTo>
                  <a:pt x="95910" y="194424"/>
                </a:lnTo>
                <a:lnTo>
                  <a:pt x="106756" y="188645"/>
                </a:lnTo>
                <a:lnTo>
                  <a:pt x="106756" y="58877"/>
                </a:lnTo>
                <a:lnTo>
                  <a:pt x="112687" y="52946"/>
                </a:lnTo>
                <a:lnTo>
                  <a:pt x="127292" y="52946"/>
                </a:lnTo>
                <a:lnTo>
                  <a:pt x="133223" y="58877"/>
                </a:lnTo>
                <a:lnTo>
                  <a:pt x="133223" y="188645"/>
                </a:lnTo>
                <a:lnTo>
                  <a:pt x="144056" y="194424"/>
                </a:lnTo>
                <a:lnTo>
                  <a:pt x="152412" y="203034"/>
                </a:lnTo>
                <a:lnTo>
                  <a:pt x="157784" y="213779"/>
                </a:lnTo>
                <a:lnTo>
                  <a:pt x="159689" y="225920"/>
                </a:lnTo>
                <a:lnTo>
                  <a:pt x="159689" y="0"/>
                </a:lnTo>
                <a:lnTo>
                  <a:pt x="39674" y="0"/>
                </a:lnTo>
                <a:lnTo>
                  <a:pt x="24218" y="3124"/>
                </a:lnTo>
                <a:lnTo>
                  <a:pt x="11607" y="11633"/>
                </a:lnTo>
                <a:lnTo>
                  <a:pt x="3111" y="24269"/>
                </a:lnTo>
                <a:lnTo>
                  <a:pt x="0" y="39738"/>
                </a:lnTo>
                <a:lnTo>
                  <a:pt x="0" y="345097"/>
                </a:lnTo>
                <a:lnTo>
                  <a:pt x="451840" y="345097"/>
                </a:lnTo>
                <a:lnTo>
                  <a:pt x="451840" y="318528"/>
                </a:lnTo>
                <a:lnTo>
                  <a:pt x="451840" y="52946"/>
                </a:lnTo>
                <a:lnTo>
                  <a:pt x="451840" y="39738"/>
                </a:lnTo>
                <a:close/>
              </a:path>
            </a:pathLst>
          </a:custGeom>
          <a:solidFill>
            <a:srgbClr val="500094"/>
          </a:solidFill>
        </p:spPr>
        <p:txBody>
          <a:bodyPr wrap="square" lIns="0" tIns="0" rIns="0" bIns="0" rtlCol="0"/>
          <a:lstStyle/>
          <a:p>
            <a:endParaRPr/>
          </a:p>
        </p:txBody>
      </p:sp>
      <p:grpSp>
        <p:nvGrpSpPr>
          <p:cNvPr id="101" name="object 101"/>
          <p:cNvGrpSpPr/>
          <p:nvPr/>
        </p:nvGrpSpPr>
        <p:grpSpPr>
          <a:xfrm>
            <a:off x="7280433" y="2757529"/>
            <a:ext cx="452120" cy="452120"/>
            <a:chOff x="7280433" y="2757529"/>
            <a:chExt cx="452120" cy="452120"/>
          </a:xfrm>
        </p:grpSpPr>
        <p:pic>
          <p:nvPicPr>
            <p:cNvPr id="102" name="object 102"/>
            <p:cNvPicPr/>
            <p:nvPr/>
          </p:nvPicPr>
          <p:blipFill>
            <a:blip r:embed="rId32" cstate="print"/>
            <a:stretch>
              <a:fillRect/>
            </a:stretch>
          </p:blipFill>
          <p:spPr>
            <a:xfrm>
              <a:off x="7453391" y="2757529"/>
              <a:ext cx="105903" cy="106747"/>
            </a:xfrm>
            <a:prstGeom prst="rect">
              <a:avLst/>
            </a:prstGeom>
          </p:spPr>
        </p:pic>
        <p:sp>
          <p:nvSpPr>
            <p:cNvPr id="103" name="object 103"/>
            <p:cNvSpPr/>
            <p:nvPr/>
          </p:nvSpPr>
          <p:spPr>
            <a:xfrm>
              <a:off x="7280433" y="2864347"/>
              <a:ext cx="452120" cy="345440"/>
            </a:xfrm>
            <a:custGeom>
              <a:avLst/>
              <a:gdLst/>
              <a:ahLst/>
              <a:cxnLst/>
              <a:rect l="l" t="t" r="r" b="b"/>
              <a:pathLst>
                <a:path w="452120" h="345439">
                  <a:moveTo>
                    <a:pt x="180225" y="345024"/>
                  </a:moveTo>
                  <a:lnTo>
                    <a:pt x="112678" y="345024"/>
                  </a:lnTo>
                  <a:lnTo>
                    <a:pt x="106747" y="339093"/>
                  </a:lnTo>
                  <a:lnTo>
                    <a:pt x="106747" y="301462"/>
                  </a:lnTo>
                  <a:lnTo>
                    <a:pt x="87303" y="289546"/>
                  </a:lnTo>
                  <a:lnTo>
                    <a:pt x="70063" y="274846"/>
                  </a:lnTo>
                  <a:lnTo>
                    <a:pt x="55316" y="257658"/>
                  </a:lnTo>
                  <a:lnTo>
                    <a:pt x="43350" y="238277"/>
                  </a:lnTo>
                  <a:lnTo>
                    <a:pt x="5861" y="238277"/>
                  </a:lnTo>
                  <a:lnTo>
                    <a:pt x="0" y="232345"/>
                  </a:lnTo>
                  <a:lnTo>
                    <a:pt x="0" y="138234"/>
                  </a:lnTo>
                  <a:lnTo>
                    <a:pt x="5861" y="132373"/>
                  </a:lnTo>
                  <a:lnTo>
                    <a:pt x="32823" y="132373"/>
                  </a:lnTo>
                  <a:lnTo>
                    <a:pt x="40508" y="111764"/>
                  </a:lnTo>
                  <a:lnTo>
                    <a:pt x="51090" y="92715"/>
                  </a:lnTo>
                  <a:lnTo>
                    <a:pt x="64418" y="75447"/>
                  </a:lnTo>
                  <a:lnTo>
                    <a:pt x="80277" y="60301"/>
                  </a:lnTo>
                  <a:lnTo>
                    <a:pt x="80277" y="5861"/>
                  </a:lnTo>
                  <a:lnTo>
                    <a:pt x="86185" y="0"/>
                  </a:lnTo>
                  <a:lnTo>
                    <a:pt x="93547" y="0"/>
                  </a:lnTo>
                  <a:lnTo>
                    <a:pt x="109522" y="2010"/>
                  </a:lnTo>
                  <a:lnTo>
                    <a:pt x="124334" y="7716"/>
                  </a:lnTo>
                  <a:lnTo>
                    <a:pt x="137374" y="16785"/>
                  </a:lnTo>
                  <a:lnTo>
                    <a:pt x="148034" y="28884"/>
                  </a:lnTo>
                  <a:lnTo>
                    <a:pt x="291950" y="28884"/>
                  </a:lnTo>
                  <a:lnTo>
                    <a:pt x="331008" y="36090"/>
                  </a:lnTo>
                  <a:lnTo>
                    <a:pt x="375025" y="62549"/>
                  </a:lnTo>
                  <a:lnTo>
                    <a:pt x="407178" y="102245"/>
                  </a:lnTo>
                  <a:lnTo>
                    <a:pt x="408405" y="105903"/>
                  </a:lnTo>
                  <a:lnTo>
                    <a:pt x="112678" y="105903"/>
                  </a:lnTo>
                  <a:lnTo>
                    <a:pt x="106747" y="111764"/>
                  </a:lnTo>
                  <a:lnTo>
                    <a:pt x="106747" y="127098"/>
                  </a:lnTo>
                  <a:lnTo>
                    <a:pt x="113288" y="132397"/>
                  </a:lnTo>
                  <a:lnTo>
                    <a:pt x="417295" y="132397"/>
                  </a:lnTo>
                  <a:lnTo>
                    <a:pt x="423730" y="151575"/>
                  </a:lnTo>
                  <a:lnTo>
                    <a:pt x="450860" y="151575"/>
                  </a:lnTo>
                  <a:lnTo>
                    <a:pt x="449825" y="157896"/>
                  </a:lnTo>
                  <a:lnTo>
                    <a:pt x="444240" y="168740"/>
                  </a:lnTo>
                  <a:lnTo>
                    <a:pt x="435621" y="177373"/>
                  </a:lnTo>
                  <a:lnTo>
                    <a:pt x="424505" y="183062"/>
                  </a:lnTo>
                  <a:lnTo>
                    <a:pt x="416846" y="219606"/>
                  </a:lnTo>
                  <a:lnTo>
                    <a:pt x="400309" y="252584"/>
                  </a:lnTo>
                  <a:lnTo>
                    <a:pt x="375999" y="280437"/>
                  </a:lnTo>
                  <a:lnTo>
                    <a:pt x="345024" y="301603"/>
                  </a:lnTo>
                  <a:lnTo>
                    <a:pt x="345024" y="317710"/>
                  </a:lnTo>
                  <a:lnTo>
                    <a:pt x="186157" y="317710"/>
                  </a:lnTo>
                  <a:lnTo>
                    <a:pt x="186157" y="339093"/>
                  </a:lnTo>
                  <a:lnTo>
                    <a:pt x="180225" y="345024"/>
                  </a:lnTo>
                  <a:close/>
                </a:path>
                <a:path w="452120" h="345439">
                  <a:moveTo>
                    <a:pt x="291950" y="28884"/>
                  </a:moveTo>
                  <a:lnTo>
                    <a:pt x="148034" y="28884"/>
                  </a:lnTo>
                  <a:lnTo>
                    <a:pt x="156241" y="27337"/>
                  </a:lnTo>
                  <a:lnTo>
                    <a:pt x="164564" y="26470"/>
                  </a:lnTo>
                  <a:lnTo>
                    <a:pt x="278860" y="26470"/>
                  </a:lnTo>
                  <a:lnTo>
                    <a:pt x="291950" y="28884"/>
                  </a:lnTo>
                  <a:close/>
                </a:path>
                <a:path w="452120" h="345439">
                  <a:moveTo>
                    <a:pt x="417295" y="132397"/>
                  </a:moveTo>
                  <a:lnTo>
                    <a:pt x="123346" y="132397"/>
                  </a:lnTo>
                  <a:lnTo>
                    <a:pt x="126652" y="131177"/>
                  </a:lnTo>
                  <a:lnTo>
                    <a:pt x="129325" y="128505"/>
                  </a:lnTo>
                  <a:lnTo>
                    <a:pt x="133050" y="121422"/>
                  </a:lnTo>
                  <a:lnTo>
                    <a:pt x="132223" y="114047"/>
                  </a:lnTo>
                  <a:lnTo>
                    <a:pt x="127620" y="108251"/>
                  </a:lnTo>
                  <a:lnTo>
                    <a:pt x="120017" y="105903"/>
                  </a:lnTo>
                  <a:lnTo>
                    <a:pt x="408405" y="105903"/>
                  </a:lnTo>
                  <a:lnTo>
                    <a:pt x="417295" y="132397"/>
                  </a:lnTo>
                  <a:close/>
                </a:path>
                <a:path w="452120" h="345439">
                  <a:moveTo>
                    <a:pt x="450860" y="151575"/>
                  </a:moveTo>
                  <a:lnTo>
                    <a:pt x="423730" y="151575"/>
                  </a:lnTo>
                  <a:lnTo>
                    <a:pt x="424715" y="149746"/>
                  </a:lnTo>
                  <a:lnTo>
                    <a:pt x="425301" y="147706"/>
                  </a:lnTo>
                  <a:lnTo>
                    <a:pt x="425372" y="111764"/>
                  </a:lnTo>
                  <a:lnTo>
                    <a:pt x="431210" y="105903"/>
                  </a:lnTo>
                  <a:lnTo>
                    <a:pt x="445910" y="105903"/>
                  </a:lnTo>
                  <a:lnTo>
                    <a:pt x="451842" y="111764"/>
                  </a:lnTo>
                  <a:lnTo>
                    <a:pt x="451842" y="145573"/>
                  </a:lnTo>
                  <a:lnTo>
                    <a:pt x="450860" y="151575"/>
                  </a:lnTo>
                  <a:close/>
                </a:path>
                <a:path w="452120" h="345439">
                  <a:moveTo>
                    <a:pt x="339092" y="345024"/>
                  </a:moveTo>
                  <a:lnTo>
                    <a:pt x="271522" y="345024"/>
                  </a:lnTo>
                  <a:lnTo>
                    <a:pt x="265591" y="339093"/>
                  </a:lnTo>
                  <a:lnTo>
                    <a:pt x="265591" y="317710"/>
                  </a:lnTo>
                  <a:lnTo>
                    <a:pt x="345024" y="317710"/>
                  </a:lnTo>
                  <a:lnTo>
                    <a:pt x="345024" y="339093"/>
                  </a:lnTo>
                  <a:lnTo>
                    <a:pt x="339092" y="345024"/>
                  </a:lnTo>
                  <a:close/>
                </a:path>
              </a:pathLst>
            </a:custGeom>
            <a:solidFill>
              <a:srgbClr val="500094"/>
            </a:solidFill>
          </p:spPr>
          <p:txBody>
            <a:bodyPr wrap="square" lIns="0" tIns="0" rIns="0" bIns="0" rtlCol="0"/>
            <a:lstStyle/>
            <a:p>
              <a:endParaRPr/>
            </a:p>
          </p:txBody>
        </p:sp>
      </p:grpSp>
      <p:sp>
        <p:nvSpPr>
          <p:cNvPr id="104" name="object 104"/>
          <p:cNvSpPr/>
          <p:nvPr/>
        </p:nvSpPr>
        <p:spPr>
          <a:xfrm>
            <a:off x="7817020" y="2757415"/>
            <a:ext cx="452755" cy="452120"/>
          </a:xfrm>
          <a:custGeom>
            <a:avLst/>
            <a:gdLst/>
            <a:ahLst/>
            <a:cxnLst/>
            <a:rect l="l" t="t" r="r" b="b"/>
            <a:pathLst>
              <a:path w="452754" h="452119">
                <a:moveTo>
                  <a:pt x="305269" y="102128"/>
                </a:moveTo>
                <a:lnTo>
                  <a:pt x="216273" y="102128"/>
                </a:lnTo>
                <a:lnTo>
                  <a:pt x="219673" y="100815"/>
                </a:lnTo>
                <a:lnTo>
                  <a:pt x="222252" y="98213"/>
                </a:lnTo>
                <a:lnTo>
                  <a:pt x="227410" y="93125"/>
                </a:lnTo>
                <a:lnTo>
                  <a:pt x="227480" y="84872"/>
                </a:lnTo>
                <a:lnTo>
                  <a:pt x="222463" y="79644"/>
                </a:lnTo>
                <a:lnTo>
                  <a:pt x="194351" y="51603"/>
                </a:lnTo>
                <a:lnTo>
                  <a:pt x="203753" y="42225"/>
                </a:lnTo>
                <a:lnTo>
                  <a:pt x="226386" y="23718"/>
                </a:lnTo>
                <a:lnTo>
                  <a:pt x="251471" y="10527"/>
                </a:lnTo>
                <a:lnTo>
                  <a:pt x="278200" y="2628"/>
                </a:lnTo>
                <a:lnTo>
                  <a:pt x="305765" y="0"/>
                </a:lnTo>
                <a:lnTo>
                  <a:pt x="330596" y="2121"/>
                </a:lnTo>
                <a:lnTo>
                  <a:pt x="354860" y="8475"/>
                </a:lnTo>
                <a:lnTo>
                  <a:pt x="377963" y="19050"/>
                </a:lnTo>
                <a:lnTo>
                  <a:pt x="399313" y="33831"/>
                </a:lnTo>
                <a:lnTo>
                  <a:pt x="436794" y="33831"/>
                </a:lnTo>
                <a:lnTo>
                  <a:pt x="418093" y="52517"/>
                </a:lnTo>
                <a:lnTo>
                  <a:pt x="427482" y="68015"/>
                </a:lnTo>
                <a:lnTo>
                  <a:pt x="338941" y="68015"/>
                </a:lnTo>
                <a:lnTo>
                  <a:pt x="306170" y="96113"/>
                </a:lnTo>
                <a:lnTo>
                  <a:pt x="305269" y="102128"/>
                </a:lnTo>
                <a:close/>
              </a:path>
              <a:path w="452754" h="452119">
                <a:moveTo>
                  <a:pt x="436794" y="33831"/>
                </a:moveTo>
                <a:lnTo>
                  <a:pt x="399313" y="33831"/>
                </a:lnTo>
                <a:lnTo>
                  <a:pt x="428409" y="4806"/>
                </a:lnTo>
                <a:lnTo>
                  <a:pt x="430964" y="2227"/>
                </a:lnTo>
                <a:lnTo>
                  <a:pt x="434364" y="937"/>
                </a:lnTo>
                <a:lnTo>
                  <a:pt x="441140" y="937"/>
                </a:lnTo>
                <a:lnTo>
                  <a:pt x="444540" y="2227"/>
                </a:lnTo>
                <a:lnTo>
                  <a:pt x="452253" y="9964"/>
                </a:lnTo>
                <a:lnTo>
                  <a:pt x="452253" y="18357"/>
                </a:lnTo>
                <a:lnTo>
                  <a:pt x="436794" y="33831"/>
                </a:lnTo>
                <a:close/>
              </a:path>
              <a:path w="452754" h="452119">
                <a:moveTo>
                  <a:pt x="450418" y="147472"/>
                </a:moveTo>
                <a:lnTo>
                  <a:pt x="344099" y="147472"/>
                </a:lnTo>
                <a:lnTo>
                  <a:pt x="351781" y="146723"/>
                </a:lnTo>
                <a:lnTo>
                  <a:pt x="359174" y="144506"/>
                </a:lnTo>
                <a:lnTo>
                  <a:pt x="366057" y="140865"/>
                </a:lnTo>
                <a:lnTo>
                  <a:pt x="372210" y="135843"/>
                </a:lnTo>
                <a:lnTo>
                  <a:pt x="380940" y="122687"/>
                </a:lnTo>
                <a:lnTo>
                  <a:pt x="383850" y="107732"/>
                </a:lnTo>
                <a:lnTo>
                  <a:pt x="380940" y="92787"/>
                </a:lnTo>
                <a:lnTo>
                  <a:pt x="344052" y="68015"/>
                </a:lnTo>
                <a:lnTo>
                  <a:pt x="427482" y="68015"/>
                </a:lnTo>
                <a:lnTo>
                  <a:pt x="440597" y="89661"/>
                </a:lnTo>
                <a:lnTo>
                  <a:pt x="451068" y="130635"/>
                </a:lnTo>
                <a:lnTo>
                  <a:pt x="450418" y="147472"/>
                </a:lnTo>
                <a:close/>
              </a:path>
              <a:path w="452754" h="452119">
                <a:moveTo>
                  <a:pt x="189498" y="451842"/>
                </a:moveTo>
                <a:lnTo>
                  <a:pt x="11640" y="290443"/>
                </a:lnTo>
                <a:lnTo>
                  <a:pt x="0" y="262361"/>
                </a:lnTo>
                <a:lnTo>
                  <a:pt x="2910" y="247430"/>
                </a:lnTo>
                <a:lnTo>
                  <a:pt x="11640" y="234314"/>
                </a:lnTo>
                <a:lnTo>
                  <a:pt x="175642" y="70313"/>
                </a:lnTo>
                <a:lnTo>
                  <a:pt x="203753" y="98424"/>
                </a:lnTo>
                <a:lnTo>
                  <a:pt x="206285" y="100886"/>
                </a:lnTo>
                <a:lnTo>
                  <a:pt x="209591" y="102128"/>
                </a:lnTo>
                <a:lnTo>
                  <a:pt x="305269" y="102128"/>
                </a:lnTo>
                <a:lnTo>
                  <a:pt x="304429" y="107735"/>
                </a:lnTo>
                <a:lnTo>
                  <a:pt x="305276" y="113405"/>
                </a:lnTo>
                <a:lnTo>
                  <a:pt x="247315" y="113405"/>
                </a:lnTo>
                <a:lnTo>
                  <a:pt x="243916" y="114695"/>
                </a:lnTo>
                <a:lnTo>
                  <a:pt x="236225" y="122362"/>
                </a:lnTo>
                <a:lnTo>
                  <a:pt x="236174" y="130635"/>
                </a:lnTo>
                <a:lnTo>
                  <a:pt x="241172" y="135843"/>
                </a:lnTo>
                <a:lnTo>
                  <a:pt x="262461" y="157132"/>
                </a:lnTo>
                <a:lnTo>
                  <a:pt x="265837" y="158421"/>
                </a:lnTo>
                <a:lnTo>
                  <a:pt x="449995" y="158421"/>
                </a:lnTo>
                <a:lnTo>
                  <a:pt x="449565" y="169558"/>
                </a:lnTo>
                <a:lnTo>
                  <a:pt x="303467" y="169558"/>
                </a:lnTo>
                <a:lnTo>
                  <a:pt x="300091" y="170847"/>
                </a:lnTo>
                <a:lnTo>
                  <a:pt x="297512" y="173473"/>
                </a:lnTo>
                <a:lnTo>
                  <a:pt x="292354" y="178561"/>
                </a:lnTo>
                <a:lnTo>
                  <a:pt x="292284" y="186813"/>
                </a:lnTo>
                <a:lnTo>
                  <a:pt x="293694" y="188244"/>
                </a:lnTo>
                <a:lnTo>
                  <a:pt x="247081" y="188244"/>
                </a:lnTo>
                <a:lnTo>
                  <a:pt x="243752" y="189486"/>
                </a:lnTo>
                <a:lnTo>
                  <a:pt x="241172" y="191972"/>
                </a:lnTo>
                <a:lnTo>
                  <a:pt x="233959" y="199169"/>
                </a:lnTo>
                <a:lnTo>
                  <a:pt x="212991" y="199169"/>
                </a:lnTo>
                <a:lnTo>
                  <a:pt x="174652" y="228611"/>
                </a:lnTo>
                <a:lnTo>
                  <a:pt x="173497" y="242177"/>
                </a:lnTo>
                <a:lnTo>
                  <a:pt x="174087" y="244396"/>
                </a:lnTo>
                <a:lnTo>
                  <a:pt x="153439" y="244396"/>
                </a:lnTo>
                <a:lnTo>
                  <a:pt x="136390" y="281460"/>
                </a:lnTo>
                <a:lnTo>
                  <a:pt x="139934" y="293209"/>
                </a:lnTo>
                <a:lnTo>
                  <a:pt x="128845" y="304299"/>
                </a:lnTo>
                <a:lnTo>
                  <a:pt x="123828" y="309434"/>
                </a:lnTo>
                <a:lnTo>
                  <a:pt x="123898" y="317710"/>
                </a:lnTo>
                <a:lnTo>
                  <a:pt x="128985" y="322868"/>
                </a:lnTo>
                <a:lnTo>
                  <a:pt x="131588" y="325423"/>
                </a:lnTo>
                <a:lnTo>
                  <a:pt x="134988" y="326713"/>
                </a:lnTo>
                <a:lnTo>
                  <a:pt x="331112" y="326713"/>
                </a:lnTo>
                <a:lnTo>
                  <a:pt x="217586" y="440190"/>
                </a:lnTo>
                <a:lnTo>
                  <a:pt x="211351" y="445294"/>
                </a:lnTo>
                <a:lnTo>
                  <a:pt x="204439" y="448935"/>
                </a:lnTo>
                <a:lnTo>
                  <a:pt x="197079" y="451116"/>
                </a:lnTo>
                <a:lnTo>
                  <a:pt x="189498" y="451842"/>
                </a:lnTo>
                <a:close/>
              </a:path>
              <a:path w="452754" h="452119">
                <a:moveTo>
                  <a:pt x="449995" y="158421"/>
                </a:moveTo>
                <a:lnTo>
                  <a:pt x="272613" y="158421"/>
                </a:lnTo>
                <a:lnTo>
                  <a:pt x="276013" y="157132"/>
                </a:lnTo>
                <a:lnTo>
                  <a:pt x="283750" y="149394"/>
                </a:lnTo>
                <a:lnTo>
                  <a:pt x="283750" y="141001"/>
                </a:lnTo>
                <a:lnTo>
                  <a:pt x="259882" y="117133"/>
                </a:lnTo>
                <a:lnTo>
                  <a:pt x="257327" y="114648"/>
                </a:lnTo>
                <a:lnTo>
                  <a:pt x="254020" y="113405"/>
                </a:lnTo>
                <a:lnTo>
                  <a:pt x="305276" y="113405"/>
                </a:lnTo>
                <a:lnTo>
                  <a:pt x="328929" y="144447"/>
                </a:lnTo>
                <a:lnTo>
                  <a:pt x="338987" y="147472"/>
                </a:lnTo>
                <a:lnTo>
                  <a:pt x="450418" y="147472"/>
                </a:lnTo>
                <a:lnTo>
                  <a:pt x="449995" y="158421"/>
                </a:lnTo>
                <a:close/>
              </a:path>
              <a:path w="452754" h="452119">
                <a:moveTo>
                  <a:pt x="434290" y="214620"/>
                </a:moveTo>
                <a:lnTo>
                  <a:pt x="328812" y="214620"/>
                </a:lnTo>
                <a:lnTo>
                  <a:pt x="332212" y="213330"/>
                </a:lnTo>
                <a:lnTo>
                  <a:pt x="334860" y="210681"/>
                </a:lnTo>
                <a:lnTo>
                  <a:pt x="339925" y="205523"/>
                </a:lnTo>
                <a:lnTo>
                  <a:pt x="339925" y="197200"/>
                </a:lnTo>
                <a:lnTo>
                  <a:pt x="334791" y="191972"/>
                </a:lnTo>
                <a:lnTo>
                  <a:pt x="316081" y="173262"/>
                </a:lnTo>
                <a:lnTo>
                  <a:pt x="313502" y="170777"/>
                </a:lnTo>
                <a:lnTo>
                  <a:pt x="310173" y="169558"/>
                </a:lnTo>
                <a:lnTo>
                  <a:pt x="449565" y="169558"/>
                </a:lnTo>
                <a:lnTo>
                  <a:pt x="449447" y="172602"/>
                </a:lnTo>
                <a:lnTo>
                  <a:pt x="435678" y="212727"/>
                </a:lnTo>
                <a:lnTo>
                  <a:pt x="434290" y="214620"/>
                </a:lnTo>
                <a:close/>
              </a:path>
              <a:path w="452754" h="452119">
                <a:moveTo>
                  <a:pt x="376079" y="270749"/>
                </a:moveTo>
                <a:lnTo>
                  <a:pt x="235194" y="270749"/>
                </a:lnTo>
                <a:lnTo>
                  <a:pt x="238594" y="269459"/>
                </a:lnTo>
                <a:lnTo>
                  <a:pt x="241172" y="266880"/>
                </a:lnTo>
                <a:lnTo>
                  <a:pt x="248390" y="256931"/>
                </a:lnTo>
                <a:lnTo>
                  <a:pt x="252110" y="245685"/>
                </a:lnTo>
                <a:lnTo>
                  <a:pt x="252223" y="241118"/>
                </a:lnTo>
                <a:lnTo>
                  <a:pt x="252336" y="233560"/>
                </a:lnTo>
                <a:lnTo>
                  <a:pt x="248792" y="221818"/>
                </a:lnTo>
                <a:lnTo>
                  <a:pt x="259882" y="210751"/>
                </a:lnTo>
                <a:lnTo>
                  <a:pt x="264832" y="205523"/>
                </a:lnTo>
                <a:lnTo>
                  <a:pt x="264829" y="197200"/>
                </a:lnTo>
                <a:lnTo>
                  <a:pt x="257163" y="189533"/>
                </a:lnTo>
                <a:lnTo>
                  <a:pt x="253786" y="188244"/>
                </a:lnTo>
                <a:lnTo>
                  <a:pt x="293694" y="188244"/>
                </a:lnTo>
                <a:lnTo>
                  <a:pt x="297372" y="191972"/>
                </a:lnTo>
                <a:lnTo>
                  <a:pt x="318660" y="213330"/>
                </a:lnTo>
                <a:lnTo>
                  <a:pt x="322036" y="214620"/>
                </a:lnTo>
                <a:lnTo>
                  <a:pt x="434290" y="214620"/>
                </a:lnTo>
                <a:lnTo>
                  <a:pt x="426145" y="225733"/>
                </a:lnTo>
                <a:lnTo>
                  <a:pt x="359643" y="225733"/>
                </a:lnTo>
                <a:lnTo>
                  <a:pt x="356244" y="227023"/>
                </a:lnTo>
                <a:lnTo>
                  <a:pt x="348553" y="234689"/>
                </a:lnTo>
                <a:lnTo>
                  <a:pt x="348483" y="242942"/>
                </a:lnTo>
                <a:lnTo>
                  <a:pt x="353501" y="248170"/>
                </a:lnTo>
                <a:lnTo>
                  <a:pt x="376079" y="270749"/>
                </a:lnTo>
                <a:close/>
              </a:path>
              <a:path w="452754" h="452119">
                <a:moveTo>
                  <a:pt x="230083" y="203038"/>
                </a:moveTo>
                <a:lnTo>
                  <a:pt x="224597" y="200435"/>
                </a:lnTo>
                <a:lnTo>
                  <a:pt x="218758" y="199169"/>
                </a:lnTo>
                <a:lnTo>
                  <a:pt x="233959" y="199169"/>
                </a:lnTo>
                <a:lnTo>
                  <a:pt x="230083" y="203038"/>
                </a:lnTo>
                <a:close/>
              </a:path>
              <a:path w="452754" h="452119">
                <a:moveTo>
                  <a:pt x="341972" y="315858"/>
                </a:moveTo>
                <a:lnTo>
                  <a:pt x="175712" y="315858"/>
                </a:lnTo>
                <a:lnTo>
                  <a:pt x="184992" y="314758"/>
                </a:lnTo>
                <a:lnTo>
                  <a:pt x="193751" y="311526"/>
                </a:lnTo>
                <a:lnTo>
                  <a:pt x="201591" y="306263"/>
                </a:lnTo>
                <a:lnTo>
                  <a:pt x="208115" y="299071"/>
                </a:lnTo>
                <a:lnTo>
                  <a:pt x="214066" y="286386"/>
                </a:lnTo>
                <a:lnTo>
                  <a:pt x="215253" y="272821"/>
                </a:lnTo>
                <a:lnTo>
                  <a:pt x="211780" y="259655"/>
                </a:lnTo>
                <a:lnTo>
                  <a:pt x="203716" y="248100"/>
                </a:lnTo>
                <a:lnTo>
                  <a:pt x="199998" y="241118"/>
                </a:lnTo>
                <a:lnTo>
                  <a:pt x="200828" y="233740"/>
                </a:lnTo>
                <a:lnTo>
                  <a:pt x="205448" y="227927"/>
                </a:lnTo>
                <a:lnTo>
                  <a:pt x="213061" y="225569"/>
                </a:lnTo>
                <a:lnTo>
                  <a:pt x="220676" y="227927"/>
                </a:lnTo>
                <a:lnTo>
                  <a:pt x="225306" y="233740"/>
                </a:lnTo>
                <a:lnTo>
                  <a:pt x="226164" y="241118"/>
                </a:lnTo>
                <a:lnTo>
                  <a:pt x="222463" y="248170"/>
                </a:lnTo>
                <a:lnTo>
                  <a:pt x="217305" y="253305"/>
                </a:lnTo>
                <a:lnTo>
                  <a:pt x="217305" y="261722"/>
                </a:lnTo>
                <a:lnTo>
                  <a:pt x="225043" y="269459"/>
                </a:lnTo>
                <a:lnTo>
                  <a:pt x="228418" y="270749"/>
                </a:lnTo>
                <a:lnTo>
                  <a:pt x="376079" y="270749"/>
                </a:lnTo>
                <a:lnTo>
                  <a:pt x="381588" y="276258"/>
                </a:lnTo>
                <a:lnTo>
                  <a:pt x="341972" y="315858"/>
                </a:lnTo>
                <a:close/>
              </a:path>
              <a:path w="452754" h="452119">
                <a:moveTo>
                  <a:pt x="400298" y="257478"/>
                </a:moveTo>
                <a:lnTo>
                  <a:pt x="372210" y="229461"/>
                </a:lnTo>
                <a:lnTo>
                  <a:pt x="369655" y="226976"/>
                </a:lnTo>
                <a:lnTo>
                  <a:pt x="366349" y="225733"/>
                </a:lnTo>
                <a:lnTo>
                  <a:pt x="426145" y="225733"/>
                </a:lnTo>
                <a:lnTo>
                  <a:pt x="409700" y="248170"/>
                </a:lnTo>
                <a:lnTo>
                  <a:pt x="400298" y="257478"/>
                </a:lnTo>
                <a:close/>
              </a:path>
              <a:path w="452754" h="452119">
                <a:moveTo>
                  <a:pt x="175642" y="289458"/>
                </a:moveTo>
                <a:lnTo>
                  <a:pt x="168028" y="287101"/>
                </a:lnTo>
                <a:lnTo>
                  <a:pt x="163400" y="281290"/>
                </a:lnTo>
                <a:lnTo>
                  <a:pt x="162549" y="273919"/>
                </a:lnTo>
                <a:lnTo>
                  <a:pt x="166264" y="266880"/>
                </a:lnTo>
                <a:lnTo>
                  <a:pt x="171213" y="261722"/>
                </a:lnTo>
                <a:lnTo>
                  <a:pt x="171241" y="256931"/>
                </a:lnTo>
                <a:lnTo>
                  <a:pt x="171117" y="253305"/>
                </a:lnTo>
                <a:lnTo>
                  <a:pt x="165916" y="248100"/>
                </a:lnTo>
                <a:lnTo>
                  <a:pt x="163544" y="245685"/>
                </a:lnTo>
                <a:lnTo>
                  <a:pt x="160144" y="244396"/>
                </a:lnTo>
                <a:lnTo>
                  <a:pt x="174087" y="244396"/>
                </a:lnTo>
                <a:lnTo>
                  <a:pt x="177002" y="255352"/>
                </a:lnTo>
                <a:lnTo>
                  <a:pt x="185044" y="266880"/>
                </a:lnTo>
                <a:lnTo>
                  <a:pt x="188745" y="273919"/>
                </a:lnTo>
                <a:lnTo>
                  <a:pt x="187887" y="281290"/>
                </a:lnTo>
                <a:lnTo>
                  <a:pt x="183257" y="287101"/>
                </a:lnTo>
                <a:lnTo>
                  <a:pt x="175642" y="289458"/>
                </a:lnTo>
                <a:close/>
              </a:path>
              <a:path w="452754" h="452119">
                <a:moveTo>
                  <a:pt x="331112" y="326713"/>
                </a:moveTo>
                <a:lnTo>
                  <a:pt x="141693" y="326713"/>
                </a:lnTo>
                <a:lnTo>
                  <a:pt x="144998" y="325470"/>
                </a:lnTo>
                <a:lnTo>
                  <a:pt x="147554" y="323009"/>
                </a:lnTo>
                <a:lnTo>
                  <a:pt x="158644" y="311989"/>
                </a:lnTo>
                <a:lnTo>
                  <a:pt x="164130" y="314615"/>
                </a:lnTo>
                <a:lnTo>
                  <a:pt x="169945" y="315858"/>
                </a:lnTo>
                <a:lnTo>
                  <a:pt x="341972" y="315858"/>
                </a:lnTo>
                <a:lnTo>
                  <a:pt x="331112" y="326713"/>
                </a:lnTo>
                <a:close/>
              </a:path>
            </a:pathLst>
          </a:custGeom>
          <a:solidFill>
            <a:srgbClr val="500094"/>
          </a:solidFill>
        </p:spPr>
        <p:txBody>
          <a:bodyPr wrap="square" lIns="0" tIns="0" rIns="0" bIns="0" rtlCol="0"/>
          <a:lstStyle/>
          <a:p>
            <a:endParaRPr/>
          </a:p>
        </p:txBody>
      </p:sp>
      <p:grpSp>
        <p:nvGrpSpPr>
          <p:cNvPr id="105" name="object 105"/>
          <p:cNvGrpSpPr/>
          <p:nvPr/>
        </p:nvGrpSpPr>
        <p:grpSpPr>
          <a:xfrm>
            <a:off x="8377626" y="2778837"/>
            <a:ext cx="444500" cy="409575"/>
            <a:chOff x="8377626" y="2778837"/>
            <a:chExt cx="444500" cy="409575"/>
          </a:xfrm>
        </p:grpSpPr>
        <p:pic>
          <p:nvPicPr>
            <p:cNvPr id="106" name="object 106"/>
            <p:cNvPicPr/>
            <p:nvPr/>
          </p:nvPicPr>
          <p:blipFill>
            <a:blip r:embed="rId33" cstate="print"/>
            <a:stretch>
              <a:fillRect/>
            </a:stretch>
          </p:blipFill>
          <p:spPr>
            <a:xfrm>
              <a:off x="8377626" y="2856067"/>
              <a:ext cx="65787" cy="68836"/>
            </a:xfrm>
            <a:prstGeom prst="rect">
              <a:avLst/>
            </a:prstGeom>
          </p:spPr>
        </p:pic>
        <p:pic>
          <p:nvPicPr>
            <p:cNvPr id="107" name="object 107"/>
            <p:cNvPicPr/>
            <p:nvPr/>
          </p:nvPicPr>
          <p:blipFill>
            <a:blip r:embed="rId34" cstate="print"/>
            <a:stretch>
              <a:fillRect/>
            </a:stretch>
          </p:blipFill>
          <p:spPr>
            <a:xfrm>
              <a:off x="8377626" y="3119196"/>
              <a:ext cx="65787" cy="68906"/>
            </a:xfrm>
            <a:prstGeom prst="rect">
              <a:avLst/>
            </a:prstGeom>
          </p:spPr>
        </p:pic>
        <p:pic>
          <p:nvPicPr>
            <p:cNvPr id="108" name="object 108"/>
            <p:cNvPicPr/>
            <p:nvPr/>
          </p:nvPicPr>
          <p:blipFill>
            <a:blip r:embed="rId35" cstate="print"/>
            <a:stretch>
              <a:fillRect/>
            </a:stretch>
          </p:blipFill>
          <p:spPr>
            <a:xfrm>
              <a:off x="8511547" y="2966050"/>
              <a:ext cx="169441" cy="100675"/>
            </a:xfrm>
            <a:prstGeom prst="rect">
              <a:avLst/>
            </a:prstGeom>
          </p:spPr>
        </p:pic>
        <p:pic>
          <p:nvPicPr>
            <p:cNvPr id="109" name="object 109"/>
            <p:cNvPicPr/>
            <p:nvPr/>
          </p:nvPicPr>
          <p:blipFill>
            <a:blip r:embed="rId36" cstate="print"/>
            <a:stretch>
              <a:fillRect/>
            </a:stretch>
          </p:blipFill>
          <p:spPr>
            <a:xfrm>
              <a:off x="8756107" y="2855996"/>
              <a:ext cx="65788" cy="68906"/>
            </a:xfrm>
            <a:prstGeom prst="rect">
              <a:avLst/>
            </a:prstGeom>
          </p:spPr>
        </p:pic>
        <p:sp>
          <p:nvSpPr>
            <p:cNvPr id="110" name="object 110"/>
            <p:cNvSpPr/>
            <p:nvPr/>
          </p:nvSpPr>
          <p:spPr>
            <a:xfrm>
              <a:off x="8377626" y="2855996"/>
              <a:ext cx="444500" cy="332105"/>
            </a:xfrm>
            <a:custGeom>
              <a:avLst/>
              <a:gdLst/>
              <a:ahLst/>
              <a:cxnLst/>
              <a:rect l="l" t="t" r="r" b="b"/>
              <a:pathLst>
                <a:path w="444500" h="332105">
                  <a:moveTo>
                    <a:pt x="352011" y="332106"/>
                  </a:moveTo>
                  <a:lnTo>
                    <a:pt x="92257" y="332106"/>
                  </a:lnTo>
                  <a:lnTo>
                    <a:pt x="92257" y="282331"/>
                  </a:lnTo>
                  <a:lnTo>
                    <a:pt x="88647" y="264583"/>
                  </a:lnTo>
                  <a:lnTo>
                    <a:pt x="78882" y="250105"/>
                  </a:lnTo>
                  <a:lnTo>
                    <a:pt x="64404" y="240340"/>
                  </a:lnTo>
                  <a:lnTo>
                    <a:pt x="46656" y="236729"/>
                  </a:lnTo>
                  <a:lnTo>
                    <a:pt x="0" y="236729"/>
                  </a:lnTo>
                  <a:lnTo>
                    <a:pt x="0" y="95376"/>
                  </a:lnTo>
                  <a:lnTo>
                    <a:pt x="46656" y="95376"/>
                  </a:lnTo>
                  <a:lnTo>
                    <a:pt x="64404" y="91796"/>
                  </a:lnTo>
                  <a:lnTo>
                    <a:pt x="78882" y="82035"/>
                  </a:lnTo>
                  <a:lnTo>
                    <a:pt x="88647" y="67562"/>
                  </a:lnTo>
                  <a:lnTo>
                    <a:pt x="92257" y="49845"/>
                  </a:lnTo>
                  <a:lnTo>
                    <a:pt x="92257" y="0"/>
                  </a:lnTo>
                  <a:lnTo>
                    <a:pt x="352011" y="0"/>
                  </a:lnTo>
                  <a:lnTo>
                    <a:pt x="352011" y="49845"/>
                  </a:lnTo>
                  <a:lnTo>
                    <a:pt x="355621" y="67562"/>
                  </a:lnTo>
                  <a:lnTo>
                    <a:pt x="365387" y="82035"/>
                  </a:lnTo>
                  <a:lnTo>
                    <a:pt x="367682" y="83583"/>
                  </a:lnTo>
                  <a:lnTo>
                    <a:pt x="113312" y="83583"/>
                  </a:lnTo>
                  <a:lnTo>
                    <a:pt x="107450" y="89515"/>
                  </a:lnTo>
                  <a:lnTo>
                    <a:pt x="107450" y="231290"/>
                  </a:lnTo>
                  <a:lnTo>
                    <a:pt x="113312" y="237221"/>
                  </a:lnTo>
                  <a:lnTo>
                    <a:pt x="395193" y="237221"/>
                  </a:lnTo>
                  <a:lnTo>
                    <a:pt x="379864" y="240340"/>
                  </a:lnTo>
                  <a:lnTo>
                    <a:pt x="365387" y="250105"/>
                  </a:lnTo>
                  <a:lnTo>
                    <a:pt x="355621" y="264583"/>
                  </a:lnTo>
                  <a:lnTo>
                    <a:pt x="352011" y="282331"/>
                  </a:lnTo>
                  <a:lnTo>
                    <a:pt x="352011" y="332106"/>
                  </a:lnTo>
                  <a:close/>
                </a:path>
                <a:path w="444500" h="332105">
                  <a:moveTo>
                    <a:pt x="395193" y="237221"/>
                  </a:moveTo>
                  <a:lnTo>
                    <a:pt x="323899" y="237221"/>
                  </a:lnTo>
                  <a:lnTo>
                    <a:pt x="329831" y="231290"/>
                  </a:lnTo>
                  <a:lnTo>
                    <a:pt x="329831" y="89515"/>
                  </a:lnTo>
                  <a:lnTo>
                    <a:pt x="323899" y="83583"/>
                  </a:lnTo>
                  <a:lnTo>
                    <a:pt x="367682" y="83583"/>
                  </a:lnTo>
                  <a:lnTo>
                    <a:pt x="379864" y="91796"/>
                  </a:lnTo>
                  <a:lnTo>
                    <a:pt x="397612" y="95376"/>
                  </a:lnTo>
                  <a:lnTo>
                    <a:pt x="444269" y="95376"/>
                  </a:lnTo>
                  <a:lnTo>
                    <a:pt x="444269" y="236729"/>
                  </a:lnTo>
                  <a:lnTo>
                    <a:pt x="397612" y="236729"/>
                  </a:lnTo>
                  <a:lnTo>
                    <a:pt x="395193" y="237221"/>
                  </a:lnTo>
                  <a:close/>
                </a:path>
              </a:pathLst>
            </a:custGeom>
            <a:solidFill>
              <a:srgbClr val="500094"/>
            </a:solidFill>
          </p:spPr>
          <p:txBody>
            <a:bodyPr wrap="square" lIns="0" tIns="0" rIns="0" bIns="0" rtlCol="0"/>
            <a:lstStyle/>
            <a:p>
              <a:endParaRPr/>
            </a:p>
          </p:txBody>
        </p:sp>
        <p:pic>
          <p:nvPicPr>
            <p:cNvPr id="111" name="object 111"/>
            <p:cNvPicPr/>
            <p:nvPr/>
          </p:nvPicPr>
          <p:blipFill>
            <a:blip r:embed="rId37" cstate="print"/>
            <a:stretch>
              <a:fillRect/>
            </a:stretch>
          </p:blipFill>
          <p:spPr>
            <a:xfrm>
              <a:off x="8756107" y="3119196"/>
              <a:ext cx="65788" cy="68906"/>
            </a:xfrm>
            <a:prstGeom prst="rect">
              <a:avLst/>
            </a:prstGeom>
          </p:spPr>
        </p:pic>
        <p:sp>
          <p:nvSpPr>
            <p:cNvPr id="112" name="object 112"/>
            <p:cNvSpPr/>
            <p:nvPr/>
          </p:nvSpPr>
          <p:spPr>
            <a:xfrm>
              <a:off x="8511828" y="2778837"/>
              <a:ext cx="175895" cy="50800"/>
            </a:xfrm>
            <a:custGeom>
              <a:avLst/>
              <a:gdLst/>
              <a:ahLst/>
              <a:cxnLst/>
              <a:rect l="l" t="t" r="r" b="b"/>
              <a:pathLst>
                <a:path w="175895" h="50800">
                  <a:moveTo>
                    <a:pt x="175865" y="50689"/>
                  </a:moveTo>
                  <a:lnTo>
                    <a:pt x="149394" y="50689"/>
                  </a:lnTo>
                  <a:lnTo>
                    <a:pt x="149394" y="34160"/>
                  </a:lnTo>
                  <a:lnTo>
                    <a:pt x="141681" y="26540"/>
                  </a:lnTo>
                  <a:lnTo>
                    <a:pt x="132232" y="26470"/>
                  </a:lnTo>
                  <a:lnTo>
                    <a:pt x="43631" y="26470"/>
                  </a:lnTo>
                  <a:lnTo>
                    <a:pt x="34159" y="26540"/>
                  </a:lnTo>
                  <a:lnTo>
                    <a:pt x="26469" y="34160"/>
                  </a:lnTo>
                  <a:lnTo>
                    <a:pt x="26469" y="50689"/>
                  </a:lnTo>
                  <a:lnTo>
                    <a:pt x="0" y="50689"/>
                  </a:lnTo>
                  <a:lnTo>
                    <a:pt x="0" y="43608"/>
                  </a:lnTo>
                  <a:lnTo>
                    <a:pt x="3431" y="26656"/>
                  </a:lnTo>
                  <a:lnTo>
                    <a:pt x="12786" y="12810"/>
                  </a:lnTo>
                  <a:lnTo>
                    <a:pt x="26656" y="3460"/>
                  </a:lnTo>
                  <a:lnTo>
                    <a:pt x="43631" y="0"/>
                  </a:lnTo>
                  <a:lnTo>
                    <a:pt x="132232" y="0"/>
                  </a:lnTo>
                  <a:lnTo>
                    <a:pt x="149208" y="3460"/>
                  </a:lnTo>
                  <a:lnTo>
                    <a:pt x="163078" y="12810"/>
                  </a:lnTo>
                  <a:lnTo>
                    <a:pt x="172433" y="26656"/>
                  </a:lnTo>
                  <a:lnTo>
                    <a:pt x="175865" y="43608"/>
                  </a:lnTo>
                  <a:lnTo>
                    <a:pt x="175865" y="50689"/>
                  </a:lnTo>
                  <a:close/>
                </a:path>
              </a:pathLst>
            </a:custGeom>
            <a:solidFill>
              <a:srgbClr val="500094"/>
            </a:solidFill>
          </p:spPr>
          <p:txBody>
            <a:bodyPr wrap="square" lIns="0" tIns="0" rIns="0" bIns="0" rtlCol="0"/>
            <a:lstStyle/>
            <a:p>
              <a:endParaRPr/>
            </a:p>
          </p:txBody>
        </p:sp>
      </p:grpSp>
      <p:sp>
        <p:nvSpPr>
          <p:cNvPr id="113" name="object 113"/>
          <p:cNvSpPr/>
          <p:nvPr/>
        </p:nvSpPr>
        <p:spPr>
          <a:xfrm>
            <a:off x="8997607" y="2757538"/>
            <a:ext cx="318135" cy="452120"/>
          </a:xfrm>
          <a:custGeom>
            <a:avLst/>
            <a:gdLst/>
            <a:ahLst/>
            <a:cxnLst/>
            <a:rect l="l" t="t" r="r" b="b"/>
            <a:pathLst>
              <a:path w="318134" h="452119">
                <a:moveTo>
                  <a:pt x="317715" y="372402"/>
                </a:moveTo>
                <a:lnTo>
                  <a:pt x="206019" y="372402"/>
                </a:lnTo>
                <a:lnTo>
                  <a:pt x="206019" y="406590"/>
                </a:lnTo>
                <a:lnTo>
                  <a:pt x="206019" y="421195"/>
                </a:lnTo>
                <a:lnTo>
                  <a:pt x="200088" y="427126"/>
                </a:lnTo>
                <a:lnTo>
                  <a:pt x="117563" y="427126"/>
                </a:lnTo>
                <a:lnTo>
                  <a:pt x="111633" y="421195"/>
                </a:lnTo>
                <a:lnTo>
                  <a:pt x="111633" y="406590"/>
                </a:lnTo>
                <a:lnTo>
                  <a:pt x="117563" y="400659"/>
                </a:lnTo>
                <a:lnTo>
                  <a:pt x="200088" y="400659"/>
                </a:lnTo>
                <a:lnTo>
                  <a:pt x="206019" y="406590"/>
                </a:lnTo>
                <a:lnTo>
                  <a:pt x="206019" y="372402"/>
                </a:lnTo>
                <a:lnTo>
                  <a:pt x="0" y="372402"/>
                </a:lnTo>
                <a:lnTo>
                  <a:pt x="0" y="412165"/>
                </a:lnTo>
                <a:lnTo>
                  <a:pt x="3124" y="427596"/>
                </a:lnTo>
                <a:lnTo>
                  <a:pt x="11620" y="440207"/>
                </a:lnTo>
                <a:lnTo>
                  <a:pt x="24231" y="448716"/>
                </a:lnTo>
                <a:lnTo>
                  <a:pt x="39700" y="451840"/>
                </a:lnTo>
                <a:lnTo>
                  <a:pt x="277952" y="451840"/>
                </a:lnTo>
                <a:lnTo>
                  <a:pt x="293420" y="448716"/>
                </a:lnTo>
                <a:lnTo>
                  <a:pt x="306044" y="440207"/>
                </a:lnTo>
                <a:lnTo>
                  <a:pt x="314566" y="427596"/>
                </a:lnTo>
                <a:lnTo>
                  <a:pt x="314655" y="427126"/>
                </a:lnTo>
                <a:lnTo>
                  <a:pt x="317715" y="412165"/>
                </a:lnTo>
                <a:lnTo>
                  <a:pt x="317715" y="400659"/>
                </a:lnTo>
                <a:lnTo>
                  <a:pt x="317715" y="372402"/>
                </a:lnTo>
                <a:close/>
              </a:path>
              <a:path w="318134" h="452119">
                <a:moveTo>
                  <a:pt x="317715" y="79425"/>
                </a:moveTo>
                <a:lnTo>
                  <a:pt x="0" y="79425"/>
                </a:lnTo>
                <a:lnTo>
                  <a:pt x="0" y="345935"/>
                </a:lnTo>
                <a:lnTo>
                  <a:pt x="317715" y="345935"/>
                </a:lnTo>
                <a:lnTo>
                  <a:pt x="317715" y="79425"/>
                </a:lnTo>
                <a:close/>
              </a:path>
              <a:path w="318134" h="452119">
                <a:moveTo>
                  <a:pt x="317715" y="39738"/>
                </a:moveTo>
                <a:lnTo>
                  <a:pt x="314566" y="24269"/>
                </a:lnTo>
                <a:lnTo>
                  <a:pt x="306044" y="11633"/>
                </a:lnTo>
                <a:lnTo>
                  <a:pt x="293420" y="3124"/>
                </a:lnTo>
                <a:lnTo>
                  <a:pt x="277952" y="0"/>
                </a:lnTo>
                <a:lnTo>
                  <a:pt x="39700" y="0"/>
                </a:lnTo>
                <a:lnTo>
                  <a:pt x="24231" y="3124"/>
                </a:lnTo>
                <a:lnTo>
                  <a:pt x="11620" y="11633"/>
                </a:lnTo>
                <a:lnTo>
                  <a:pt x="3124" y="24269"/>
                </a:lnTo>
                <a:lnTo>
                  <a:pt x="0" y="39738"/>
                </a:lnTo>
                <a:lnTo>
                  <a:pt x="0" y="52959"/>
                </a:lnTo>
                <a:lnTo>
                  <a:pt x="317715" y="52959"/>
                </a:lnTo>
                <a:lnTo>
                  <a:pt x="317715" y="39738"/>
                </a:lnTo>
                <a:close/>
              </a:path>
            </a:pathLst>
          </a:custGeom>
          <a:solidFill>
            <a:srgbClr val="500094"/>
          </a:solidFill>
        </p:spPr>
        <p:txBody>
          <a:bodyPr wrap="square" lIns="0" tIns="0" rIns="0" bIns="0" rtlCol="0"/>
          <a:lstStyle/>
          <a:p>
            <a:endParaRPr/>
          </a:p>
        </p:txBody>
      </p:sp>
      <p:sp>
        <p:nvSpPr>
          <p:cNvPr id="114" name="object 114"/>
          <p:cNvSpPr/>
          <p:nvPr/>
        </p:nvSpPr>
        <p:spPr>
          <a:xfrm>
            <a:off x="9522079" y="2757538"/>
            <a:ext cx="370840" cy="452120"/>
          </a:xfrm>
          <a:custGeom>
            <a:avLst/>
            <a:gdLst/>
            <a:ahLst/>
            <a:cxnLst/>
            <a:rect l="l" t="t" r="r" b="b"/>
            <a:pathLst>
              <a:path w="370840" h="452119">
                <a:moveTo>
                  <a:pt x="69888" y="424522"/>
                </a:moveTo>
                <a:lnTo>
                  <a:pt x="65455" y="411543"/>
                </a:lnTo>
                <a:lnTo>
                  <a:pt x="61696" y="398360"/>
                </a:lnTo>
                <a:lnTo>
                  <a:pt x="58635" y="385025"/>
                </a:lnTo>
                <a:lnTo>
                  <a:pt x="56273" y="371563"/>
                </a:lnTo>
                <a:lnTo>
                  <a:pt x="0" y="371563"/>
                </a:lnTo>
                <a:lnTo>
                  <a:pt x="0" y="384759"/>
                </a:lnTo>
                <a:lnTo>
                  <a:pt x="3111" y="400227"/>
                </a:lnTo>
                <a:lnTo>
                  <a:pt x="11595" y="412851"/>
                </a:lnTo>
                <a:lnTo>
                  <a:pt x="24206" y="421373"/>
                </a:lnTo>
                <a:lnTo>
                  <a:pt x="39662" y="424522"/>
                </a:lnTo>
                <a:lnTo>
                  <a:pt x="69888" y="424522"/>
                </a:lnTo>
                <a:close/>
              </a:path>
              <a:path w="370840" h="452119">
                <a:moveTo>
                  <a:pt x="264744" y="79425"/>
                </a:moveTo>
                <a:lnTo>
                  <a:pt x="0" y="79425"/>
                </a:lnTo>
                <a:lnTo>
                  <a:pt x="0" y="345097"/>
                </a:lnTo>
                <a:lnTo>
                  <a:pt x="53505" y="345097"/>
                </a:lnTo>
                <a:lnTo>
                  <a:pt x="53289" y="340639"/>
                </a:lnTo>
                <a:lnTo>
                  <a:pt x="52933" y="336283"/>
                </a:lnTo>
                <a:lnTo>
                  <a:pt x="52933" y="305346"/>
                </a:lnTo>
                <a:lnTo>
                  <a:pt x="62611" y="264223"/>
                </a:lnTo>
                <a:lnTo>
                  <a:pt x="89865" y="231571"/>
                </a:lnTo>
                <a:lnTo>
                  <a:pt x="105879" y="219494"/>
                </a:lnTo>
                <a:lnTo>
                  <a:pt x="105879" y="153149"/>
                </a:lnTo>
                <a:lnTo>
                  <a:pt x="109512" y="135089"/>
                </a:lnTo>
                <a:lnTo>
                  <a:pt x="119430" y="120357"/>
                </a:lnTo>
                <a:lnTo>
                  <a:pt x="134162" y="110451"/>
                </a:lnTo>
                <a:lnTo>
                  <a:pt x="152209" y="106819"/>
                </a:lnTo>
                <a:lnTo>
                  <a:pt x="170218" y="110451"/>
                </a:lnTo>
                <a:lnTo>
                  <a:pt x="184937" y="120357"/>
                </a:lnTo>
                <a:lnTo>
                  <a:pt x="194868" y="135089"/>
                </a:lnTo>
                <a:lnTo>
                  <a:pt x="198513" y="153149"/>
                </a:lnTo>
                <a:lnTo>
                  <a:pt x="198513" y="164211"/>
                </a:lnTo>
                <a:lnTo>
                  <a:pt x="204965" y="161163"/>
                </a:lnTo>
                <a:lnTo>
                  <a:pt x="211709" y="159727"/>
                </a:lnTo>
                <a:lnTo>
                  <a:pt x="218351" y="159727"/>
                </a:lnTo>
                <a:lnTo>
                  <a:pt x="232524" y="161963"/>
                </a:lnTo>
                <a:lnTo>
                  <a:pt x="245275" y="168338"/>
                </a:lnTo>
                <a:lnTo>
                  <a:pt x="255600" y="178447"/>
                </a:lnTo>
                <a:lnTo>
                  <a:pt x="262470" y="191833"/>
                </a:lnTo>
                <a:lnTo>
                  <a:pt x="263169" y="191477"/>
                </a:lnTo>
                <a:lnTo>
                  <a:pt x="263969" y="191262"/>
                </a:lnTo>
                <a:lnTo>
                  <a:pt x="264744" y="190982"/>
                </a:lnTo>
                <a:lnTo>
                  <a:pt x="264744" y="79425"/>
                </a:lnTo>
                <a:close/>
              </a:path>
              <a:path w="370840" h="452119">
                <a:moveTo>
                  <a:pt x="264744" y="39738"/>
                </a:moveTo>
                <a:lnTo>
                  <a:pt x="261594" y="24269"/>
                </a:lnTo>
                <a:lnTo>
                  <a:pt x="253072" y="11633"/>
                </a:lnTo>
                <a:lnTo>
                  <a:pt x="240449" y="3124"/>
                </a:lnTo>
                <a:lnTo>
                  <a:pt x="224980" y="0"/>
                </a:lnTo>
                <a:lnTo>
                  <a:pt x="39662" y="0"/>
                </a:lnTo>
                <a:lnTo>
                  <a:pt x="24206" y="3124"/>
                </a:lnTo>
                <a:lnTo>
                  <a:pt x="11595" y="11633"/>
                </a:lnTo>
                <a:lnTo>
                  <a:pt x="3111" y="24269"/>
                </a:lnTo>
                <a:lnTo>
                  <a:pt x="0" y="39738"/>
                </a:lnTo>
                <a:lnTo>
                  <a:pt x="0" y="52959"/>
                </a:lnTo>
                <a:lnTo>
                  <a:pt x="264744" y="52959"/>
                </a:lnTo>
                <a:lnTo>
                  <a:pt x="264744" y="39738"/>
                </a:lnTo>
                <a:close/>
              </a:path>
              <a:path w="370840" h="452119">
                <a:moveTo>
                  <a:pt x="370649" y="259029"/>
                </a:moveTo>
                <a:lnTo>
                  <a:pt x="369087" y="251282"/>
                </a:lnTo>
                <a:lnTo>
                  <a:pt x="364820" y="244983"/>
                </a:lnTo>
                <a:lnTo>
                  <a:pt x="358482" y="240741"/>
                </a:lnTo>
                <a:lnTo>
                  <a:pt x="350723" y="239191"/>
                </a:lnTo>
                <a:lnTo>
                  <a:pt x="343014" y="240741"/>
                </a:lnTo>
                <a:lnTo>
                  <a:pt x="336702" y="244983"/>
                </a:lnTo>
                <a:lnTo>
                  <a:pt x="332447" y="251282"/>
                </a:lnTo>
                <a:lnTo>
                  <a:pt x="330885" y="259029"/>
                </a:lnTo>
                <a:lnTo>
                  <a:pt x="330885" y="312686"/>
                </a:lnTo>
                <a:lnTo>
                  <a:pt x="324954" y="318554"/>
                </a:lnTo>
                <a:lnTo>
                  <a:pt x="310349" y="318554"/>
                </a:lnTo>
                <a:lnTo>
                  <a:pt x="304419" y="312686"/>
                </a:lnTo>
                <a:lnTo>
                  <a:pt x="304419" y="232549"/>
                </a:lnTo>
                <a:lnTo>
                  <a:pt x="302856" y="224802"/>
                </a:lnTo>
                <a:lnTo>
                  <a:pt x="298602" y="218503"/>
                </a:lnTo>
                <a:lnTo>
                  <a:pt x="292303" y="214274"/>
                </a:lnTo>
                <a:lnTo>
                  <a:pt x="284581" y="212725"/>
                </a:lnTo>
                <a:lnTo>
                  <a:pt x="276834" y="214274"/>
                </a:lnTo>
                <a:lnTo>
                  <a:pt x="270535" y="218503"/>
                </a:lnTo>
                <a:lnTo>
                  <a:pt x="266293" y="224802"/>
                </a:lnTo>
                <a:lnTo>
                  <a:pt x="264744" y="232549"/>
                </a:lnTo>
                <a:lnTo>
                  <a:pt x="264744" y="286219"/>
                </a:lnTo>
                <a:lnTo>
                  <a:pt x="258813" y="292087"/>
                </a:lnTo>
                <a:lnTo>
                  <a:pt x="244106" y="292087"/>
                </a:lnTo>
                <a:lnTo>
                  <a:pt x="238277" y="286219"/>
                </a:lnTo>
                <a:lnTo>
                  <a:pt x="238277" y="206082"/>
                </a:lnTo>
                <a:lnTo>
                  <a:pt x="236715" y="198335"/>
                </a:lnTo>
                <a:lnTo>
                  <a:pt x="232448" y="192036"/>
                </a:lnTo>
                <a:lnTo>
                  <a:pt x="226110" y="187794"/>
                </a:lnTo>
                <a:lnTo>
                  <a:pt x="218351" y="186245"/>
                </a:lnTo>
                <a:lnTo>
                  <a:pt x="210642" y="187794"/>
                </a:lnTo>
                <a:lnTo>
                  <a:pt x="204330" y="192036"/>
                </a:lnTo>
                <a:lnTo>
                  <a:pt x="200075" y="198335"/>
                </a:lnTo>
                <a:lnTo>
                  <a:pt x="198513" y="206082"/>
                </a:lnTo>
                <a:lnTo>
                  <a:pt x="198513" y="286219"/>
                </a:lnTo>
                <a:lnTo>
                  <a:pt x="192582" y="292087"/>
                </a:lnTo>
                <a:lnTo>
                  <a:pt x="177977" y="292087"/>
                </a:lnTo>
                <a:lnTo>
                  <a:pt x="172046" y="286219"/>
                </a:lnTo>
                <a:lnTo>
                  <a:pt x="172046" y="153149"/>
                </a:lnTo>
                <a:lnTo>
                  <a:pt x="170484" y="145389"/>
                </a:lnTo>
                <a:lnTo>
                  <a:pt x="166230" y="139077"/>
                </a:lnTo>
                <a:lnTo>
                  <a:pt x="159931" y="134835"/>
                </a:lnTo>
                <a:lnTo>
                  <a:pt x="152209" y="133286"/>
                </a:lnTo>
                <a:lnTo>
                  <a:pt x="144462" y="134835"/>
                </a:lnTo>
                <a:lnTo>
                  <a:pt x="138163" y="139077"/>
                </a:lnTo>
                <a:lnTo>
                  <a:pt x="133921" y="145389"/>
                </a:lnTo>
                <a:lnTo>
                  <a:pt x="132372" y="153149"/>
                </a:lnTo>
                <a:lnTo>
                  <a:pt x="132372" y="339166"/>
                </a:lnTo>
                <a:lnTo>
                  <a:pt x="126441" y="345020"/>
                </a:lnTo>
                <a:lnTo>
                  <a:pt x="111734" y="345020"/>
                </a:lnTo>
                <a:lnTo>
                  <a:pt x="105879" y="339166"/>
                </a:lnTo>
                <a:lnTo>
                  <a:pt x="105879" y="252742"/>
                </a:lnTo>
                <a:lnTo>
                  <a:pt x="94716" y="263258"/>
                </a:lnTo>
                <a:lnTo>
                  <a:pt x="86398" y="275894"/>
                </a:lnTo>
                <a:lnTo>
                  <a:pt x="81203" y="290106"/>
                </a:lnTo>
                <a:lnTo>
                  <a:pt x="79413" y="305346"/>
                </a:lnTo>
                <a:lnTo>
                  <a:pt x="79413" y="331825"/>
                </a:lnTo>
                <a:lnTo>
                  <a:pt x="85775" y="386803"/>
                </a:lnTo>
                <a:lnTo>
                  <a:pt x="104470" y="438924"/>
                </a:lnTo>
                <a:lnTo>
                  <a:pt x="108077" y="446189"/>
                </a:lnTo>
                <a:lnTo>
                  <a:pt x="110401" y="451840"/>
                </a:lnTo>
                <a:lnTo>
                  <a:pt x="339585" y="451840"/>
                </a:lnTo>
                <a:lnTo>
                  <a:pt x="341909" y="446189"/>
                </a:lnTo>
                <a:lnTo>
                  <a:pt x="345516" y="438924"/>
                </a:lnTo>
                <a:lnTo>
                  <a:pt x="356362" y="413359"/>
                </a:lnTo>
                <a:lnTo>
                  <a:pt x="364223" y="386803"/>
                </a:lnTo>
                <a:lnTo>
                  <a:pt x="368998" y="359537"/>
                </a:lnTo>
                <a:lnTo>
                  <a:pt x="370649" y="331825"/>
                </a:lnTo>
                <a:lnTo>
                  <a:pt x="370649" y="259029"/>
                </a:lnTo>
                <a:close/>
              </a:path>
            </a:pathLst>
          </a:custGeom>
          <a:solidFill>
            <a:srgbClr val="500094"/>
          </a:solidFill>
        </p:spPr>
        <p:txBody>
          <a:bodyPr wrap="square" lIns="0" tIns="0" rIns="0" bIns="0" rtlCol="0"/>
          <a:lstStyle/>
          <a:p>
            <a:endParaRPr/>
          </a:p>
        </p:txBody>
      </p:sp>
      <p:sp>
        <p:nvSpPr>
          <p:cNvPr id="115" name="object 115"/>
          <p:cNvSpPr/>
          <p:nvPr/>
        </p:nvSpPr>
        <p:spPr>
          <a:xfrm>
            <a:off x="10045789" y="2771660"/>
            <a:ext cx="452120" cy="424180"/>
          </a:xfrm>
          <a:custGeom>
            <a:avLst/>
            <a:gdLst/>
            <a:ahLst/>
            <a:cxnLst/>
            <a:rect l="l" t="t" r="r" b="b"/>
            <a:pathLst>
              <a:path w="452120" h="424180">
                <a:moveTo>
                  <a:pt x="240169" y="291236"/>
                </a:moveTo>
                <a:lnTo>
                  <a:pt x="0" y="291236"/>
                </a:lnTo>
                <a:lnTo>
                  <a:pt x="0" y="304507"/>
                </a:lnTo>
                <a:lnTo>
                  <a:pt x="3111" y="319938"/>
                </a:lnTo>
                <a:lnTo>
                  <a:pt x="11595" y="332549"/>
                </a:lnTo>
                <a:lnTo>
                  <a:pt x="24206" y="341058"/>
                </a:lnTo>
                <a:lnTo>
                  <a:pt x="39662" y="344182"/>
                </a:lnTo>
                <a:lnTo>
                  <a:pt x="240169" y="344182"/>
                </a:lnTo>
                <a:lnTo>
                  <a:pt x="240169" y="291236"/>
                </a:lnTo>
                <a:close/>
              </a:path>
              <a:path w="452120" h="424180">
                <a:moveTo>
                  <a:pt x="258178" y="423608"/>
                </a:moveTo>
                <a:lnTo>
                  <a:pt x="250545" y="415315"/>
                </a:lnTo>
                <a:lnTo>
                  <a:pt x="244881" y="405701"/>
                </a:lnTo>
                <a:lnTo>
                  <a:pt x="241376" y="395122"/>
                </a:lnTo>
                <a:lnTo>
                  <a:pt x="240169" y="383946"/>
                </a:lnTo>
                <a:lnTo>
                  <a:pt x="240169" y="370649"/>
                </a:lnTo>
                <a:lnTo>
                  <a:pt x="145707" y="370649"/>
                </a:lnTo>
                <a:lnTo>
                  <a:pt x="136867" y="397141"/>
                </a:lnTo>
                <a:lnTo>
                  <a:pt x="86182" y="397141"/>
                </a:lnTo>
                <a:lnTo>
                  <a:pt x="80251" y="403072"/>
                </a:lnTo>
                <a:lnTo>
                  <a:pt x="80251" y="417677"/>
                </a:lnTo>
                <a:lnTo>
                  <a:pt x="86182" y="423608"/>
                </a:lnTo>
                <a:lnTo>
                  <a:pt x="258178" y="423608"/>
                </a:lnTo>
                <a:close/>
              </a:path>
              <a:path w="452120" h="424180">
                <a:moveTo>
                  <a:pt x="425488" y="370649"/>
                </a:moveTo>
                <a:lnTo>
                  <a:pt x="266649" y="370649"/>
                </a:lnTo>
                <a:lnTo>
                  <a:pt x="266649" y="383946"/>
                </a:lnTo>
                <a:lnTo>
                  <a:pt x="268732" y="394233"/>
                </a:lnTo>
                <a:lnTo>
                  <a:pt x="274396" y="402653"/>
                </a:lnTo>
                <a:lnTo>
                  <a:pt x="282816" y="408330"/>
                </a:lnTo>
                <a:lnTo>
                  <a:pt x="293116" y="410413"/>
                </a:lnTo>
                <a:lnTo>
                  <a:pt x="399021" y="410413"/>
                </a:lnTo>
                <a:lnTo>
                  <a:pt x="409321" y="408330"/>
                </a:lnTo>
                <a:lnTo>
                  <a:pt x="417741" y="402653"/>
                </a:lnTo>
                <a:lnTo>
                  <a:pt x="423405" y="394233"/>
                </a:lnTo>
                <a:lnTo>
                  <a:pt x="425488" y="383946"/>
                </a:lnTo>
                <a:lnTo>
                  <a:pt x="425488" y="370649"/>
                </a:lnTo>
                <a:close/>
              </a:path>
              <a:path w="452120" h="424180">
                <a:moveTo>
                  <a:pt x="425488" y="211810"/>
                </a:moveTo>
                <a:lnTo>
                  <a:pt x="266649" y="211810"/>
                </a:lnTo>
                <a:lnTo>
                  <a:pt x="266649" y="344182"/>
                </a:lnTo>
                <a:lnTo>
                  <a:pt x="425488" y="344182"/>
                </a:lnTo>
                <a:lnTo>
                  <a:pt x="425488" y="211810"/>
                </a:lnTo>
                <a:close/>
              </a:path>
              <a:path w="452120" h="424180">
                <a:moveTo>
                  <a:pt x="425488" y="172135"/>
                </a:moveTo>
                <a:lnTo>
                  <a:pt x="423405" y="161798"/>
                </a:lnTo>
                <a:lnTo>
                  <a:pt x="417741" y="153390"/>
                </a:lnTo>
                <a:lnTo>
                  <a:pt x="409321" y="147739"/>
                </a:lnTo>
                <a:lnTo>
                  <a:pt x="399021" y="145669"/>
                </a:lnTo>
                <a:lnTo>
                  <a:pt x="293116" y="145669"/>
                </a:lnTo>
                <a:lnTo>
                  <a:pt x="282816" y="147739"/>
                </a:lnTo>
                <a:lnTo>
                  <a:pt x="274396" y="153390"/>
                </a:lnTo>
                <a:lnTo>
                  <a:pt x="268732" y="161798"/>
                </a:lnTo>
                <a:lnTo>
                  <a:pt x="266649" y="172135"/>
                </a:lnTo>
                <a:lnTo>
                  <a:pt x="266649" y="185331"/>
                </a:lnTo>
                <a:lnTo>
                  <a:pt x="425488" y="185331"/>
                </a:lnTo>
                <a:lnTo>
                  <a:pt x="425488" y="172135"/>
                </a:lnTo>
                <a:close/>
              </a:path>
              <a:path w="452120" h="424180">
                <a:moveTo>
                  <a:pt x="451840" y="39763"/>
                </a:moveTo>
                <a:lnTo>
                  <a:pt x="448691" y="24282"/>
                </a:lnTo>
                <a:lnTo>
                  <a:pt x="440169" y="11645"/>
                </a:lnTo>
                <a:lnTo>
                  <a:pt x="427545" y="3124"/>
                </a:lnTo>
                <a:lnTo>
                  <a:pt x="412076" y="0"/>
                </a:lnTo>
                <a:lnTo>
                  <a:pt x="39662" y="0"/>
                </a:lnTo>
                <a:lnTo>
                  <a:pt x="24206" y="3124"/>
                </a:lnTo>
                <a:lnTo>
                  <a:pt x="11595" y="11645"/>
                </a:lnTo>
                <a:lnTo>
                  <a:pt x="3111" y="24282"/>
                </a:lnTo>
                <a:lnTo>
                  <a:pt x="0" y="39763"/>
                </a:lnTo>
                <a:lnTo>
                  <a:pt x="0" y="264769"/>
                </a:lnTo>
                <a:lnTo>
                  <a:pt x="240169" y="264769"/>
                </a:lnTo>
                <a:lnTo>
                  <a:pt x="240169" y="172135"/>
                </a:lnTo>
                <a:lnTo>
                  <a:pt x="244335" y="151498"/>
                </a:lnTo>
                <a:lnTo>
                  <a:pt x="255689" y="134658"/>
                </a:lnTo>
                <a:lnTo>
                  <a:pt x="272516" y="123329"/>
                </a:lnTo>
                <a:lnTo>
                  <a:pt x="293116" y="119176"/>
                </a:lnTo>
                <a:lnTo>
                  <a:pt x="399021" y="119176"/>
                </a:lnTo>
                <a:lnTo>
                  <a:pt x="418642" y="122936"/>
                </a:lnTo>
                <a:lnTo>
                  <a:pt x="434987" y="133273"/>
                </a:lnTo>
                <a:lnTo>
                  <a:pt x="446544" y="148780"/>
                </a:lnTo>
                <a:lnTo>
                  <a:pt x="451840" y="168033"/>
                </a:lnTo>
                <a:lnTo>
                  <a:pt x="451840" y="39763"/>
                </a:lnTo>
                <a:close/>
              </a:path>
            </a:pathLst>
          </a:custGeom>
          <a:solidFill>
            <a:srgbClr val="500094"/>
          </a:solidFill>
        </p:spPr>
        <p:txBody>
          <a:bodyPr wrap="square" lIns="0" tIns="0" rIns="0" bIns="0" rtlCol="0"/>
          <a:lstStyle/>
          <a:p>
            <a:endParaRPr/>
          </a:p>
        </p:txBody>
      </p:sp>
      <p:sp>
        <p:nvSpPr>
          <p:cNvPr id="116" name="object 116"/>
          <p:cNvSpPr/>
          <p:nvPr/>
        </p:nvSpPr>
        <p:spPr>
          <a:xfrm>
            <a:off x="10611739" y="2771660"/>
            <a:ext cx="452120" cy="424180"/>
          </a:xfrm>
          <a:custGeom>
            <a:avLst/>
            <a:gdLst/>
            <a:ahLst/>
            <a:cxnLst/>
            <a:rect l="l" t="t" r="r" b="b"/>
            <a:pathLst>
              <a:path w="452120" h="424180">
                <a:moveTo>
                  <a:pt x="371500" y="403072"/>
                </a:moveTo>
                <a:lnTo>
                  <a:pt x="365582" y="397141"/>
                </a:lnTo>
                <a:lnTo>
                  <a:pt x="314871" y="397141"/>
                </a:lnTo>
                <a:lnTo>
                  <a:pt x="306057" y="370649"/>
                </a:lnTo>
                <a:lnTo>
                  <a:pt x="145719" y="370649"/>
                </a:lnTo>
                <a:lnTo>
                  <a:pt x="136893" y="397141"/>
                </a:lnTo>
                <a:lnTo>
                  <a:pt x="86207" y="397141"/>
                </a:lnTo>
                <a:lnTo>
                  <a:pt x="80276" y="403072"/>
                </a:lnTo>
                <a:lnTo>
                  <a:pt x="80276" y="417677"/>
                </a:lnTo>
                <a:lnTo>
                  <a:pt x="86207" y="423608"/>
                </a:lnTo>
                <a:lnTo>
                  <a:pt x="365582" y="423608"/>
                </a:lnTo>
                <a:lnTo>
                  <a:pt x="371500" y="417677"/>
                </a:lnTo>
                <a:lnTo>
                  <a:pt x="371500" y="403072"/>
                </a:lnTo>
                <a:close/>
              </a:path>
              <a:path w="452120" h="424180">
                <a:moveTo>
                  <a:pt x="451840" y="291236"/>
                </a:moveTo>
                <a:lnTo>
                  <a:pt x="0" y="291236"/>
                </a:lnTo>
                <a:lnTo>
                  <a:pt x="0" y="304507"/>
                </a:lnTo>
                <a:lnTo>
                  <a:pt x="3111" y="319938"/>
                </a:lnTo>
                <a:lnTo>
                  <a:pt x="11607" y="332549"/>
                </a:lnTo>
                <a:lnTo>
                  <a:pt x="24218" y="341058"/>
                </a:lnTo>
                <a:lnTo>
                  <a:pt x="39700" y="344182"/>
                </a:lnTo>
                <a:lnTo>
                  <a:pt x="412102" y="344182"/>
                </a:lnTo>
                <a:lnTo>
                  <a:pt x="427558" y="341058"/>
                </a:lnTo>
                <a:lnTo>
                  <a:pt x="440182" y="332549"/>
                </a:lnTo>
                <a:lnTo>
                  <a:pt x="448691" y="319938"/>
                </a:lnTo>
                <a:lnTo>
                  <a:pt x="451840" y="304507"/>
                </a:lnTo>
                <a:lnTo>
                  <a:pt x="451840" y="291236"/>
                </a:lnTo>
                <a:close/>
              </a:path>
              <a:path w="452120" h="424180">
                <a:moveTo>
                  <a:pt x="451840" y="39763"/>
                </a:moveTo>
                <a:lnTo>
                  <a:pt x="448691" y="24282"/>
                </a:lnTo>
                <a:lnTo>
                  <a:pt x="440182" y="11645"/>
                </a:lnTo>
                <a:lnTo>
                  <a:pt x="427558" y="3124"/>
                </a:lnTo>
                <a:lnTo>
                  <a:pt x="412102" y="0"/>
                </a:lnTo>
                <a:lnTo>
                  <a:pt x="39700" y="0"/>
                </a:lnTo>
                <a:lnTo>
                  <a:pt x="24218" y="3124"/>
                </a:lnTo>
                <a:lnTo>
                  <a:pt x="11607" y="11645"/>
                </a:lnTo>
                <a:lnTo>
                  <a:pt x="3111" y="24282"/>
                </a:lnTo>
                <a:lnTo>
                  <a:pt x="0" y="39763"/>
                </a:lnTo>
                <a:lnTo>
                  <a:pt x="0" y="264769"/>
                </a:lnTo>
                <a:lnTo>
                  <a:pt x="451840" y="264769"/>
                </a:lnTo>
                <a:lnTo>
                  <a:pt x="451840" y="39763"/>
                </a:lnTo>
                <a:close/>
              </a:path>
            </a:pathLst>
          </a:custGeom>
          <a:solidFill>
            <a:srgbClr val="500094"/>
          </a:solidFill>
        </p:spPr>
        <p:txBody>
          <a:bodyPr wrap="square" lIns="0" tIns="0" rIns="0" bIns="0" rtlCol="0"/>
          <a:lstStyle/>
          <a:p>
            <a:endParaRPr/>
          </a:p>
        </p:txBody>
      </p:sp>
      <p:grpSp>
        <p:nvGrpSpPr>
          <p:cNvPr id="117" name="object 117"/>
          <p:cNvGrpSpPr/>
          <p:nvPr/>
        </p:nvGrpSpPr>
        <p:grpSpPr>
          <a:xfrm>
            <a:off x="2945738" y="4975323"/>
            <a:ext cx="450850" cy="450850"/>
            <a:chOff x="2945738" y="4975323"/>
            <a:chExt cx="450850" cy="450850"/>
          </a:xfrm>
        </p:grpSpPr>
        <p:sp>
          <p:nvSpPr>
            <p:cNvPr id="118" name="object 118"/>
            <p:cNvSpPr/>
            <p:nvPr/>
          </p:nvSpPr>
          <p:spPr>
            <a:xfrm>
              <a:off x="2945726" y="4985270"/>
              <a:ext cx="450850" cy="441325"/>
            </a:xfrm>
            <a:custGeom>
              <a:avLst/>
              <a:gdLst/>
              <a:ahLst/>
              <a:cxnLst/>
              <a:rect l="l" t="t" r="r" b="b"/>
              <a:pathLst>
                <a:path w="450850" h="441325">
                  <a:moveTo>
                    <a:pt x="268782" y="201282"/>
                  </a:moveTo>
                  <a:lnTo>
                    <a:pt x="225361" y="169722"/>
                  </a:lnTo>
                  <a:lnTo>
                    <a:pt x="181940" y="201282"/>
                  </a:lnTo>
                  <a:lnTo>
                    <a:pt x="198475" y="252323"/>
                  </a:lnTo>
                  <a:lnTo>
                    <a:pt x="252183" y="252323"/>
                  </a:lnTo>
                  <a:lnTo>
                    <a:pt x="268782" y="201282"/>
                  </a:lnTo>
                  <a:close/>
                </a:path>
                <a:path w="450850" h="441325">
                  <a:moveTo>
                    <a:pt x="450646" y="215392"/>
                  </a:moveTo>
                  <a:lnTo>
                    <a:pt x="450583" y="212013"/>
                  </a:lnTo>
                  <a:lnTo>
                    <a:pt x="421271" y="227838"/>
                  </a:lnTo>
                  <a:lnTo>
                    <a:pt x="419112" y="228384"/>
                  </a:lnTo>
                  <a:lnTo>
                    <a:pt x="414223" y="228384"/>
                  </a:lnTo>
                  <a:lnTo>
                    <a:pt x="411480" y="227520"/>
                  </a:lnTo>
                  <a:lnTo>
                    <a:pt x="409130" y="225856"/>
                  </a:lnTo>
                  <a:lnTo>
                    <a:pt x="345516" y="179590"/>
                  </a:lnTo>
                  <a:lnTo>
                    <a:pt x="343623" y="173659"/>
                  </a:lnTo>
                  <a:lnTo>
                    <a:pt x="345376" y="168173"/>
                  </a:lnTo>
                  <a:lnTo>
                    <a:pt x="354533" y="140131"/>
                  </a:lnTo>
                  <a:lnTo>
                    <a:pt x="367982" y="98920"/>
                  </a:lnTo>
                  <a:lnTo>
                    <a:pt x="369531" y="94043"/>
                  </a:lnTo>
                  <a:lnTo>
                    <a:pt x="373684" y="90576"/>
                  </a:lnTo>
                  <a:lnTo>
                    <a:pt x="383971" y="89166"/>
                  </a:lnTo>
                  <a:lnTo>
                    <a:pt x="409625" y="85699"/>
                  </a:lnTo>
                  <a:lnTo>
                    <a:pt x="403885" y="77927"/>
                  </a:lnTo>
                  <a:lnTo>
                    <a:pt x="364147" y="37884"/>
                  </a:lnTo>
                  <a:lnTo>
                    <a:pt x="317398" y="9664"/>
                  </a:lnTo>
                  <a:lnTo>
                    <a:pt x="298653" y="2616"/>
                  </a:lnTo>
                  <a:lnTo>
                    <a:pt x="298653" y="194856"/>
                  </a:lnTo>
                  <a:lnTo>
                    <a:pt x="274370" y="269697"/>
                  </a:lnTo>
                  <a:lnTo>
                    <a:pt x="272580" y="275132"/>
                  </a:lnTo>
                  <a:lnTo>
                    <a:pt x="267512" y="278790"/>
                  </a:lnTo>
                  <a:lnTo>
                    <a:pt x="183134" y="278790"/>
                  </a:lnTo>
                  <a:lnTo>
                    <a:pt x="178054" y="275132"/>
                  </a:lnTo>
                  <a:lnTo>
                    <a:pt x="162864" y="228409"/>
                  </a:lnTo>
                  <a:lnTo>
                    <a:pt x="153758" y="200367"/>
                  </a:lnTo>
                  <a:lnTo>
                    <a:pt x="152006" y="194856"/>
                  </a:lnTo>
                  <a:lnTo>
                    <a:pt x="153898" y="188925"/>
                  </a:lnTo>
                  <a:lnTo>
                    <a:pt x="217538" y="142684"/>
                  </a:lnTo>
                  <a:lnTo>
                    <a:pt x="219849" y="140982"/>
                  </a:lnTo>
                  <a:lnTo>
                    <a:pt x="222592" y="140131"/>
                  </a:lnTo>
                  <a:lnTo>
                    <a:pt x="228053" y="140131"/>
                  </a:lnTo>
                  <a:lnTo>
                    <a:pt x="230797" y="140982"/>
                  </a:lnTo>
                  <a:lnTo>
                    <a:pt x="233121" y="142684"/>
                  </a:lnTo>
                  <a:lnTo>
                    <a:pt x="296735" y="188925"/>
                  </a:lnTo>
                  <a:lnTo>
                    <a:pt x="298653" y="194856"/>
                  </a:lnTo>
                  <a:lnTo>
                    <a:pt x="298653" y="2616"/>
                  </a:lnTo>
                  <a:lnTo>
                    <a:pt x="291719" y="0"/>
                  </a:lnTo>
                  <a:lnTo>
                    <a:pt x="297370" y="30708"/>
                  </a:lnTo>
                  <a:lnTo>
                    <a:pt x="298208" y="35712"/>
                  </a:lnTo>
                  <a:lnTo>
                    <a:pt x="296240" y="40792"/>
                  </a:lnTo>
                  <a:lnTo>
                    <a:pt x="292061" y="43776"/>
                  </a:lnTo>
                  <a:lnTo>
                    <a:pt x="230797" y="88315"/>
                  </a:lnTo>
                  <a:lnTo>
                    <a:pt x="228053" y="89166"/>
                  </a:lnTo>
                  <a:lnTo>
                    <a:pt x="222592" y="89166"/>
                  </a:lnTo>
                  <a:lnTo>
                    <a:pt x="219875" y="88315"/>
                  </a:lnTo>
                  <a:lnTo>
                    <a:pt x="217601" y="86626"/>
                  </a:lnTo>
                  <a:lnTo>
                    <a:pt x="154482" y="40792"/>
                  </a:lnTo>
                  <a:lnTo>
                    <a:pt x="152425" y="35712"/>
                  </a:lnTo>
                  <a:lnTo>
                    <a:pt x="158915" y="0"/>
                  </a:lnTo>
                  <a:lnTo>
                    <a:pt x="133248" y="9664"/>
                  </a:lnTo>
                  <a:lnTo>
                    <a:pt x="86525" y="37884"/>
                  </a:lnTo>
                  <a:lnTo>
                    <a:pt x="52882" y="70383"/>
                  </a:lnTo>
                  <a:lnTo>
                    <a:pt x="41008" y="85699"/>
                  </a:lnTo>
                  <a:lnTo>
                    <a:pt x="76949" y="90576"/>
                  </a:lnTo>
                  <a:lnTo>
                    <a:pt x="81127" y="94107"/>
                  </a:lnTo>
                  <a:lnTo>
                    <a:pt x="82677" y="98920"/>
                  </a:lnTo>
                  <a:lnTo>
                    <a:pt x="107035" y="173659"/>
                  </a:lnTo>
                  <a:lnTo>
                    <a:pt x="105067" y="179666"/>
                  </a:lnTo>
                  <a:lnTo>
                    <a:pt x="39154" y="227584"/>
                  </a:lnTo>
                  <a:lnTo>
                    <a:pt x="36410" y="228409"/>
                  </a:lnTo>
                  <a:lnTo>
                    <a:pt x="31521" y="228409"/>
                  </a:lnTo>
                  <a:lnTo>
                    <a:pt x="29362" y="227888"/>
                  </a:lnTo>
                  <a:lnTo>
                    <a:pt x="0" y="212090"/>
                  </a:lnTo>
                  <a:lnTo>
                    <a:pt x="0" y="215392"/>
                  </a:lnTo>
                  <a:lnTo>
                    <a:pt x="2844" y="251625"/>
                  </a:lnTo>
                  <a:lnTo>
                    <a:pt x="11442" y="286677"/>
                  </a:lnTo>
                  <a:lnTo>
                    <a:pt x="25565" y="319887"/>
                  </a:lnTo>
                  <a:lnTo>
                    <a:pt x="44970" y="350608"/>
                  </a:lnTo>
                  <a:lnTo>
                    <a:pt x="60655" y="317893"/>
                  </a:lnTo>
                  <a:lnTo>
                    <a:pt x="65303" y="315010"/>
                  </a:lnTo>
                  <a:lnTo>
                    <a:pt x="149047" y="315010"/>
                  </a:lnTo>
                  <a:lnTo>
                    <a:pt x="154114" y="318693"/>
                  </a:lnTo>
                  <a:lnTo>
                    <a:pt x="178396" y="393534"/>
                  </a:lnTo>
                  <a:lnTo>
                    <a:pt x="179971" y="398322"/>
                  </a:lnTo>
                  <a:lnTo>
                    <a:pt x="178612" y="403618"/>
                  </a:lnTo>
                  <a:lnTo>
                    <a:pt x="152425" y="428752"/>
                  </a:lnTo>
                  <a:lnTo>
                    <a:pt x="170307" y="433984"/>
                  </a:lnTo>
                  <a:lnTo>
                    <a:pt x="188480" y="437730"/>
                  </a:lnTo>
                  <a:lnTo>
                    <a:pt x="206844" y="439978"/>
                  </a:lnTo>
                  <a:lnTo>
                    <a:pt x="225298" y="440728"/>
                  </a:lnTo>
                  <a:lnTo>
                    <a:pt x="243763" y="439978"/>
                  </a:lnTo>
                  <a:lnTo>
                    <a:pt x="262128" y="437730"/>
                  </a:lnTo>
                  <a:lnTo>
                    <a:pt x="280314" y="433984"/>
                  </a:lnTo>
                  <a:lnTo>
                    <a:pt x="298208" y="428752"/>
                  </a:lnTo>
                  <a:lnTo>
                    <a:pt x="271945" y="403618"/>
                  </a:lnTo>
                  <a:lnTo>
                    <a:pt x="270611" y="398322"/>
                  </a:lnTo>
                  <a:lnTo>
                    <a:pt x="294690" y="324180"/>
                  </a:lnTo>
                  <a:lnTo>
                    <a:pt x="296456" y="318693"/>
                  </a:lnTo>
                  <a:lnTo>
                    <a:pt x="301536" y="315010"/>
                  </a:lnTo>
                  <a:lnTo>
                    <a:pt x="385267" y="315010"/>
                  </a:lnTo>
                  <a:lnTo>
                    <a:pt x="389928" y="317893"/>
                  </a:lnTo>
                  <a:lnTo>
                    <a:pt x="392112" y="322491"/>
                  </a:lnTo>
                  <a:lnTo>
                    <a:pt x="405612" y="350608"/>
                  </a:lnTo>
                  <a:lnTo>
                    <a:pt x="425056" y="319887"/>
                  </a:lnTo>
                  <a:lnTo>
                    <a:pt x="427126" y="315010"/>
                  </a:lnTo>
                  <a:lnTo>
                    <a:pt x="439191" y="286677"/>
                  </a:lnTo>
                  <a:lnTo>
                    <a:pt x="441134" y="278790"/>
                  </a:lnTo>
                  <a:lnTo>
                    <a:pt x="447802" y="251625"/>
                  </a:lnTo>
                  <a:lnTo>
                    <a:pt x="449630" y="228384"/>
                  </a:lnTo>
                  <a:lnTo>
                    <a:pt x="450646" y="215392"/>
                  </a:lnTo>
                  <a:close/>
                </a:path>
              </a:pathLst>
            </a:custGeom>
            <a:solidFill>
              <a:srgbClr val="500094"/>
            </a:solidFill>
          </p:spPr>
          <p:txBody>
            <a:bodyPr wrap="square" lIns="0" tIns="0" rIns="0" bIns="0" rtlCol="0"/>
            <a:lstStyle/>
            <a:p>
              <a:endParaRPr/>
            </a:p>
          </p:txBody>
        </p:sp>
        <p:pic>
          <p:nvPicPr>
            <p:cNvPr id="119" name="object 119"/>
            <p:cNvPicPr/>
            <p:nvPr/>
          </p:nvPicPr>
          <p:blipFill>
            <a:blip r:embed="rId38" cstate="print"/>
            <a:stretch>
              <a:fillRect/>
            </a:stretch>
          </p:blipFill>
          <p:spPr>
            <a:xfrm>
              <a:off x="3319342" y="5095669"/>
              <a:ext cx="74767" cy="89116"/>
            </a:xfrm>
            <a:prstGeom prst="rect">
              <a:avLst/>
            </a:prstGeom>
          </p:spPr>
        </p:pic>
        <p:pic>
          <p:nvPicPr>
            <p:cNvPr id="120" name="object 120"/>
            <p:cNvPicPr/>
            <p:nvPr/>
          </p:nvPicPr>
          <p:blipFill>
            <a:blip r:embed="rId39" cstate="print"/>
            <a:stretch>
              <a:fillRect/>
            </a:stretch>
          </p:blipFill>
          <p:spPr>
            <a:xfrm>
              <a:off x="3009556" y="5326819"/>
              <a:ext cx="86842" cy="76033"/>
            </a:xfrm>
            <a:prstGeom prst="rect">
              <a:avLst/>
            </a:prstGeom>
          </p:spPr>
        </p:pic>
        <p:pic>
          <p:nvPicPr>
            <p:cNvPr id="121" name="object 121"/>
            <p:cNvPicPr/>
            <p:nvPr/>
          </p:nvPicPr>
          <p:blipFill>
            <a:blip r:embed="rId40" cstate="print"/>
            <a:stretch>
              <a:fillRect/>
            </a:stretch>
          </p:blipFill>
          <p:spPr>
            <a:xfrm>
              <a:off x="3245723" y="5326748"/>
              <a:ext cx="86842" cy="76104"/>
            </a:xfrm>
            <a:prstGeom prst="rect">
              <a:avLst/>
            </a:prstGeom>
          </p:spPr>
        </p:pic>
        <p:pic>
          <p:nvPicPr>
            <p:cNvPr id="122" name="object 122"/>
            <p:cNvPicPr/>
            <p:nvPr/>
          </p:nvPicPr>
          <p:blipFill>
            <a:blip r:embed="rId41" cstate="print"/>
            <a:stretch>
              <a:fillRect/>
            </a:stretch>
          </p:blipFill>
          <p:spPr>
            <a:xfrm>
              <a:off x="2947988" y="5095669"/>
              <a:ext cx="74838" cy="89187"/>
            </a:xfrm>
            <a:prstGeom prst="rect">
              <a:avLst/>
            </a:prstGeom>
          </p:spPr>
        </p:pic>
        <p:pic>
          <p:nvPicPr>
            <p:cNvPr id="123" name="object 123"/>
            <p:cNvPicPr/>
            <p:nvPr/>
          </p:nvPicPr>
          <p:blipFill>
            <a:blip r:embed="rId42" cstate="print"/>
            <a:stretch>
              <a:fillRect/>
            </a:stretch>
          </p:blipFill>
          <p:spPr>
            <a:xfrm>
              <a:off x="3126620" y="4975323"/>
              <a:ext cx="88882" cy="69446"/>
            </a:xfrm>
            <a:prstGeom prst="rect">
              <a:avLst/>
            </a:prstGeom>
          </p:spPr>
        </p:pic>
      </p:grpSp>
      <p:sp>
        <p:nvSpPr>
          <p:cNvPr id="124" name="object 124"/>
          <p:cNvSpPr/>
          <p:nvPr/>
        </p:nvSpPr>
        <p:spPr>
          <a:xfrm>
            <a:off x="5371312" y="4974729"/>
            <a:ext cx="452120" cy="452120"/>
          </a:xfrm>
          <a:custGeom>
            <a:avLst/>
            <a:gdLst/>
            <a:ahLst/>
            <a:cxnLst/>
            <a:rect l="l" t="t" r="r" b="b"/>
            <a:pathLst>
              <a:path w="452120" h="452120">
                <a:moveTo>
                  <a:pt x="106883" y="32397"/>
                </a:moveTo>
                <a:lnTo>
                  <a:pt x="100952" y="26466"/>
                </a:lnTo>
                <a:lnTo>
                  <a:pt x="93687" y="26466"/>
                </a:lnTo>
                <a:lnTo>
                  <a:pt x="86347" y="26466"/>
                </a:lnTo>
                <a:lnTo>
                  <a:pt x="80416" y="32397"/>
                </a:lnTo>
                <a:lnTo>
                  <a:pt x="80416" y="73494"/>
                </a:lnTo>
                <a:lnTo>
                  <a:pt x="86347" y="79425"/>
                </a:lnTo>
                <a:lnTo>
                  <a:pt x="100952" y="79425"/>
                </a:lnTo>
                <a:lnTo>
                  <a:pt x="106883" y="73494"/>
                </a:lnTo>
                <a:lnTo>
                  <a:pt x="106883" y="32397"/>
                </a:lnTo>
                <a:close/>
              </a:path>
              <a:path w="452120" h="452120">
                <a:moveTo>
                  <a:pt x="186321" y="5930"/>
                </a:moveTo>
                <a:lnTo>
                  <a:pt x="180390" y="0"/>
                </a:lnTo>
                <a:lnTo>
                  <a:pt x="173113" y="0"/>
                </a:lnTo>
                <a:lnTo>
                  <a:pt x="165785" y="0"/>
                </a:lnTo>
                <a:lnTo>
                  <a:pt x="159842" y="5930"/>
                </a:lnTo>
                <a:lnTo>
                  <a:pt x="159842" y="47028"/>
                </a:lnTo>
                <a:lnTo>
                  <a:pt x="165785" y="52959"/>
                </a:lnTo>
                <a:lnTo>
                  <a:pt x="180390" y="52959"/>
                </a:lnTo>
                <a:lnTo>
                  <a:pt x="186321" y="47028"/>
                </a:lnTo>
                <a:lnTo>
                  <a:pt x="186321" y="5930"/>
                </a:lnTo>
                <a:close/>
              </a:path>
              <a:path w="452120" h="452120">
                <a:moveTo>
                  <a:pt x="292227" y="5930"/>
                </a:moveTo>
                <a:lnTo>
                  <a:pt x="286283" y="0"/>
                </a:lnTo>
                <a:lnTo>
                  <a:pt x="279019" y="0"/>
                </a:lnTo>
                <a:lnTo>
                  <a:pt x="271678" y="0"/>
                </a:lnTo>
                <a:lnTo>
                  <a:pt x="265747" y="5930"/>
                </a:lnTo>
                <a:lnTo>
                  <a:pt x="265747" y="47028"/>
                </a:lnTo>
                <a:lnTo>
                  <a:pt x="271678" y="52959"/>
                </a:lnTo>
                <a:lnTo>
                  <a:pt x="286283" y="52959"/>
                </a:lnTo>
                <a:lnTo>
                  <a:pt x="292227" y="47028"/>
                </a:lnTo>
                <a:lnTo>
                  <a:pt x="292227" y="5930"/>
                </a:lnTo>
                <a:close/>
              </a:path>
              <a:path w="452120" h="452120">
                <a:moveTo>
                  <a:pt x="371652" y="32397"/>
                </a:moveTo>
                <a:lnTo>
                  <a:pt x="365721" y="26466"/>
                </a:lnTo>
                <a:lnTo>
                  <a:pt x="358457" y="26466"/>
                </a:lnTo>
                <a:lnTo>
                  <a:pt x="351091" y="26466"/>
                </a:lnTo>
                <a:lnTo>
                  <a:pt x="345160" y="32397"/>
                </a:lnTo>
                <a:lnTo>
                  <a:pt x="345160" y="73494"/>
                </a:lnTo>
                <a:lnTo>
                  <a:pt x="351091" y="79425"/>
                </a:lnTo>
                <a:lnTo>
                  <a:pt x="365721" y="79425"/>
                </a:lnTo>
                <a:lnTo>
                  <a:pt x="371652" y="73494"/>
                </a:lnTo>
                <a:lnTo>
                  <a:pt x="371652" y="32397"/>
                </a:lnTo>
                <a:close/>
              </a:path>
              <a:path w="452120" h="452120">
                <a:moveTo>
                  <a:pt x="451840" y="251536"/>
                </a:moveTo>
                <a:lnTo>
                  <a:pt x="444487" y="207937"/>
                </a:lnTo>
                <a:lnTo>
                  <a:pt x="423570" y="168452"/>
                </a:lnTo>
                <a:lnTo>
                  <a:pt x="391058" y="134518"/>
                </a:lnTo>
                <a:lnTo>
                  <a:pt x="348919" y="107543"/>
                </a:lnTo>
                <a:lnTo>
                  <a:pt x="299135" y="88950"/>
                </a:lnTo>
                <a:lnTo>
                  <a:pt x="308140" y="100050"/>
                </a:lnTo>
                <a:lnTo>
                  <a:pt x="316357" y="112433"/>
                </a:lnTo>
                <a:lnTo>
                  <a:pt x="323710" y="126060"/>
                </a:lnTo>
                <a:lnTo>
                  <a:pt x="330136" y="140855"/>
                </a:lnTo>
                <a:lnTo>
                  <a:pt x="332740" y="147701"/>
                </a:lnTo>
                <a:lnTo>
                  <a:pt x="329361" y="155321"/>
                </a:lnTo>
                <a:lnTo>
                  <a:pt x="322516" y="157924"/>
                </a:lnTo>
                <a:lnTo>
                  <a:pt x="320916" y="158559"/>
                </a:lnTo>
                <a:lnTo>
                  <a:pt x="319278" y="158864"/>
                </a:lnTo>
                <a:lnTo>
                  <a:pt x="312381" y="158864"/>
                </a:lnTo>
                <a:lnTo>
                  <a:pt x="307441" y="155625"/>
                </a:lnTo>
                <a:lnTo>
                  <a:pt x="305422" y="150368"/>
                </a:lnTo>
                <a:lnTo>
                  <a:pt x="292760" y="124536"/>
                </a:lnTo>
                <a:lnTo>
                  <a:pt x="277025" y="103962"/>
                </a:lnTo>
                <a:lnTo>
                  <a:pt x="258940" y="89281"/>
                </a:lnTo>
                <a:lnTo>
                  <a:pt x="239204" y="81114"/>
                </a:lnTo>
                <a:lnTo>
                  <a:pt x="239204" y="58889"/>
                </a:lnTo>
                <a:lnTo>
                  <a:pt x="233273" y="52959"/>
                </a:lnTo>
                <a:lnTo>
                  <a:pt x="225983" y="52959"/>
                </a:lnTo>
                <a:lnTo>
                  <a:pt x="218643" y="52959"/>
                </a:lnTo>
                <a:lnTo>
                  <a:pt x="212712" y="58889"/>
                </a:lnTo>
                <a:lnTo>
                  <a:pt x="212712" y="81114"/>
                </a:lnTo>
                <a:lnTo>
                  <a:pt x="193027" y="89281"/>
                </a:lnTo>
                <a:lnTo>
                  <a:pt x="174955" y="103962"/>
                </a:lnTo>
                <a:lnTo>
                  <a:pt x="159245" y="124536"/>
                </a:lnTo>
                <a:lnTo>
                  <a:pt x="146583" y="150368"/>
                </a:lnTo>
                <a:lnTo>
                  <a:pt x="144513" y="155625"/>
                </a:lnTo>
                <a:lnTo>
                  <a:pt x="139547" y="158864"/>
                </a:lnTo>
                <a:lnTo>
                  <a:pt x="132651" y="158864"/>
                </a:lnTo>
                <a:lnTo>
                  <a:pt x="131013" y="158559"/>
                </a:lnTo>
                <a:lnTo>
                  <a:pt x="129413" y="157924"/>
                </a:lnTo>
                <a:lnTo>
                  <a:pt x="122643" y="155321"/>
                </a:lnTo>
                <a:lnTo>
                  <a:pt x="119164" y="147701"/>
                </a:lnTo>
                <a:lnTo>
                  <a:pt x="121869" y="140855"/>
                </a:lnTo>
                <a:lnTo>
                  <a:pt x="128257" y="126060"/>
                </a:lnTo>
                <a:lnTo>
                  <a:pt x="135610" y="112433"/>
                </a:lnTo>
                <a:lnTo>
                  <a:pt x="143814" y="100050"/>
                </a:lnTo>
                <a:lnTo>
                  <a:pt x="152793" y="88950"/>
                </a:lnTo>
                <a:lnTo>
                  <a:pt x="103009" y="107543"/>
                </a:lnTo>
                <a:lnTo>
                  <a:pt x="60883" y="134518"/>
                </a:lnTo>
                <a:lnTo>
                  <a:pt x="28359" y="168440"/>
                </a:lnTo>
                <a:lnTo>
                  <a:pt x="7416" y="207899"/>
                </a:lnTo>
                <a:lnTo>
                  <a:pt x="0" y="251472"/>
                </a:lnTo>
                <a:lnTo>
                  <a:pt x="0" y="272084"/>
                </a:lnTo>
                <a:lnTo>
                  <a:pt x="5930" y="277939"/>
                </a:lnTo>
                <a:lnTo>
                  <a:pt x="20561" y="277939"/>
                </a:lnTo>
                <a:lnTo>
                  <a:pt x="26492" y="272084"/>
                </a:lnTo>
                <a:lnTo>
                  <a:pt x="26492" y="264744"/>
                </a:lnTo>
                <a:lnTo>
                  <a:pt x="29667" y="254558"/>
                </a:lnTo>
                <a:lnTo>
                  <a:pt x="38252" y="246138"/>
                </a:lnTo>
                <a:lnTo>
                  <a:pt x="50876" y="240398"/>
                </a:lnTo>
                <a:lnTo>
                  <a:pt x="66154" y="238277"/>
                </a:lnTo>
                <a:lnTo>
                  <a:pt x="81584" y="240398"/>
                </a:lnTo>
                <a:lnTo>
                  <a:pt x="94526" y="246138"/>
                </a:lnTo>
                <a:lnTo>
                  <a:pt x="103428" y="254558"/>
                </a:lnTo>
                <a:lnTo>
                  <a:pt x="106743" y="264744"/>
                </a:lnTo>
                <a:lnTo>
                  <a:pt x="106743" y="272084"/>
                </a:lnTo>
                <a:lnTo>
                  <a:pt x="112674" y="277939"/>
                </a:lnTo>
                <a:lnTo>
                  <a:pt x="127304" y="277939"/>
                </a:lnTo>
                <a:lnTo>
                  <a:pt x="133235" y="272084"/>
                </a:lnTo>
                <a:lnTo>
                  <a:pt x="133235" y="264744"/>
                </a:lnTo>
                <a:lnTo>
                  <a:pt x="136423" y="254558"/>
                </a:lnTo>
                <a:lnTo>
                  <a:pt x="145034" y="246138"/>
                </a:lnTo>
                <a:lnTo>
                  <a:pt x="157683" y="240398"/>
                </a:lnTo>
                <a:lnTo>
                  <a:pt x="172974" y="238277"/>
                </a:lnTo>
                <a:lnTo>
                  <a:pt x="188252" y="240398"/>
                </a:lnTo>
                <a:lnTo>
                  <a:pt x="200888" y="246138"/>
                </a:lnTo>
                <a:lnTo>
                  <a:pt x="209473" y="254558"/>
                </a:lnTo>
                <a:lnTo>
                  <a:pt x="212648" y="264744"/>
                </a:lnTo>
                <a:lnTo>
                  <a:pt x="212648" y="398894"/>
                </a:lnTo>
                <a:lnTo>
                  <a:pt x="210566" y="409194"/>
                </a:lnTo>
                <a:lnTo>
                  <a:pt x="204889" y="417614"/>
                </a:lnTo>
                <a:lnTo>
                  <a:pt x="196469" y="423278"/>
                </a:lnTo>
                <a:lnTo>
                  <a:pt x="186182" y="425361"/>
                </a:lnTo>
                <a:lnTo>
                  <a:pt x="175882" y="423278"/>
                </a:lnTo>
                <a:lnTo>
                  <a:pt x="167462" y="417614"/>
                </a:lnTo>
                <a:lnTo>
                  <a:pt x="161785" y="409194"/>
                </a:lnTo>
                <a:lnTo>
                  <a:pt x="159702" y="398894"/>
                </a:lnTo>
                <a:lnTo>
                  <a:pt x="159702" y="378333"/>
                </a:lnTo>
                <a:lnTo>
                  <a:pt x="153771" y="372402"/>
                </a:lnTo>
                <a:lnTo>
                  <a:pt x="139166" y="372402"/>
                </a:lnTo>
                <a:lnTo>
                  <a:pt x="133235" y="378333"/>
                </a:lnTo>
                <a:lnTo>
                  <a:pt x="133235" y="398894"/>
                </a:lnTo>
                <a:lnTo>
                  <a:pt x="137401" y="419493"/>
                </a:lnTo>
                <a:lnTo>
                  <a:pt x="148742" y="436321"/>
                </a:lnTo>
                <a:lnTo>
                  <a:pt x="165569" y="447675"/>
                </a:lnTo>
                <a:lnTo>
                  <a:pt x="186182" y="451840"/>
                </a:lnTo>
                <a:lnTo>
                  <a:pt x="206781" y="447675"/>
                </a:lnTo>
                <a:lnTo>
                  <a:pt x="223621" y="436321"/>
                </a:lnTo>
                <a:lnTo>
                  <a:pt x="234975" y="419493"/>
                </a:lnTo>
                <a:lnTo>
                  <a:pt x="239141" y="398894"/>
                </a:lnTo>
                <a:lnTo>
                  <a:pt x="239141" y="264744"/>
                </a:lnTo>
                <a:lnTo>
                  <a:pt x="242316" y="254558"/>
                </a:lnTo>
                <a:lnTo>
                  <a:pt x="250926" y="246138"/>
                </a:lnTo>
                <a:lnTo>
                  <a:pt x="263575" y="240398"/>
                </a:lnTo>
                <a:lnTo>
                  <a:pt x="278879" y="238277"/>
                </a:lnTo>
                <a:lnTo>
                  <a:pt x="294157" y="240398"/>
                </a:lnTo>
                <a:lnTo>
                  <a:pt x="306781" y="246138"/>
                </a:lnTo>
                <a:lnTo>
                  <a:pt x="315379" y="254558"/>
                </a:lnTo>
                <a:lnTo>
                  <a:pt x="318554" y="264744"/>
                </a:lnTo>
                <a:lnTo>
                  <a:pt x="318554" y="272084"/>
                </a:lnTo>
                <a:lnTo>
                  <a:pt x="324485" y="277939"/>
                </a:lnTo>
                <a:lnTo>
                  <a:pt x="339090" y="277939"/>
                </a:lnTo>
                <a:lnTo>
                  <a:pt x="345020" y="272084"/>
                </a:lnTo>
                <a:lnTo>
                  <a:pt x="345020" y="264744"/>
                </a:lnTo>
                <a:lnTo>
                  <a:pt x="348335" y="254558"/>
                </a:lnTo>
                <a:lnTo>
                  <a:pt x="357251" y="246138"/>
                </a:lnTo>
                <a:lnTo>
                  <a:pt x="370192" y="240398"/>
                </a:lnTo>
                <a:lnTo>
                  <a:pt x="385622" y="238277"/>
                </a:lnTo>
                <a:lnTo>
                  <a:pt x="400913" y="240398"/>
                </a:lnTo>
                <a:lnTo>
                  <a:pt x="413575" y="246138"/>
                </a:lnTo>
                <a:lnTo>
                  <a:pt x="422186" y="254558"/>
                </a:lnTo>
                <a:lnTo>
                  <a:pt x="425373" y="264744"/>
                </a:lnTo>
                <a:lnTo>
                  <a:pt x="425373" y="272084"/>
                </a:lnTo>
                <a:lnTo>
                  <a:pt x="431304" y="277939"/>
                </a:lnTo>
                <a:lnTo>
                  <a:pt x="445909" y="277939"/>
                </a:lnTo>
                <a:lnTo>
                  <a:pt x="451840" y="272084"/>
                </a:lnTo>
                <a:lnTo>
                  <a:pt x="451840" y="251536"/>
                </a:lnTo>
                <a:close/>
              </a:path>
            </a:pathLst>
          </a:custGeom>
          <a:solidFill>
            <a:srgbClr val="500094"/>
          </a:solidFill>
        </p:spPr>
        <p:txBody>
          <a:bodyPr wrap="square" lIns="0" tIns="0" rIns="0" bIns="0" rtlCol="0"/>
          <a:lstStyle/>
          <a:p>
            <a:endParaRPr/>
          </a:p>
        </p:txBody>
      </p:sp>
      <p:sp>
        <p:nvSpPr>
          <p:cNvPr id="125" name="object 125"/>
          <p:cNvSpPr/>
          <p:nvPr/>
        </p:nvSpPr>
        <p:spPr>
          <a:xfrm>
            <a:off x="6703892" y="3334944"/>
            <a:ext cx="451484" cy="426720"/>
          </a:xfrm>
          <a:custGeom>
            <a:avLst/>
            <a:gdLst/>
            <a:ahLst/>
            <a:cxnLst/>
            <a:rect l="l" t="t" r="r" b="b"/>
            <a:pathLst>
              <a:path w="451484" h="426720">
                <a:moveTo>
                  <a:pt x="364742" y="426591"/>
                </a:moveTo>
                <a:lnTo>
                  <a:pt x="355036" y="426591"/>
                </a:lnTo>
                <a:lnTo>
                  <a:pt x="352949" y="426122"/>
                </a:lnTo>
                <a:lnTo>
                  <a:pt x="350932" y="425044"/>
                </a:lnTo>
                <a:lnTo>
                  <a:pt x="225616" y="359889"/>
                </a:lnTo>
                <a:lnTo>
                  <a:pt x="100299" y="425044"/>
                </a:lnTo>
                <a:lnTo>
                  <a:pt x="98283" y="426122"/>
                </a:lnTo>
                <a:lnTo>
                  <a:pt x="96173" y="426591"/>
                </a:lnTo>
                <a:lnTo>
                  <a:pt x="86420" y="426591"/>
                </a:lnTo>
                <a:lnTo>
                  <a:pt x="79596" y="419628"/>
                </a:lnTo>
                <a:lnTo>
                  <a:pt x="81097" y="411000"/>
                </a:lnTo>
                <a:lnTo>
                  <a:pt x="105036" y="273187"/>
                </a:lnTo>
                <a:lnTo>
                  <a:pt x="3727" y="175560"/>
                </a:lnTo>
                <a:lnTo>
                  <a:pt x="0" y="169031"/>
                </a:lnTo>
                <a:lnTo>
                  <a:pt x="318" y="161982"/>
                </a:lnTo>
                <a:lnTo>
                  <a:pt x="4159" y="156071"/>
                </a:lnTo>
                <a:lnTo>
                  <a:pt x="10995" y="152958"/>
                </a:lnTo>
                <a:lnTo>
                  <a:pt x="150988" y="132842"/>
                </a:lnTo>
                <a:lnTo>
                  <a:pt x="213682" y="7315"/>
                </a:lnTo>
                <a:lnTo>
                  <a:pt x="216120" y="2438"/>
                </a:lnTo>
                <a:lnTo>
                  <a:pt x="220809" y="0"/>
                </a:lnTo>
                <a:lnTo>
                  <a:pt x="225522" y="0"/>
                </a:lnTo>
                <a:lnTo>
                  <a:pt x="230211" y="0"/>
                </a:lnTo>
                <a:lnTo>
                  <a:pt x="234900" y="2438"/>
                </a:lnTo>
                <a:lnTo>
                  <a:pt x="237339" y="7315"/>
                </a:lnTo>
                <a:lnTo>
                  <a:pt x="300032" y="132842"/>
                </a:lnTo>
                <a:lnTo>
                  <a:pt x="440096" y="152958"/>
                </a:lnTo>
                <a:lnTo>
                  <a:pt x="446976" y="156072"/>
                </a:lnTo>
                <a:lnTo>
                  <a:pt x="450843" y="161991"/>
                </a:lnTo>
                <a:lnTo>
                  <a:pt x="451171" y="169061"/>
                </a:lnTo>
                <a:lnTo>
                  <a:pt x="447435" y="175630"/>
                </a:lnTo>
                <a:lnTo>
                  <a:pt x="346126" y="273187"/>
                </a:lnTo>
                <a:lnTo>
                  <a:pt x="370064" y="411070"/>
                </a:lnTo>
                <a:lnTo>
                  <a:pt x="371518" y="419628"/>
                </a:lnTo>
                <a:lnTo>
                  <a:pt x="364742" y="426591"/>
                </a:lnTo>
                <a:close/>
              </a:path>
            </a:pathLst>
          </a:custGeom>
          <a:solidFill>
            <a:srgbClr val="500094"/>
          </a:solidFill>
        </p:spPr>
        <p:txBody>
          <a:bodyPr wrap="square" lIns="0" tIns="0" rIns="0" bIns="0" rtlCol="0"/>
          <a:lstStyle/>
          <a:p>
            <a:endParaRPr/>
          </a:p>
        </p:txBody>
      </p:sp>
      <p:grpSp>
        <p:nvGrpSpPr>
          <p:cNvPr id="126" name="object 126"/>
          <p:cNvGrpSpPr/>
          <p:nvPr/>
        </p:nvGrpSpPr>
        <p:grpSpPr>
          <a:xfrm>
            <a:off x="7279183" y="3322458"/>
            <a:ext cx="452120" cy="452120"/>
            <a:chOff x="7279183" y="3322458"/>
            <a:chExt cx="452120" cy="452120"/>
          </a:xfrm>
        </p:grpSpPr>
        <p:pic>
          <p:nvPicPr>
            <p:cNvPr id="127" name="object 127"/>
            <p:cNvPicPr/>
            <p:nvPr/>
          </p:nvPicPr>
          <p:blipFill>
            <a:blip r:embed="rId43" cstate="print"/>
            <a:stretch>
              <a:fillRect/>
            </a:stretch>
          </p:blipFill>
          <p:spPr>
            <a:xfrm>
              <a:off x="7492790" y="3402079"/>
              <a:ext cx="238265" cy="237761"/>
            </a:xfrm>
            <a:prstGeom prst="rect">
              <a:avLst/>
            </a:prstGeom>
          </p:spPr>
        </p:pic>
        <p:sp>
          <p:nvSpPr>
            <p:cNvPr id="128" name="object 128"/>
            <p:cNvSpPr/>
            <p:nvPr/>
          </p:nvSpPr>
          <p:spPr>
            <a:xfrm>
              <a:off x="7279183" y="3322458"/>
              <a:ext cx="381635" cy="452120"/>
            </a:xfrm>
            <a:custGeom>
              <a:avLst/>
              <a:gdLst/>
              <a:ahLst/>
              <a:cxnLst/>
              <a:rect l="l" t="t" r="r" b="b"/>
              <a:pathLst>
                <a:path w="381634" h="452120">
                  <a:moveTo>
                    <a:pt x="226835" y="451842"/>
                  </a:moveTo>
                  <a:lnTo>
                    <a:pt x="181452" y="447223"/>
                  </a:lnTo>
                  <a:lnTo>
                    <a:pt x="139028" y="433987"/>
                  </a:lnTo>
                  <a:lnTo>
                    <a:pt x="100517" y="413068"/>
                  </a:lnTo>
                  <a:lnTo>
                    <a:pt x="66872" y="385401"/>
                  </a:lnTo>
                  <a:lnTo>
                    <a:pt x="39044" y="351918"/>
                  </a:lnTo>
                  <a:lnTo>
                    <a:pt x="17988" y="313555"/>
                  </a:lnTo>
                  <a:lnTo>
                    <a:pt x="4655" y="271245"/>
                  </a:lnTo>
                  <a:lnTo>
                    <a:pt x="0" y="225921"/>
                  </a:lnTo>
                  <a:lnTo>
                    <a:pt x="4672" y="180638"/>
                  </a:lnTo>
                  <a:lnTo>
                    <a:pt x="18042" y="138346"/>
                  </a:lnTo>
                  <a:lnTo>
                    <a:pt x="39137" y="99985"/>
                  </a:lnTo>
                  <a:lnTo>
                    <a:pt x="66986" y="66494"/>
                  </a:lnTo>
                  <a:lnTo>
                    <a:pt x="100617" y="38811"/>
                  </a:lnTo>
                  <a:lnTo>
                    <a:pt x="139058" y="17875"/>
                  </a:lnTo>
                  <a:lnTo>
                    <a:pt x="181338" y="4625"/>
                  </a:lnTo>
                  <a:lnTo>
                    <a:pt x="226484" y="0"/>
                  </a:lnTo>
                  <a:lnTo>
                    <a:pt x="237168" y="256"/>
                  </a:lnTo>
                  <a:lnTo>
                    <a:pt x="276803" y="8003"/>
                  </a:lnTo>
                  <a:lnTo>
                    <a:pt x="280185" y="14717"/>
                  </a:lnTo>
                  <a:lnTo>
                    <a:pt x="279453" y="22214"/>
                  </a:lnTo>
                  <a:lnTo>
                    <a:pt x="274218" y="28392"/>
                  </a:lnTo>
                  <a:lnTo>
                    <a:pt x="237678" y="58385"/>
                  </a:lnTo>
                  <a:lnTo>
                    <a:pt x="210242" y="96006"/>
                  </a:lnTo>
                  <a:lnTo>
                    <a:pt x="193013" y="139268"/>
                  </a:lnTo>
                  <a:lnTo>
                    <a:pt x="187095" y="186181"/>
                  </a:lnTo>
                  <a:lnTo>
                    <a:pt x="193419" y="234838"/>
                  </a:lnTo>
                  <a:lnTo>
                    <a:pt x="211334" y="278665"/>
                  </a:lnTo>
                  <a:lnTo>
                    <a:pt x="239255" y="315984"/>
                  </a:lnTo>
                  <a:lnTo>
                    <a:pt x="275597" y="345119"/>
                  </a:lnTo>
                  <a:lnTo>
                    <a:pt x="318775" y="364392"/>
                  </a:lnTo>
                  <a:lnTo>
                    <a:pt x="367203" y="372127"/>
                  </a:lnTo>
                  <a:lnTo>
                    <a:pt x="372619" y="372291"/>
                  </a:lnTo>
                  <a:lnTo>
                    <a:pt x="377426" y="375738"/>
                  </a:lnTo>
                  <a:lnTo>
                    <a:pt x="379255" y="380825"/>
                  </a:lnTo>
                  <a:lnTo>
                    <a:pt x="381177" y="385984"/>
                  </a:lnTo>
                  <a:lnTo>
                    <a:pt x="379700" y="391704"/>
                  </a:lnTo>
                  <a:lnTo>
                    <a:pt x="375667" y="395292"/>
                  </a:lnTo>
                  <a:lnTo>
                    <a:pt x="342778" y="419459"/>
                  </a:lnTo>
                  <a:lnTo>
                    <a:pt x="306386" y="437177"/>
                  </a:lnTo>
                  <a:lnTo>
                    <a:pt x="267426" y="448090"/>
                  </a:lnTo>
                  <a:lnTo>
                    <a:pt x="226835" y="451842"/>
                  </a:lnTo>
                  <a:close/>
                </a:path>
              </a:pathLst>
            </a:custGeom>
            <a:solidFill>
              <a:srgbClr val="500094"/>
            </a:solidFill>
          </p:spPr>
          <p:txBody>
            <a:bodyPr wrap="square" lIns="0" tIns="0" rIns="0" bIns="0" rtlCol="0"/>
            <a:lstStyle/>
            <a:p>
              <a:endParaRPr/>
            </a:p>
          </p:txBody>
        </p:sp>
      </p:grpSp>
      <p:grpSp>
        <p:nvGrpSpPr>
          <p:cNvPr id="129" name="object 129"/>
          <p:cNvGrpSpPr/>
          <p:nvPr/>
        </p:nvGrpSpPr>
        <p:grpSpPr>
          <a:xfrm>
            <a:off x="7822038" y="3369476"/>
            <a:ext cx="452120" cy="358140"/>
            <a:chOff x="7822038" y="3369476"/>
            <a:chExt cx="452120" cy="358140"/>
          </a:xfrm>
        </p:grpSpPr>
        <p:pic>
          <p:nvPicPr>
            <p:cNvPr id="130" name="object 130"/>
            <p:cNvPicPr/>
            <p:nvPr/>
          </p:nvPicPr>
          <p:blipFill>
            <a:blip r:embed="rId44" cstate="print"/>
            <a:stretch>
              <a:fillRect/>
            </a:stretch>
          </p:blipFill>
          <p:spPr>
            <a:xfrm>
              <a:off x="8042239" y="3369476"/>
              <a:ext cx="196612" cy="132232"/>
            </a:xfrm>
            <a:prstGeom prst="rect">
              <a:avLst/>
            </a:prstGeom>
          </p:spPr>
        </p:pic>
        <p:sp>
          <p:nvSpPr>
            <p:cNvPr id="131" name="object 131"/>
            <p:cNvSpPr/>
            <p:nvPr/>
          </p:nvSpPr>
          <p:spPr>
            <a:xfrm>
              <a:off x="7822038" y="3455263"/>
              <a:ext cx="452120" cy="272415"/>
            </a:xfrm>
            <a:custGeom>
              <a:avLst/>
              <a:gdLst/>
              <a:ahLst/>
              <a:cxnLst/>
              <a:rect l="l" t="t" r="r" b="b"/>
              <a:pathLst>
                <a:path w="452120" h="272414">
                  <a:moveTo>
                    <a:pt x="346947" y="272015"/>
                  </a:moveTo>
                  <a:lnTo>
                    <a:pt x="91226" y="272015"/>
                  </a:lnTo>
                  <a:lnTo>
                    <a:pt x="55736" y="264519"/>
                  </a:lnTo>
                  <a:lnTo>
                    <a:pt x="26736" y="244083"/>
                  </a:lnTo>
                  <a:lnTo>
                    <a:pt x="7175" y="213786"/>
                  </a:lnTo>
                  <a:lnTo>
                    <a:pt x="0" y="176709"/>
                  </a:lnTo>
                  <a:lnTo>
                    <a:pt x="7185" y="139620"/>
                  </a:lnTo>
                  <a:lnTo>
                    <a:pt x="26763" y="109300"/>
                  </a:lnTo>
                  <a:lnTo>
                    <a:pt x="55766" y="88840"/>
                  </a:lnTo>
                  <a:lnTo>
                    <a:pt x="91226" y="81332"/>
                  </a:lnTo>
                  <a:lnTo>
                    <a:pt x="93899" y="81332"/>
                  </a:lnTo>
                  <a:lnTo>
                    <a:pt x="99939" y="65856"/>
                  </a:lnTo>
                  <a:lnTo>
                    <a:pt x="129770" y="26681"/>
                  </a:lnTo>
                  <a:lnTo>
                    <a:pt x="163178" y="6931"/>
                  </a:lnTo>
                  <a:lnTo>
                    <a:pt x="201350" y="0"/>
                  </a:lnTo>
                  <a:lnTo>
                    <a:pt x="202101" y="0"/>
                  </a:lnTo>
                  <a:lnTo>
                    <a:pt x="251784" y="12351"/>
                  </a:lnTo>
                  <a:lnTo>
                    <a:pt x="288438" y="42724"/>
                  </a:lnTo>
                  <a:lnTo>
                    <a:pt x="301533" y="63326"/>
                  </a:lnTo>
                  <a:lnTo>
                    <a:pt x="312477" y="58591"/>
                  </a:lnTo>
                  <a:lnTo>
                    <a:pt x="323777" y="55214"/>
                  </a:lnTo>
                  <a:lnTo>
                    <a:pt x="335314" y="53191"/>
                  </a:lnTo>
                  <a:lnTo>
                    <a:pt x="346971" y="52518"/>
                  </a:lnTo>
                  <a:lnTo>
                    <a:pt x="358923" y="53230"/>
                  </a:lnTo>
                  <a:lnTo>
                    <a:pt x="406028" y="71617"/>
                  </a:lnTo>
                  <a:lnTo>
                    <a:pt x="435688" y="103770"/>
                  </a:lnTo>
                  <a:lnTo>
                    <a:pt x="450805" y="146944"/>
                  </a:lnTo>
                  <a:lnTo>
                    <a:pt x="451843" y="162313"/>
                  </a:lnTo>
                  <a:lnTo>
                    <a:pt x="443583" y="204973"/>
                  </a:lnTo>
                  <a:lnTo>
                    <a:pt x="421076" y="239848"/>
                  </a:lnTo>
                  <a:lnTo>
                    <a:pt x="387728" y="263380"/>
                  </a:lnTo>
                  <a:lnTo>
                    <a:pt x="346947" y="272015"/>
                  </a:lnTo>
                  <a:close/>
                </a:path>
              </a:pathLst>
            </a:custGeom>
            <a:solidFill>
              <a:srgbClr val="500094"/>
            </a:solidFill>
          </p:spPr>
          <p:txBody>
            <a:bodyPr wrap="square" lIns="0" tIns="0" rIns="0" bIns="0" rtlCol="0"/>
            <a:lstStyle/>
            <a:p>
              <a:endParaRPr/>
            </a:p>
          </p:txBody>
        </p:sp>
      </p:grpSp>
      <p:sp>
        <p:nvSpPr>
          <p:cNvPr id="132" name="object 132"/>
          <p:cNvSpPr/>
          <p:nvPr/>
        </p:nvSpPr>
        <p:spPr>
          <a:xfrm>
            <a:off x="8373733" y="3412193"/>
            <a:ext cx="452120" cy="272415"/>
          </a:xfrm>
          <a:custGeom>
            <a:avLst/>
            <a:gdLst/>
            <a:ahLst/>
            <a:cxnLst/>
            <a:rect l="l" t="t" r="r" b="b"/>
            <a:pathLst>
              <a:path w="452120" h="272414">
                <a:moveTo>
                  <a:pt x="346923" y="272085"/>
                </a:moveTo>
                <a:lnTo>
                  <a:pt x="91202" y="272085"/>
                </a:lnTo>
                <a:lnTo>
                  <a:pt x="55716" y="264581"/>
                </a:lnTo>
                <a:lnTo>
                  <a:pt x="26724" y="244126"/>
                </a:lnTo>
                <a:lnTo>
                  <a:pt x="7171" y="213807"/>
                </a:lnTo>
                <a:lnTo>
                  <a:pt x="0" y="176709"/>
                </a:lnTo>
                <a:lnTo>
                  <a:pt x="7181" y="139620"/>
                </a:lnTo>
                <a:lnTo>
                  <a:pt x="26751" y="109300"/>
                </a:lnTo>
                <a:lnTo>
                  <a:pt x="55745" y="88840"/>
                </a:lnTo>
                <a:lnTo>
                  <a:pt x="91202" y="81332"/>
                </a:lnTo>
                <a:lnTo>
                  <a:pt x="93899" y="81332"/>
                </a:lnTo>
                <a:lnTo>
                  <a:pt x="99939" y="65909"/>
                </a:lnTo>
                <a:lnTo>
                  <a:pt x="129770" y="26681"/>
                </a:lnTo>
                <a:lnTo>
                  <a:pt x="163177" y="6939"/>
                </a:lnTo>
                <a:lnTo>
                  <a:pt x="201350" y="0"/>
                </a:lnTo>
                <a:lnTo>
                  <a:pt x="208424" y="235"/>
                </a:lnTo>
                <a:lnTo>
                  <a:pt x="251764" y="12360"/>
                </a:lnTo>
                <a:lnTo>
                  <a:pt x="288433" y="42724"/>
                </a:lnTo>
                <a:lnTo>
                  <a:pt x="301532" y="63326"/>
                </a:lnTo>
                <a:lnTo>
                  <a:pt x="312449" y="58621"/>
                </a:lnTo>
                <a:lnTo>
                  <a:pt x="323732" y="55267"/>
                </a:lnTo>
                <a:lnTo>
                  <a:pt x="335258" y="53257"/>
                </a:lnTo>
                <a:lnTo>
                  <a:pt x="346900" y="52588"/>
                </a:lnTo>
                <a:lnTo>
                  <a:pt x="358870" y="53297"/>
                </a:lnTo>
                <a:lnTo>
                  <a:pt x="406017" y="71658"/>
                </a:lnTo>
                <a:lnTo>
                  <a:pt x="435664" y="103863"/>
                </a:lnTo>
                <a:lnTo>
                  <a:pt x="450804" y="146965"/>
                </a:lnTo>
                <a:lnTo>
                  <a:pt x="451842" y="162313"/>
                </a:lnTo>
                <a:lnTo>
                  <a:pt x="443579" y="205024"/>
                </a:lnTo>
                <a:lnTo>
                  <a:pt x="421063" y="239918"/>
                </a:lnTo>
                <a:lnTo>
                  <a:pt x="387708" y="263453"/>
                </a:lnTo>
                <a:lnTo>
                  <a:pt x="346923" y="272085"/>
                </a:lnTo>
                <a:close/>
              </a:path>
            </a:pathLst>
          </a:custGeom>
          <a:solidFill>
            <a:srgbClr val="500094"/>
          </a:solidFill>
        </p:spPr>
        <p:txBody>
          <a:bodyPr wrap="square" lIns="0" tIns="0" rIns="0" bIns="0" rtlCol="0"/>
          <a:lstStyle/>
          <a:p>
            <a:endParaRPr/>
          </a:p>
        </p:txBody>
      </p:sp>
      <p:grpSp>
        <p:nvGrpSpPr>
          <p:cNvPr id="133" name="object 133"/>
          <p:cNvGrpSpPr/>
          <p:nvPr/>
        </p:nvGrpSpPr>
        <p:grpSpPr>
          <a:xfrm>
            <a:off x="8929896" y="3322442"/>
            <a:ext cx="453390" cy="452120"/>
            <a:chOff x="8929896" y="3322442"/>
            <a:chExt cx="453390" cy="452120"/>
          </a:xfrm>
        </p:grpSpPr>
        <p:pic>
          <p:nvPicPr>
            <p:cNvPr id="134" name="object 134"/>
            <p:cNvPicPr/>
            <p:nvPr/>
          </p:nvPicPr>
          <p:blipFill>
            <a:blip r:embed="rId45" cstate="print"/>
            <a:stretch>
              <a:fillRect/>
            </a:stretch>
          </p:blipFill>
          <p:spPr>
            <a:xfrm>
              <a:off x="9044427" y="3436317"/>
              <a:ext cx="224139" cy="224163"/>
            </a:xfrm>
            <a:prstGeom prst="rect">
              <a:avLst/>
            </a:prstGeom>
          </p:spPr>
        </p:pic>
        <p:sp>
          <p:nvSpPr>
            <p:cNvPr id="135" name="object 135"/>
            <p:cNvSpPr/>
            <p:nvPr/>
          </p:nvSpPr>
          <p:spPr>
            <a:xfrm>
              <a:off x="8929896" y="3322442"/>
              <a:ext cx="453390" cy="452120"/>
            </a:xfrm>
            <a:custGeom>
              <a:avLst/>
              <a:gdLst/>
              <a:ahLst/>
              <a:cxnLst/>
              <a:rect l="l" t="t" r="r" b="b"/>
              <a:pathLst>
                <a:path w="453390" h="452120">
                  <a:moveTo>
                    <a:pt x="276610" y="24711"/>
                  </a:moveTo>
                  <a:lnTo>
                    <a:pt x="176591" y="24711"/>
                  </a:lnTo>
                  <a:lnTo>
                    <a:pt x="222358" y="515"/>
                  </a:lnTo>
                  <a:lnTo>
                    <a:pt x="224490" y="0"/>
                  </a:lnTo>
                  <a:lnTo>
                    <a:pt x="228711" y="0"/>
                  </a:lnTo>
                  <a:lnTo>
                    <a:pt x="230845" y="515"/>
                  </a:lnTo>
                  <a:lnTo>
                    <a:pt x="276610" y="24711"/>
                  </a:lnTo>
                  <a:close/>
                </a:path>
                <a:path w="453390" h="452120">
                  <a:moveTo>
                    <a:pt x="176381" y="451866"/>
                  </a:moveTo>
                  <a:lnTo>
                    <a:pt x="172090" y="451866"/>
                  </a:lnTo>
                  <a:lnTo>
                    <a:pt x="168925" y="450694"/>
                  </a:lnTo>
                  <a:lnTo>
                    <a:pt x="129419" y="415408"/>
                  </a:lnTo>
                  <a:lnTo>
                    <a:pt x="77112" y="402419"/>
                  </a:lnTo>
                  <a:lnTo>
                    <a:pt x="73642" y="399371"/>
                  </a:lnTo>
                  <a:lnTo>
                    <a:pt x="54511" y="348611"/>
                  </a:lnTo>
                  <a:lnTo>
                    <a:pt x="14207" y="312623"/>
                  </a:lnTo>
                  <a:lnTo>
                    <a:pt x="12566" y="308308"/>
                  </a:lnTo>
                  <a:lnTo>
                    <a:pt x="13137" y="303924"/>
                  </a:lnTo>
                  <a:lnTo>
                    <a:pt x="19131" y="254431"/>
                  </a:lnTo>
                  <a:lnTo>
                    <a:pt x="1543" y="207633"/>
                  </a:lnTo>
                  <a:lnTo>
                    <a:pt x="0" y="203671"/>
                  </a:lnTo>
                  <a:lnTo>
                    <a:pt x="562" y="199076"/>
                  </a:lnTo>
                  <a:lnTo>
                    <a:pt x="31135" y="154459"/>
                  </a:lnTo>
                  <a:lnTo>
                    <a:pt x="37145" y="104825"/>
                  </a:lnTo>
                  <a:lnTo>
                    <a:pt x="37630" y="100534"/>
                  </a:lnTo>
                  <a:lnTo>
                    <a:pt x="40256" y="96783"/>
                  </a:lnTo>
                  <a:lnTo>
                    <a:pt x="87967" y="71579"/>
                  </a:lnTo>
                  <a:lnTo>
                    <a:pt x="116149" y="30502"/>
                  </a:lnTo>
                  <a:lnTo>
                    <a:pt x="118540" y="26821"/>
                  </a:lnTo>
                  <a:lnTo>
                    <a:pt x="122644" y="24711"/>
                  </a:lnTo>
                  <a:lnTo>
                    <a:pt x="330559" y="24711"/>
                  </a:lnTo>
                  <a:lnTo>
                    <a:pt x="334662" y="26821"/>
                  </a:lnTo>
                  <a:lnTo>
                    <a:pt x="365234" y="71509"/>
                  </a:lnTo>
                  <a:lnTo>
                    <a:pt x="395278" y="87404"/>
                  </a:lnTo>
                  <a:lnTo>
                    <a:pt x="226624" y="87404"/>
                  </a:lnTo>
                  <a:lnTo>
                    <a:pt x="182852" y="94477"/>
                  </a:lnTo>
                  <a:lnTo>
                    <a:pt x="144813" y="114163"/>
                  </a:lnTo>
                  <a:lnTo>
                    <a:pt x="114801" y="144165"/>
                  </a:lnTo>
                  <a:lnTo>
                    <a:pt x="95111" y="182183"/>
                  </a:lnTo>
                  <a:lnTo>
                    <a:pt x="88037" y="225921"/>
                  </a:lnTo>
                  <a:lnTo>
                    <a:pt x="95111" y="269666"/>
                  </a:lnTo>
                  <a:lnTo>
                    <a:pt x="114801" y="307702"/>
                  </a:lnTo>
                  <a:lnTo>
                    <a:pt x="144813" y="337724"/>
                  </a:lnTo>
                  <a:lnTo>
                    <a:pt x="182852" y="357428"/>
                  </a:lnTo>
                  <a:lnTo>
                    <a:pt x="226624" y="364508"/>
                  </a:lnTo>
                  <a:lnTo>
                    <a:pt x="392603" y="364508"/>
                  </a:lnTo>
                  <a:lnTo>
                    <a:pt x="379489" y="399301"/>
                  </a:lnTo>
                  <a:lnTo>
                    <a:pt x="376089" y="402349"/>
                  </a:lnTo>
                  <a:lnTo>
                    <a:pt x="323783" y="415338"/>
                  </a:lnTo>
                  <a:lnTo>
                    <a:pt x="296747" y="439487"/>
                  </a:lnTo>
                  <a:lnTo>
                    <a:pt x="226624" y="439487"/>
                  </a:lnTo>
                  <a:lnTo>
                    <a:pt x="177436" y="451748"/>
                  </a:lnTo>
                  <a:lnTo>
                    <a:pt x="176381" y="451866"/>
                  </a:lnTo>
                  <a:close/>
                </a:path>
                <a:path w="453390" h="452120">
                  <a:moveTo>
                    <a:pt x="392603" y="364508"/>
                  </a:moveTo>
                  <a:lnTo>
                    <a:pt x="226624" y="364508"/>
                  </a:lnTo>
                  <a:lnTo>
                    <a:pt x="270374" y="357428"/>
                  </a:lnTo>
                  <a:lnTo>
                    <a:pt x="308399" y="337724"/>
                  </a:lnTo>
                  <a:lnTo>
                    <a:pt x="338404" y="307702"/>
                  </a:lnTo>
                  <a:lnTo>
                    <a:pt x="358091" y="269666"/>
                  </a:lnTo>
                  <a:lnTo>
                    <a:pt x="365164" y="225921"/>
                  </a:lnTo>
                  <a:lnTo>
                    <a:pt x="358091" y="182183"/>
                  </a:lnTo>
                  <a:lnTo>
                    <a:pt x="338404" y="144165"/>
                  </a:lnTo>
                  <a:lnTo>
                    <a:pt x="308399" y="114163"/>
                  </a:lnTo>
                  <a:lnTo>
                    <a:pt x="270374" y="94477"/>
                  </a:lnTo>
                  <a:lnTo>
                    <a:pt x="226624" y="87404"/>
                  </a:lnTo>
                  <a:lnTo>
                    <a:pt x="395278" y="87404"/>
                  </a:lnTo>
                  <a:lnTo>
                    <a:pt x="412946" y="96783"/>
                  </a:lnTo>
                  <a:lnTo>
                    <a:pt x="415572" y="100534"/>
                  </a:lnTo>
                  <a:lnTo>
                    <a:pt x="416073" y="104895"/>
                  </a:lnTo>
                  <a:lnTo>
                    <a:pt x="422066" y="154459"/>
                  </a:lnTo>
                  <a:lnTo>
                    <a:pt x="450154" y="195489"/>
                  </a:lnTo>
                  <a:lnTo>
                    <a:pt x="452639" y="199076"/>
                  </a:lnTo>
                  <a:lnTo>
                    <a:pt x="453132" y="203601"/>
                  </a:lnTo>
                  <a:lnTo>
                    <a:pt x="451605" y="207704"/>
                  </a:lnTo>
                  <a:lnTo>
                    <a:pt x="434070" y="254360"/>
                  </a:lnTo>
                  <a:lnTo>
                    <a:pt x="439988" y="303995"/>
                  </a:lnTo>
                  <a:lnTo>
                    <a:pt x="440492" y="307702"/>
                  </a:lnTo>
                  <a:lnTo>
                    <a:pt x="440538" y="308308"/>
                  </a:lnTo>
                  <a:lnTo>
                    <a:pt x="438924" y="312552"/>
                  </a:lnTo>
                  <a:lnTo>
                    <a:pt x="398621" y="348541"/>
                  </a:lnTo>
                  <a:lnTo>
                    <a:pt x="392603" y="364508"/>
                  </a:lnTo>
                  <a:close/>
                </a:path>
                <a:path w="453390" h="452120">
                  <a:moveTo>
                    <a:pt x="281135" y="451842"/>
                  </a:moveTo>
                  <a:lnTo>
                    <a:pt x="276821" y="451842"/>
                  </a:lnTo>
                  <a:lnTo>
                    <a:pt x="275696" y="451702"/>
                  </a:lnTo>
                  <a:lnTo>
                    <a:pt x="274712" y="451420"/>
                  </a:lnTo>
                  <a:lnTo>
                    <a:pt x="226624" y="439487"/>
                  </a:lnTo>
                  <a:lnTo>
                    <a:pt x="296747" y="439487"/>
                  </a:lnTo>
                  <a:lnTo>
                    <a:pt x="284253" y="450646"/>
                  </a:lnTo>
                  <a:lnTo>
                    <a:pt x="281135" y="451842"/>
                  </a:lnTo>
                  <a:close/>
                </a:path>
              </a:pathLst>
            </a:custGeom>
            <a:solidFill>
              <a:srgbClr val="500094"/>
            </a:solidFill>
          </p:spPr>
          <p:txBody>
            <a:bodyPr wrap="square" lIns="0" tIns="0" rIns="0" bIns="0" rtlCol="0"/>
            <a:lstStyle/>
            <a:p>
              <a:endParaRPr/>
            </a:p>
          </p:txBody>
        </p:sp>
      </p:grpSp>
      <p:sp>
        <p:nvSpPr>
          <p:cNvPr id="136" name="object 136"/>
          <p:cNvSpPr/>
          <p:nvPr/>
        </p:nvSpPr>
        <p:spPr>
          <a:xfrm>
            <a:off x="9594901" y="3322484"/>
            <a:ext cx="225425" cy="452120"/>
          </a:xfrm>
          <a:custGeom>
            <a:avLst/>
            <a:gdLst/>
            <a:ahLst/>
            <a:cxnLst/>
            <a:rect l="l" t="t" r="r" b="b"/>
            <a:pathLst>
              <a:path w="225425" h="452120">
                <a:moveTo>
                  <a:pt x="142760" y="339382"/>
                </a:moveTo>
                <a:lnTo>
                  <a:pt x="140385" y="327583"/>
                </a:lnTo>
                <a:lnTo>
                  <a:pt x="133896" y="317957"/>
                </a:lnTo>
                <a:lnTo>
                  <a:pt x="124294" y="311467"/>
                </a:lnTo>
                <a:lnTo>
                  <a:pt x="112534" y="309079"/>
                </a:lnTo>
                <a:lnTo>
                  <a:pt x="100749" y="311467"/>
                </a:lnTo>
                <a:lnTo>
                  <a:pt x="91109" y="317957"/>
                </a:lnTo>
                <a:lnTo>
                  <a:pt x="84620" y="327583"/>
                </a:lnTo>
                <a:lnTo>
                  <a:pt x="82245" y="339382"/>
                </a:lnTo>
                <a:lnTo>
                  <a:pt x="84620" y="351167"/>
                </a:lnTo>
                <a:lnTo>
                  <a:pt x="91109" y="360794"/>
                </a:lnTo>
                <a:lnTo>
                  <a:pt x="100749" y="367284"/>
                </a:lnTo>
                <a:lnTo>
                  <a:pt x="112534" y="369671"/>
                </a:lnTo>
                <a:lnTo>
                  <a:pt x="124294" y="367284"/>
                </a:lnTo>
                <a:lnTo>
                  <a:pt x="133896" y="360794"/>
                </a:lnTo>
                <a:lnTo>
                  <a:pt x="140385" y="351167"/>
                </a:lnTo>
                <a:lnTo>
                  <a:pt x="142760" y="339382"/>
                </a:lnTo>
                <a:close/>
              </a:path>
              <a:path w="225425" h="452120">
                <a:moveTo>
                  <a:pt x="225005" y="339382"/>
                </a:moveTo>
                <a:lnTo>
                  <a:pt x="217170" y="297192"/>
                </a:lnTo>
                <a:lnTo>
                  <a:pt x="197446" y="264198"/>
                </a:lnTo>
                <a:lnTo>
                  <a:pt x="179692" y="247726"/>
                </a:lnTo>
                <a:lnTo>
                  <a:pt x="179616" y="78638"/>
                </a:lnTo>
                <a:lnTo>
                  <a:pt x="179616" y="67056"/>
                </a:lnTo>
                <a:lnTo>
                  <a:pt x="174332" y="40957"/>
                </a:lnTo>
                <a:lnTo>
                  <a:pt x="168871" y="32867"/>
                </a:lnTo>
                <a:lnTo>
                  <a:pt x="168871" y="346011"/>
                </a:lnTo>
                <a:lnTo>
                  <a:pt x="162687" y="365899"/>
                </a:lnTo>
                <a:lnTo>
                  <a:pt x="150215" y="381787"/>
                </a:lnTo>
                <a:lnTo>
                  <a:pt x="132994" y="392328"/>
                </a:lnTo>
                <a:lnTo>
                  <a:pt x="112534" y="396138"/>
                </a:lnTo>
                <a:lnTo>
                  <a:pt x="92049" y="392328"/>
                </a:lnTo>
                <a:lnTo>
                  <a:pt x="74803" y="381787"/>
                </a:lnTo>
                <a:lnTo>
                  <a:pt x="62318" y="365899"/>
                </a:lnTo>
                <a:lnTo>
                  <a:pt x="56134" y="346011"/>
                </a:lnTo>
                <a:lnTo>
                  <a:pt x="57543" y="325259"/>
                </a:lnTo>
                <a:lnTo>
                  <a:pt x="65976" y="306908"/>
                </a:lnTo>
                <a:lnTo>
                  <a:pt x="80276" y="292646"/>
                </a:lnTo>
                <a:lnTo>
                  <a:pt x="99263" y="284162"/>
                </a:lnTo>
                <a:lnTo>
                  <a:pt x="99263" y="84569"/>
                </a:lnTo>
                <a:lnTo>
                  <a:pt x="105194" y="78638"/>
                </a:lnTo>
                <a:lnTo>
                  <a:pt x="119811" y="78638"/>
                </a:lnTo>
                <a:lnTo>
                  <a:pt x="125742" y="84569"/>
                </a:lnTo>
                <a:lnTo>
                  <a:pt x="125742" y="284162"/>
                </a:lnTo>
                <a:lnTo>
                  <a:pt x="144741" y="292646"/>
                </a:lnTo>
                <a:lnTo>
                  <a:pt x="159042" y="306908"/>
                </a:lnTo>
                <a:lnTo>
                  <a:pt x="167474" y="325259"/>
                </a:lnTo>
                <a:lnTo>
                  <a:pt x="168871" y="346011"/>
                </a:lnTo>
                <a:lnTo>
                  <a:pt x="168871" y="32867"/>
                </a:lnTo>
                <a:lnTo>
                  <a:pt x="159956" y="19634"/>
                </a:lnTo>
                <a:lnTo>
                  <a:pt x="138633" y="5270"/>
                </a:lnTo>
                <a:lnTo>
                  <a:pt x="112534" y="0"/>
                </a:lnTo>
                <a:lnTo>
                  <a:pt x="86423" y="5270"/>
                </a:lnTo>
                <a:lnTo>
                  <a:pt x="65100" y="19634"/>
                </a:lnTo>
                <a:lnTo>
                  <a:pt x="50723" y="40957"/>
                </a:lnTo>
                <a:lnTo>
                  <a:pt x="45466" y="67056"/>
                </a:lnTo>
                <a:lnTo>
                  <a:pt x="45466" y="247726"/>
                </a:lnTo>
                <a:lnTo>
                  <a:pt x="26365" y="266230"/>
                </a:lnTo>
                <a:lnTo>
                  <a:pt x="12115" y="288290"/>
                </a:lnTo>
                <a:lnTo>
                  <a:pt x="3187" y="312978"/>
                </a:lnTo>
                <a:lnTo>
                  <a:pt x="0" y="339382"/>
                </a:lnTo>
                <a:lnTo>
                  <a:pt x="8851" y="383133"/>
                </a:lnTo>
                <a:lnTo>
                  <a:pt x="32969" y="418884"/>
                </a:lnTo>
                <a:lnTo>
                  <a:pt x="68745" y="443001"/>
                </a:lnTo>
                <a:lnTo>
                  <a:pt x="112534" y="451840"/>
                </a:lnTo>
                <a:lnTo>
                  <a:pt x="156324" y="443001"/>
                </a:lnTo>
                <a:lnTo>
                  <a:pt x="192074" y="418884"/>
                </a:lnTo>
                <a:lnTo>
                  <a:pt x="207403" y="396138"/>
                </a:lnTo>
                <a:lnTo>
                  <a:pt x="216166" y="383133"/>
                </a:lnTo>
                <a:lnTo>
                  <a:pt x="225005" y="339382"/>
                </a:lnTo>
                <a:close/>
              </a:path>
            </a:pathLst>
          </a:custGeom>
          <a:solidFill>
            <a:srgbClr val="500094"/>
          </a:solidFill>
        </p:spPr>
        <p:txBody>
          <a:bodyPr wrap="square" lIns="0" tIns="0" rIns="0" bIns="0" rtlCol="0"/>
          <a:lstStyle/>
          <a:p>
            <a:endParaRPr/>
          </a:p>
        </p:txBody>
      </p:sp>
      <p:sp>
        <p:nvSpPr>
          <p:cNvPr id="137" name="object 137"/>
          <p:cNvSpPr/>
          <p:nvPr/>
        </p:nvSpPr>
        <p:spPr>
          <a:xfrm>
            <a:off x="10045552" y="3322342"/>
            <a:ext cx="452120" cy="452120"/>
          </a:xfrm>
          <a:custGeom>
            <a:avLst/>
            <a:gdLst/>
            <a:ahLst/>
            <a:cxnLst/>
            <a:rect l="l" t="t" r="r" b="b"/>
            <a:pathLst>
              <a:path w="452120" h="452120">
                <a:moveTo>
                  <a:pt x="300689" y="45460"/>
                </a:moveTo>
                <a:lnTo>
                  <a:pt x="151224" y="45460"/>
                </a:lnTo>
                <a:lnTo>
                  <a:pt x="164581" y="26567"/>
                </a:lnTo>
                <a:lnTo>
                  <a:pt x="182225" y="12250"/>
                </a:lnTo>
                <a:lnTo>
                  <a:pt x="203060" y="3173"/>
                </a:lnTo>
                <a:lnTo>
                  <a:pt x="225992" y="0"/>
                </a:lnTo>
                <a:lnTo>
                  <a:pt x="248879" y="3173"/>
                </a:lnTo>
                <a:lnTo>
                  <a:pt x="269688" y="12250"/>
                </a:lnTo>
                <a:lnTo>
                  <a:pt x="287323" y="26567"/>
                </a:lnTo>
                <a:lnTo>
                  <a:pt x="300689" y="45460"/>
                </a:lnTo>
                <a:close/>
              </a:path>
              <a:path w="452120" h="452120">
                <a:moveTo>
                  <a:pt x="125809" y="410367"/>
                </a:moveTo>
                <a:lnTo>
                  <a:pt x="79202" y="396312"/>
                </a:lnTo>
                <a:lnTo>
                  <a:pt x="52259" y="367239"/>
                </a:lnTo>
                <a:lnTo>
                  <a:pt x="41581" y="323493"/>
                </a:lnTo>
                <a:lnTo>
                  <a:pt x="45461" y="300689"/>
                </a:lnTo>
                <a:lnTo>
                  <a:pt x="26587" y="287311"/>
                </a:lnTo>
                <a:lnTo>
                  <a:pt x="12268" y="269652"/>
                </a:lnTo>
                <a:lnTo>
                  <a:pt x="3179" y="248820"/>
                </a:lnTo>
                <a:lnTo>
                  <a:pt x="0" y="225921"/>
                </a:lnTo>
                <a:lnTo>
                  <a:pt x="3179" y="203018"/>
                </a:lnTo>
                <a:lnTo>
                  <a:pt x="12268" y="182180"/>
                </a:lnTo>
                <a:lnTo>
                  <a:pt x="26587" y="164520"/>
                </a:lnTo>
                <a:lnTo>
                  <a:pt x="45461" y="151153"/>
                </a:lnTo>
                <a:lnTo>
                  <a:pt x="41581" y="128338"/>
                </a:lnTo>
                <a:lnTo>
                  <a:pt x="52259" y="84589"/>
                </a:lnTo>
                <a:lnTo>
                  <a:pt x="79180" y="55534"/>
                </a:lnTo>
                <a:lnTo>
                  <a:pt x="125715" y="41498"/>
                </a:lnTo>
                <a:lnTo>
                  <a:pt x="132111" y="41741"/>
                </a:lnTo>
                <a:lnTo>
                  <a:pt x="138513" y="42477"/>
                </a:lnTo>
                <a:lnTo>
                  <a:pt x="144894" y="43714"/>
                </a:lnTo>
                <a:lnTo>
                  <a:pt x="151224" y="45460"/>
                </a:lnTo>
                <a:lnTo>
                  <a:pt x="350357" y="45460"/>
                </a:lnTo>
                <a:lnTo>
                  <a:pt x="385679" y="66140"/>
                </a:lnTo>
                <a:lnTo>
                  <a:pt x="407950" y="105736"/>
                </a:lnTo>
                <a:lnTo>
                  <a:pt x="410312" y="128338"/>
                </a:lnTo>
                <a:lnTo>
                  <a:pt x="409469" y="133287"/>
                </a:lnTo>
                <a:lnTo>
                  <a:pt x="225992" y="133287"/>
                </a:lnTo>
                <a:lnTo>
                  <a:pt x="189924" y="140564"/>
                </a:lnTo>
                <a:lnTo>
                  <a:pt x="160473" y="160411"/>
                </a:lnTo>
                <a:lnTo>
                  <a:pt x="140605" y="189854"/>
                </a:lnTo>
                <a:lnTo>
                  <a:pt x="133288" y="225921"/>
                </a:lnTo>
                <a:lnTo>
                  <a:pt x="137356" y="253091"/>
                </a:lnTo>
                <a:lnTo>
                  <a:pt x="166937" y="297364"/>
                </a:lnTo>
                <a:lnTo>
                  <a:pt x="207997" y="316848"/>
                </a:lnTo>
                <a:lnTo>
                  <a:pt x="225874" y="318601"/>
                </a:lnTo>
                <a:lnTo>
                  <a:pt x="409479" y="318601"/>
                </a:lnTo>
                <a:lnTo>
                  <a:pt x="410312" y="323493"/>
                </a:lnTo>
                <a:lnTo>
                  <a:pt x="399640" y="367239"/>
                </a:lnTo>
                <a:lnTo>
                  <a:pt x="372697" y="396312"/>
                </a:lnTo>
                <a:lnTo>
                  <a:pt x="350124" y="406451"/>
                </a:lnTo>
                <a:lnTo>
                  <a:pt x="151224" y="406451"/>
                </a:lnTo>
                <a:lnTo>
                  <a:pt x="144925" y="408171"/>
                </a:lnTo>
                <a:lnTo>
                  <a:pt x="138569" y="409394"/>
                </a:lnTo>
                <a:lnTo>
                  <a:pt x="132187" y="410124"/>
                </a:lnTo>
                <a:lnTo>
                  <a:pt x="125809" y="410367"/>
                </a:lnTo>
                <a:close/>
              </a:path>
              <a:path w="452120" h="452120">
                <a:moveTo>
                  <a:pt x="350357" y="45460"/>
                </a:moveTo>
                <a:lnTo>
                  <a:pt x="300689" y="45460"/>
                </a:lnTo>
                <a:lnTo>
                  <a:pt x="307006" y="43714"/>
                </a:lnTo>
                <a:lnTo>
                  <a:pt x="313382" y="42477"/>
                </a:lnTo>
                <a:lnTo>
                  <a:pt x="319789" y="41741"/>
                </a:lnTo>
                <a:lnTo>
                  <a:pt x="326198" y="41498"/>
                </a:lnTo>
                <a:lnTo>
                  <a:pt x="342508" y="43096"/>
                </a:lnTo>
                <a:lnTo>
                  <a:pt x="350357" y="45460"/>
                </a:lnTo>
                <a:close/>
              </a:path>
              <a:path w="452120" h="452120">
                <a:moveTo>
                  <a:pt x="409479" y="318601"/>
                </a:moveTo>
                <a:lnTo>
                  <a:pt x="225874" y="318601"/>
                </a:lnTo>
                <a:lnTo>
                  <a:pt x="243807" y="316848"/>
                </a:lnTo>
                <a:lnTo>
                  <a:pt x="261069" y="311661"/>
                </a:lnTo>
                <a:lnTo>
                  <a:pt x="307816" y="269353"/>
                </a:lnTo>
                <a:lnTo>
                  <a:pt x="318188" y="217122"/>
                </a:lnTo>
                <a:lnTo>
                  <a:pt x="311544" y="190471"/>
                </a:lnTo>
                <a:lnTo>
                  <a:pt x="297395" y="166917"/>
                </a:lnTo>
                <a:lnTo>
                  <a:pt x="277428" y="148885"/>
                </a:lnTo>
                <a:lnTo>
                  <a:pt x="253131" y="137349"/>
                </a:lnTo>
                <a:lnTo>
                  <a:pt x="225992" y="133287"/>
                </a:lnTo>
                <a:lnTo>
                  <a:pt x="409469" y="133287"/>
                </a:lnTo>
                <a:lnTo>
                  <a:pt x="406429" y="151153"/>
                </a:lnTo>
                <a:lnTo>
                  <a:pt x="425306" y="164520"/>
                </a:lnTo>
                <a:lnTo>
                  <a:pt x="439633" y="182180"/>
                </a:lnTo>
                <a:lnTo>
                  <a:pt x="448730" y="203018"/>
                </a:lnTo>
                <a:lnTo>
                  <a:pt x="451913" y="225921"/>
                </a:lnTo>
                <a:lnTo>
                  <a:pt x="448730" y="248820"/>
                </a:lnTo>
                <a:lnTo>
                  <a:pt x="439633" y="269652"/>
                </a:lnTo>
                <a:lnTo>
                  <a:pt x="425306" y="287311"/>
                </a:lnTo>
                <a:lnTo>
                  <a:pt x="406429" y="300689"/>
                </a:lnTo>
                <a:lnTo>
                  <a:pt x="409479" y="318601"/>
                </a:lnTo>
                <a:close/>
              </a:path>
              <a:path w="452120" h="452120">
                <a:moveTo>
                  <a:pt x="225992" y="451842"/>
                </a:moveTo>
                <a:lnTo>
                  <a:pt x="203060" y="448670"/>
                </a:lnTo>
                <a:lnTo>
                  <a:pt x="182225" y="439601"/>
                </a:lnTo>
                <a:lnTo>
                  <a:pt x="164581" y="425304"/>
                </a:lnTo>
                <a:lnTo>
                  <a:pt x="151224" y="406451"/>
                </a:lnTo>
                <a:lnTo>
                  <a:pt x="300689" y="406451"/>
                </a:lnTo>
                <a:lnTo>
                  <a:pt x="287323" y="425304"/>
                </a:lnTo>
                <a:lnTo>
                  <a:pt x="269688" y="439601"/>
                </a:lnTo>
                <a:lnTo>
                  <a:pt x="248879" y="448670"/>
                </a:lnTo>
                <a:lnTo>
                  <a:pt x="225992" y="451842"/>
                </a:lnTo>
                <a:close/>
              </a:path>
              <a:path w="452120" h="452120">
                <a:moveTo>
                  <a:pt x="326080" y="410367"/>
                </a:moveTo>
                <a:lnTo>
                  <a:pt x="319706" y="410124"/>
                </a:lnTo>
                <a:lnTo>
                  <a:pt x="313332" y="409394"/>
                </a:lnTo>
                <a:lnTo>
                  <a:pt x="306984" y="408171"/>
                </a:lnTo>
                <a:lnTo>
                  <a:pt x="300689" y="406451"/>
                </a:lnTo>
                <a:lnTo>
                  <a:pt x="350124" y="406451"/>
                </a:lnTo>
                <a:lnTo>
                  <a:pt x="342425" y="408768"/>
                </a:lnTo>
                <a:lnTo>
                  <a:pt x="326080" y="410367"/>
                </a:lnTo>
                <a:close/>
              </a:path>
            </a:pathLst>
          </a:custGeom>
          <a:solidFill>
            <a:srgbClr val="500094"/>
          </a:solidFill>
        </p:spPr>
        <p:txBody>
          <a:bodyPr wrap="square" lIns="0" tIns="0" rIns="0" bIns="0" rtlCol="0"/>
          <a:lstStyle/>
          <a:p>
            <a:endParaRPr/>
          </a:p>
        </p:txBody>
      </p:sp>
      <p:sp>
        <p:nvSpPr>
          <p:cNvPr id="138" name="object 138"/>
          <p:cNvSpPr/>
          <p:nvPr/>
        </p:nvSpPr>
        <p:spPr>
          <a:xfrm>
            <a:off x="10611514" y="3348788"/>
            <a:ext cx="452120" cy="399415"/>
          </a:xfrm>
          <a:custGeom>
            <a:avLst/>
            <a:gdLst/>
            <a:ahLst/>
            <a:cxnLst/>
            <a:rect l="l" t="t" r="r" b="b"/>
            <a:pathLst>
              <a:path w="452120" h="399414">
                <a:moveTo>
                  <a:pt x="229203" y="398926"/>
                </a:moveTo>
                <a:lnTo>
                  <a:pt x="222568" y="398926"/>
                </a:lnTo>
                <a:lnTo>
                  <a:pt x="219262" y="397753"/>
                </a:lnTo>
                <a:lnTo>
                  <a:pt x="216613" y="395432"/>
                </a:lnTo>
                <a:lnTo>
                  <a:pt x="202157" y="382839"/>
                </a:lnTo>
                <a:lnTo>
                  <a:pt x="188109" y="370738"/>
                </a:lnTo>
                <a:lnTo>
                  <a:pt x="174616" y="359191"/>
                </a:lnTo>
                <a:lnTo>
                  <a:pt x="161821" y="348260"/>
                </a:lnTo>
                <a:lnTo>
                  <a:pt x="115984" y="308824"/>
                </a:lnTo>
                <a:lnTo>
                  <a:pt x="76540" y="272613"/>
                </a:lnTo>
                <a:lnTo>
                  <a:pt x="44353" y="238136"/>
                </a:lnTo>
                <a:lnTo>
                  <a:pt x="20289" y="203901"/>
                </a:lnTo>
                <a:lnTo>
                  <a:pt x="5216" y="168417"/>
                </a:lnTo>
                <a:lnTo>
                  <a:pt x="0" y="130193"/>
                </a:lnTo>
                <a:lnTo>
                  <a:pt x="9122" y="78545"/>
                </a:lnTo>
                <a:lnTo>
                  <a:pt x="34327" y="37269"/>
                </a:lnTo>
                <a:lnTo>
                  <a:pt x="72373" y="9907"/>
                </a:lnTo>
                <a:lnTo>
                  <a:pt x="120017" y="0"/>
                </a:lnTo>
                <a:lnTo>
                  <a:pt x="138001" y="1452"/>
                </a:lnTo>
                <a:lnTo>
                  <a:pt x="186814" y="23093"/>
                </a:lnTo>
                <a:lnTo>
                  <a:pt x="219326" y="59074"/>
                </a:lnTo>
                <a:lnTo>
                  <a:pt x="225921" y="70102"/>
                </a:lnTo>
                <a:lnTo>
                  <a:pt x="232475" y="59074"/>
                </a:lnTo>
                <a:lnTo>
                  <a:pt x="264957" y="23093"/>
                </a:lnTo>
                <a:lnTo>
                  <a:pt x="313803" y="1452"/>
                </a:lnTo>
                <a:lnTo>
                  <a:pt x="331824" y="0"/>
                </a:lnTo>
                <a:lnTo>
                  <a:pt x="379439" y="9907"/>
                </a:lnTo>
                <a:lnTo>
                  <a:pt x="417489" y="37269"/>
                </a:lnTo>
                <a:lnTo>
                  <a:pt x="442710" y="78545"/>
                </a:lnTo>
                <a:lnTo>
                  <a:pt x="451842" y="130193"/>
                </a:lnTo>
                <a:lnTo>
                  <a:pt x="446622" y="168422"/>
                </a:lnTo>
                <a:lnTo>
                  <a:pt x="431542" y="203917"/>
                </a:lnTo>
                <a:lnTo>
                  <a:pt x="407472" y="238162"/>
                </a:lnTo>
                <a:lnTo>
                  <a:pt x="375281" y="272644"/>
                </a:lnTo>
                <a:lnTo>
                  <a:pt x="335841" y="308848"/>
                </a:lnTo>
                <a:lnTo>
                  <a:pt x="290021" y="348260"/>
                </a:lnTo>
                <a:lnTo>
                  <a:pt x="277199" y="359191"/>
                </a:lnTo>
                <a:lnTo>
                  <a:pt x="263692" y="370738"/>
                </a:lnTo>
                <a:lnTo>
                  <a:pt x="249639" y="382839"/>
                </a:lnTo>
                <a:lnTo>
                  <a:pt x="235182" y="395432"/>
                </a:lnTo>
                <a:lnTo>
                  <a:pt x="232533" y="397753"/>
                </a:lnTo>
                <a:lnTo>
                  <a:pt x="229203" y="398926"/>
                </a:lnTo>
                <a:close/>
              </a:path>
            </a:pathLst>
          </a:custGeom>
          <a:solidFill>
            <a:srgbClr val="500094"/>
          </a:solidFill>
        </p:spPr>
        <p:txBody>
          <a:bodyPr wrap="square" lIns="0" tIns="0" rIns="0" bIns="0" rtlCol="0"/>
          <a:lstStyle/>
          <a:p>
            <a:endParaRPr/>
          </a:p>
        </p:txBody>
      </p:sp>
      <p:grpSp>
        <p:nvGrpSpPr>
          <p:cNvPr id="139" name="object 139"/>
          <p:cNvGrpSpPr/>
          <p:nvPr/>
        </p:nvGrpSpPr>
        <p:grpSpPr>
          <a:xfrm>
            <a:off x="2324443" y="5014252"/>
            <a:ext cx="452120" cy="373380"/>
            <a:chOff x="2324443" y="5014252"/>
            <a:chExt cx="452120" cy="373380"/>
          </a:xfrm>
        </p:grpSpPr>
        <p:pic>
          <p:nvPicPr>
            <p:cNvPr id="140" name="object 140"/>
            <p:cNvPicPr/>
            <p:nvPr/>
          </p:nvPicPr>
          <p:blipFill>
            <a:blip r:embed="rId46" cstate="print"/>
            <a:stretch>
              <a:fillRect/>
            </a:stretch>
          </p:blipFill>
          <p:spPr>
            <a:xfrm>
              <a:off x="2324443" y="5014252"/>
              <a:ext cx="212434" cy="238957"/>
            </a:xfrm>
            <a:prstGeom prst="rect">
              <a:avLst/>
            </a:prstGeom>
          </p:spPr>
        </p:pic>
        <p:pic>
          <p:nvPicPr>
            <p:cNvPr id="141" name="object 141"/>
            <p:cNvPicPr/>
            <p:nvPr/>
          </p:nvPicPr>
          <p:blipFill>
            <a:blip r:embed="rId47" cstate="print"/>
            <a:stretch>
              <a:fillRect/>
            </a:stretch>
          </p:blipFill>
          <p:spPr>
            <a:xfrm>
              <a:off x="2563348" y="5014252"/>
              <a:ext cx="212671" cy="238512"/>
            </a:xfrm>
            <a:prstGeom prst="rect">
              <a:avLst/>
            </a:prstGeom>
          </p:spPr>
        </p:pic>
        <p:sp>
          <p:nvSpPr>
            <p:cNvPr id="142" name="object 142"/>
            <p:cNvSpPr/>
            <p:nvPr/>
          </p:nvSpPr>
          <p:spPr>
            <a:xfrm>
              <a:off x="2404504" y="5175229"/>
              <a:ext cx="291465" cy="212090"/>
            </a:xfrm>
            <a:custGeom>
              <a:avLst/>
              <a:gdLst/>
              <a:ahLst/>
              <a:cxnLst/>
              <a:rect l="l" t="t" r="r" b="b"/>
              <a:pathLst>
                <a:path w="291464" h="212089">
                  <a:moveTo>
                    <a:pt x="211502" y="211806"/>
                  </a:moveTo>
                  <a:lnTo>
                    <a:pt x="203249" y="211806"/>
                  </a:lnTo>
                  <a:lnTo>
                    <a:pt x="195629" y="210869"/>
                  </a:lnTo>
                  <a:lnTo>
                    <a:pt x="188220" y="209040"/>
                  </a:lnTo>
                  <a:lnTo>
                    <a:pt x="177674" y="206718"/>
                  </a:lnTo>
                  <a:lnTo>
                    <a:pt x="167046" y="205063"/>
                  </a:lnTo>
                  <a:lnTo>
                    <a:pt x="156361" y="204071"/>
                  </a:lnTo>
                  <a:lnTo>
                    <a:pt x="145643" y="203741"/>
                  </a:lnTo>
                  <a:lnTo>
                    <a:pt x="134940" y="204071"/>
                  </a:lnTo>
                  <a:lnTo>
                    <a:pt x="124267" y="205063"/>
                  </a:lnTo>
                  <a:lnTo>
                    <a:pt x="113655" y="206718"/>
                  </a:lnTo>
                  <a:lnTo>
                    <a:pt x="103136" y="209040"/>
                  </a:lnTo>
                  <a:lnTo>
                    <a:pt x="95657" y="210869"/>
                  </a:lnTo>
                  <a:lnTo>
                    <a:pt x="87967" y="211806"/>
                  </a:lnTo>
                  <a:lnTo>
                    <a:pt x="79691" y="211806"/>
                  </a:lnTo>
                  <a:lnTo>
                    <a:pt x="79409" y="211783"/>
                  </a:lnTo>
                  <a:lnTo>
                    <a:pt x="48535" y="206571"/>
                  </a:lnTo>
                  <a:lnTo>
                    <a:pt x="23290" y="192367"/>
                  </a:lnTo>
                  <a:lnTo>
                    <a:pt x="6252" y="171319"/>
                  </a:lnTo>
                  <a:lnTo>
                    <a:pt x="0" y="145573"/>
                  </a:lnTo>
                  <a:lnTo>
                    <a:pt x="3167" y="127257"/>
                  </a:lnTo>
                  <a:lnTo>
                    <a:pt x="12171" y="110568"/>
                  </a:lnTo>
                  <a:lnTo>
                    <a:pt x="26260" y="96500"/>
                  </a:lnTo>
                  <a:lnTo>
                    <a:pt x="44687" y="86045"/>
                  </a:lnTo>
                  <a:lnTo>
                    <a:pt x="49704" y="84005"/>
                  </a:lnTo>
                  <a:lnTo>
                    <a:pt x="52939" y="79128"/>
                  </a:lnTo>
                  <a:lnTo>
                    <a:pt x="52939" y="66139"/>
                  </a:lnTo>
                  <a:lnTo>
                    <a:pt x="64197" y="27902"/>
                  </a:lnTo>
                  <a:lnTo>
                    <a:pt x="90684" y="8267"/>
                  </a:lnTo>
                  <a:lnTo>
                    <a:pt x="121475" y="1033"/>
                  </a:lnTo>
                  <a:lnTo>
                    <a:pt x="145643" y="0"/>
                  </a:lnTo>
                  <a:lnTo>
                    <a:pt x="169791" y="1033"/>
                  </a:lnTo>
                  <a:lnTo>
                    <a:pt x="200559" y="8267"/>
                  </a:lnTo>
                  <a:lnTo>
                    <a:pt x="227027" y="27902"/>
                  </a:lnTo>
                  <a:lnTo>
                    <a:pt x="238277" y="66139"/>
                  </a:lnTo>
                  <a:lnTo>
                    <a:pt x="238277" y="79128"/>
                  </a:lnTo>
                  <a:lnTo>
                    <a:pt x="241512" y="84005"/>
                  </a:lnTo>
                  <a:lnTo>
                    <a:pt x="279063" y="110516"/>
                  </a:lnTo>
                  <a:lnTo>
                    <a:pt x="291217" y="145573"/>
                  </a:lnTo>
                  <a:lnTo>
                    <a:pt x="284961" y="171319"/>
                  </a:lnTo>
                  <a:lnTo>
                    <a:pt x="267915" y="192367"/>
                  </a:lnTo>
                  <a:lnTo>
                    <a:pt x="242661" y="206571"/>
                  </a:lnTo>
                  <a:lnTo>
                    <a:pt x="211783" y="211783"/>
                  </a:lnTo>
                  <a:lnTo>
                    <a:pt x="211502" y="211806"/>
                  </a:lnTo>
                  <a:close/>
                </a:path>
              </a:pathLst>
            </a:custGeom>
            <a:solidFill>
              <a:srgbClr val="500094"/>
            </a:solidFill>
          </p:spPr>
          <p:txBody>
            <a:bodyPr wrap="square" lIns="0" tIns="0" rIns="0" bIns="0" rtlCol="0"/>
            <a:lstStyle/>
            <a:p>
              <a:endParaRPr/>
            </a:p>
          </p:txBody>
        </p:sp>
      </p:grpSp>
      <p:pic>
        <p:nvPicPr>
          <p:cNvPr id="143" name="object 143"/>
          <p:cNvPicPr/>
          <p:nvPr/>
        </p:nvPicPr>
        <p:blipFill>
          <a:blip r:embed="rId48" cstate="print"/>
          <a:stretch>
            <a:fillRect/>
          </a:stretch>
        </p:blipFill>
        <p:spPr>
          <a:xfrm>
            <a:off x="4758098" y="5014388"/>
            <a:ext cx="453202" cy="372479"/>
          </a:xfrm>
          <a:prstGeom prst="rect">
            <a:avLst/>
          </a:prstGeom>
        </p:spPr>
      </p:pic>
      <p:grpSp>
        <p:nvGrpSpPr>
          <p:cNvPr id="144" name="object 144"/>
          <p:cNvGrpSpPr/>
          <p:nvPr/>
        </p:nvGrpSpPr>
        <p:grpSpPr>
          <a:xfrm>
            <a:off x="6717703" y="3874754"/>
            <a:ext cx="424180" cy="452120"/>
            <a:chOff x="6717703" y="3874754"/>
            <a:chExt cx="424180" cy="452120"/>
          </a:xfrm>
        </p:grpSpPr>
        <p:sp>
          <p:nvSpPr>
            <p:cNvPr id="145" name="object 145"/>
            <p:cNvSpPr/>
            <p:nvPr/>
          </p:nvSpPr>
          <p:spPr>
            <a:xfrm>
              <a:off x="6717703" y="3874757"/>
              <a:ext cx="397510" cy="452120"/>
            </a:xfrm>
            <a:custGeom>
              <a:avLst/>
              <a:gdLst/>
              <a:ahLst/>
              <a:cxnLst/>
              <a:rect l="l" t="t" r="r" b="b"/>
              <a:pathLst>
                <a:path w="397509" h="452120">
                  <a:moveTo>
                    <a:pt x="291236" y="0"/>
                  </a:moveTo>
                  <a:lnTo>
                    <a:pt x="243573" y="0"/>
                  </a:lnTo>
                  <a:lnTo>
                    <a:pt x="243573" y="52895"/>
                  </a:lnTo>
                  <a:lnTo>
                    <a:pt x="243573" y="68859"/>
                  </a:lnTo>
                  <a:lnTo>
                    <a:pt x="237032" y="74155"/>
                  </a:lnTo>
                  <a:lnTo>
                    <a:pt x="226974" y="74155"/>
                  </a:lnTo>
                  <a:lnTo>
                    <a:pt x="223659" y="72936"/>
                  </a:lnTo>
                  <a:lnTo>
                    <a:pt x="220992" y="70269"/>
                  </a:lnTo>
                  <a:lnTo>
                    <a:pt x="216763" y="66090"/>
                  </a:lnTo>
                  <a:lnTo>
                    <a:pt x="215887" y="65227"/>
                  </a:lnTo>
                  <a:lnTo>
                    <a:pt x="215760" y="56692"/>
                  </a:lnTo>
                  <a:lnTo>
                    <a:pt x="220992" y="51562"/>
                  </a:lnTo>
                  <a:lnTo>
                    <a:pt x="223685" y="48844"/>
                  </a:lnTo>
                  <a:lnTo>
                    <a:pt x="227012" y="47650"/>
                  </a:lnTo>
                  <a:lnTo>
                    <a:pt x="237058" y="47650"/>
                  </a:lnTo>
                  <a:lnTo>
                    <a:pt x="243573" y="52895"/>
                  </a:lnTo>
                  <a:lnTo>
                    <a:pt x="243573" y="0"/>
                  </a:lnTo>
                  <a:lnTo>
                    <a:pt x="225005" y="0"/>
                  </a:lnTo>
                  <a:lnTo>
                    <a:pt x="192506" y="4559"/>
                  </a:lnTo>
                  <a:lnTo>
                    <a:pt x="163576" y="17373"/>
                  </a:lnTo>
                  <a:lnTo>
                    <a:pt x="139344" y="37147"/>
                  </a:lnTo>
                  <a:lnTo>
                    <a:pt x="120954" y="62560"/>
                  </a:lnTo>
                  <a:lnTo>
                    <a:pt x="119799" y="62699"/>
                  </a:lnTo>
                  <a:lnTo>
                    <a:pt x="118681" y="62979"/>
                  </a:lnTo>
                  <a:lnTo>
                    <a:pt x="117690" y="63398"/>
                  </a:lnTo>
                  <a:lnTo>
                    <a:pt x="113944" y="65227"/>
                  </a:lnTo>
                  <a:lnTo>
                    <a:pt x="109931" y="66090"/>
                  </a:lnTo>
                  <a:lnTo>
                    <a:pt x="99047" y="66090"/>
                  </a:lnTo>
                  <a:lnTo>
                    <a:pt x="92278" y="63474"/>
                  </a:lnTo>
                  <a:lnTo>
                    <a:pt x="87122" y="58470"/>
                  </a:lnTo>
                  <a:lnTo>
                    <a:pt x="82169" y="53454"/>
                  </a:lnTo>
                  <a:lnTo>
                    <a:pt x="79362" y="46748"/>
                  </a:lnTo>
                  <a:lnTo>
                    <a:pt x="79425" y="32715"/>
                  </a:lnTo>
                  <a:lnTo>
                    <a:pt x="82169" y="27622"/>
                  </a:lnTo>
                  <a:lnTo>
                    <a:pt x="87122" y="22606"/>
                  </a:lnTo>
                  <a:lnTo>
                    <a:pt x="92341" y="17449"/>
                  </a:lnTo>
                  <a:lnTo>
                    <a:pt x="92341" y="9055"/>
                  </a:lnTo>
                  <a:lnTo>
                    <a:pt x="87122" y="3898"/>
                  </a:lnTo>
                  <a:lnTo>
                    <a:pt x="84543" y="1320"/>
                  </a:lnTo>
                  <a:lnTo>
                    <a:pt x="81165" y="25"/>
                  </a:lnTo>
                  <a:lnTo>
                    <a:pt x="74383" y="25"/>
                  </a:lnTo>
                  <a:lnTo>
                    <a:pt x="70993" y="1320"/>
                  </a:lnTo>
                  <a:lnTo>
                    <a:pt x="52959" y="39763"/>
                  </a:lnTo>
                  <a:lnTo>
                    <a:pt x="57111" y="60363"/>
                  </a:lnTo>
                  <a:lnTo>
                    <a:pt x="68440" y="77190"/>
                  </a:lnTo>
                  <a:lnTo>
                    <a:pt x="85267" y="88544"/>
                  </a:lnTo>
                  <a:lnTo>
                    <a:pt x="105892" y="92710"/>
                  </a:lnTo>
                  <a:lnTo>
                    <a:pt x="107022" y="92710"/>
                  </a:lnTo>
                  <a:lnTo>
                    <a:pt x="108102" y="92354"/>
                  </a:lnTo>
                  <a:lnTo>
                    <a:pt x="109232" y="92290"/>
                  </a:lnTo>
                  <a:lnTo>
                    <a:pt x="107302" y="100393"/>
                  </a:lnTo>
                  <a:lnTo>
                    <a:pt x="106248" y="108673"/>
                  </a:lnTo>
                  <a:lnTo>
                    <a:pt x="106045" y="116992"/>
                  </a:lnTo>
                  <a:lnTo>
                    <a:pt x="118757" y="112191"/>
                  </a:lnTo>
                  <a:lnTo>
                    <a:pt x="131864" y="108724"/>
                  </a:lnTo>
                  <a:lnTo>
                    <a:pt x="145262" y="106616"/>
                  </a:lnTo>
                  <a:lnTo>
                    <a:pt x="158864" y="105905"/>
                  </a:lnTo>
                  <a:lnTo>
                    <a:pt x="172059" y="105905"/>
                  </a:lnTo>
                  <a:lnTo>
                    <a:pt x="187515" y="109029"/>
                  </a:lnTo>
                  <a:lnTo>
                    <a:pt x="200139" y="117551"/>
                  </a:lnTo>
                  <a:lnTo>
                    <a:pt x="208648" y="130187"/>
                  </a:lnTo>
                  <a:lnTo>
                    <a:pt x="211797" y="145669"/>
                  </a:lnTo>
                  <a:lnTo>
                    <a:pt x="211797" y="212725"/>
                  </a:lnTo>
                  <a:lnTo>
                    <a:pt x="207949" y="244182"/>
                  </a:lnTo>
                  <a:lnTo>
                    <a:pt x="197065" y="272872"/>
                  </a:lnTo>
                  <a:lnTo>
                    <a:pt x="180086" y="297967"/>
                  </a:lnTo>
                  <a:lnTo>
                    <a:pt x="158013" y="318630"/>
                  </a:lnTo>
                  <a:lnTo>
                    <a:pt x="198526" y="318630"/>
                  </a:lnTo>
                  <a:lnTo>
                    <a:pt x="234607" y="311340"/>
                  </a:lnTo>
                  <a:lnTo>
                    <a:pt x="264071" y="291477"/>
                  </a:lnTo>
                  <a:lnTo>
                    <a:pt x="283946" y="262013"/>
                  </a:lnTo>
                  <a:lnTo>
                    <a:pt x="291236" y="225920"/>
                  </a:lnTo>
                  <a:lnTo>
                    <a:pt x="291236" y="105905"/>
                  </a:lnTo>
                  <a:lnTo>
                    <a:pt x="291236" y="92290"/>
                  </a:lnTo>
                  <a:lnTo>
                    <a:pt x="291236" y="74155"/>
                  </a:lnTo>
                  <a:lnTo>
                    <a:pt x="291236" y="47650"/>
                  </a:lnTo>
                  <a:lnTo>
                    <a:pt x="291236" y="0"/>
                  </a:lnTo>
                  <a:close/>
                </a:path>
                <a:path w="397509" h="452120">
                  <a:moveTo>
                    <a:pt x="397065" y="350964"/>
                  </a:moveTo>
                  <a:lnTo>
                    <a:pt x="391210" y="345097"/>
                  </a:lnTo>
                  <a:lnTo>
                    <a:pt x="13220" y="345097"/>
                  </a:lnTo>
                  <a:lnTo>
                    <a:pt x="5854" y="345097"/>
                  </a:lnTo>
                  <a:lnTo>
                    <a:pt x="0" y="350964"/>
                  </a:lnTo>
                  <a:lnTo>
                    <a:pt x="0" y="365658"/>
                  </a:lnTo>
                  <a:lnTo>
                    <a:pt x="5854" y="371589"/>
                  </a:lnTo>
                  <a:lnTo>
                    <a:pt x="52959" y="371589"/>
                  </a:lnTo>
                  <a:lnTo>
                    <a:pt x="52959" y="412178"/>
                  </a:lnTo>
                  <a:lnTo>
                    <a:pt x="56070" y="427609"/>
                  </a:lnTo>
                  <a:lnTo>
                    <a:pt x="64566" y="440220"/>
                  </a:lnTo>
                  <a:lnTo>
                    <a:pt x="77165" y="448729"/>
                  </a:lnTo>
                  <a:lnTo>
                    <a:pt x="92633" y="451840"/>
                  </a:lnTo>
                  <a:lnTo>
                    <a:pt x="99961" y="451840"/>
                  </a:lnTo>
                  <a:lnTo>
                    <a:pt x="105892" y="445909"/>
                  </a:lnTo>
                  <a:lnTo>
                    <a:pt x="105892" y="371589"/>
                  </a:lnTo>
                  <a:lnTo>
                    <a:pt x="132372" y="371589"/>
                  </a:lnTo>
                  <a:lnTo>
                    <a:pt x="132372" y="384797"/>
                  </a:lnTo>
                  <a:lnTo>
                    <a:pt x="135483" y="400392"/>
                  </a:lnTo>
                  <a:lnTo>
                    <a:pt x="143979" y="413308"/>
                  </a:lnTo>
                  <a:lnTo>
                    <a:pt x="156591" y="422122"/>
                  </a:lnTo>
                  <a:lnTo>
                    <a:pt x="172059" y="425373"/>
                  </a:lnTo>
                  <a:lnTo>
                    <a:pt x="179400" y="425373"/>
                  </a:lnTo>
                  <a:lnTo>
                    <a:pt x="185331" y="419442"/>
                  </a:lnTo>
                  <a:lnTo>
                    <a:pt x="185331" y="371589"/>
                  </a:lnTo>
                  <a:lnTo>
                    <a:pt x="211797" y="371589"/>
                  </a:lnTo>
                  <a:lnTo>
                    <a:pt x="211797" y="445909"/>
                  </a:lnTo>
                  <a:lnTo>
                    <a:pt x="217665" y="451840"/>
                  </a:lnTo>
                  <a:lnTo>
                    <a:pt x="232346" y="451840"/>
                  </a:lnTo>
                  <a:lnTo>
                    <a:pt x="238277" y="445909"/>
                  </a:lnTo>
                  <a:lnTo>
                    <a:pt x="238277" y="371589"/>
                  </a:lnTo>
                  <a:lnTo>
                    <a:pt x="391210" y="371589"/>
                  </a:lnTo>
                  <a:lnTo>
                    <a:pt x="397065" y="365658"/>
                  </a:lnTo>
                  <a:lnTo>
                    <a:pt x="397065" y="350964"/>
                  </a:lnTo>
                  <a:close/>
                </a:path>
              </a:pathLst>
            </a:custGeom>
            <a:solidFill>
              <a:srgbClr val="500094"/>
            </a:solidFill>
          </p:spPr>
          <p:txBody>
            <a:bodyPr wrap="square" lIns="0" tIns="0" rIns="0" bIns="0" rtlCol="0"/>
            <a:lstStyle/>
            <a:p>
              <a:endParaRPr/>
            </a:p>
          </p:txBody>
        </p:sp>
        <p:pic>
          <p:nvPicPr>
            <p:cNvPr id="146" name="object 146"/>
            <p:cNvPicPr/>
            <p:nvPr/>
          </p:nvPicPr>
          <p:blipFill>
            <a:blip r:embed="rId49" cstate="print"/>
            <a:stretch>
              <a:fillRect/>
            </a:stretch>
          </p:blipFill>
          <p:spPr>
            <a:xfrm>
              <a:off x="6770666" y="4007127"/>
              <a:ext cx="132373" cy="186251"/>
            </a:xfrm>
            <a:prstGeom prst="rect">
              <a:avLst/>
            </a:prstGeom>
          </p:spPr>
        </p:pic>
        <p:pic>
          <p:nvPicPr>
            <p:cNvPr id="147" name="object 147"/>
            <p:cNvPicPr/>
            <p:nvPr/>
          </p:nvPicPr>
          <p:blipFill>
            <a:blip r:embed="rId50" cstate="print"/>
            <a:stretch>
              <a:fillRect/>
            </a:stretch>
          </p:blipFill>
          <p:spPr>
            <a:xfrm>
              <a:off x="7035343" y="3874754"/>
              <a:ext cx="105973" cy="105903"/>
            </a:xfrm>
            <a:prstGeom prst="rect">
              <a:avLst/>
            </a:prstGeom>
          </p:spPr>
        </p:pic>
      </p:grpSp>
      <p:grpSp>
        <p:nvGrpSpPr>
          <p:cNvPr id="148" name="object 148"/>
          <p:cNvGrpSpPr/>
          <p:nvPr/>
        </p:nvGrpSpPr>
        <p:grpSpPr>
          <a:xfrm>
            <a:off x="7278275" y="3874498"/>
            <a:ext cx="452755" cy="452755"/>
            <a:chOff x="7278275" y="3874498"/>
            <a:chExt cx="452755" cy="452755"/>
          </a:xfrm>
        </p:grpSpPr>
        <p:sp>
          <p:nvSpPr>
            <p:cNvPr id="149" name="object 149"/>
            <p:cNvSpPr/>
            <p:nvPr/>
          </p:nvSpPr>
          <p:spPr>
            <a:xfrm>
              <a:off x="7324193" y="3941177"/>
              <a:ext cx="283845" cy="260350"/>
            </a:xfrm>
            <a:custGeom>
              <a:avLst/>
              <a:gdLst/>
              <a:ahLst/>
              <a:cxnLst/>
              <a:rect l="l" t="t" r="r" b="b"/>
              <a:pathLst>
                <a:path w="283845" h="260350">
                  <a:moveTo>
                    <a:pt x="61005" y="259941"/>
                  </a:moveTo>
                  <a:lnTo>
                    <a:pt x="50320" y="253530"/>
                  </a:lnTo>
                  <a:lnTo>
                    <a:pt x="38875" y="248892"/>
                  </a:lnTo>
                  <a:lnTo>
                    <a:pt x="26891" y="246073"/>
                  </a:lnTo>
                  <a:lnTo>
                    <a:pt x="14583" y="245123"/>
                  </a:lnTo>
                  <a:lnTo>
                    <a:pt x="9730" y="245123"/>
                  </a:lnTo>
                  <a:lnTo>
                    <a:pt x="4853" y="245568"/>
                  </a:lnTo>
                  <a:lnTo>
                    <a:pt x="0" y="246459"/>
                  </a:lnTo>
                  <a:lnTo>
                    <a:pt x="246460" y="0"/>
                  </a:lnTo>
                  <a:lnTo>
                    <a:pt x="283668" y="37208"/>
                  </a:lnTo>
                  <a:lnTo>
                    <a:pt x="61005" y="259941"/>
                  </a:lnTo>
                  <a:close/>
                </a:path>
              </a:pathLst>
            </a:custGeom>
            <a:solidFill>
              <a:srgbClr val="500094"/>
            </a:solidFill>
          </p:spPr>
          <p:txBody>
            <a:bodyPr wrap="square" lIns="0" tIns="0" rIns="0" bIns="0" rtlCol="0"/>
            <a:lstStyle/>
            <a:p>
              <a:endParaRPr/>
            </a:p>
          </p:txBody>
        </p:sp>
        <p:pic>
          <p:nvPicPr>
            <p:cNvPr id="150" name="object 150"/>
            <p:cNvPicPr/>
            <p:nvPr/>
          </p:nvPicPr>
          <p:blipFill>
            <a:blip r:embed="rId51" cstate="print"/>
            <a:stretch>
              <a:fillRect/>
            </a:stretch>
          </p:blipFill>
          <p:spPr>
            <a:xfrm>
              <a:off x="7589293" y="3874498"/>
              <a:ext cx="141142" cy="141165"/>
            </a:xfrm>
            <a:prstGeom prst="rect">
              <a:avLst/>
            </a:prstGeom>
          </p:spPr>
        </p:pic>
        <p:sp>
          <p:nvSpPr>
            <p:cNvPr id="151" name="object 151"/>
            <p:cNvSpPr/>
            <p:nvPr/>
          </p:nvSpPr>
          <p:spPr>
            <a:xfrm>
              <a:off x="7403838" y="3997024"/>
              <a:ext cx="260350" cy="283845"/>
            </a:xfrm>
            <a:custGeom>
              <a:avLst/>
              <a:gdLst/>
              <a:ahLst/>
              <a:cxnLst/>
              <a:rect l="l" t="t" r="r" b="b"/>
              <a:pathLst>
                <a:path w="260350" h="283845">
                  <a:moveTo>
                    <a:pt x="13481" y="283738"/>
                  </a:moveTo>
                  <a:lnTo>
                    <a:pt x="14813" y="267697"/>
                  </a:lnTo>
                  <a:lnTo>
                    <a:pt x="12938" y="251863"/>
                  </a:lnTo>
                  <a:lnTo>
                    <a:pt x="7965" y="236715"/>
                  </a:lnTo>
                  <a:lnTo>
                    <a:pt x="0" y="222732"/>
                  </a:lnTo>
                  <a:lnTo>
                    <a:pt x="222732" y="0"/>
                  </a:lnTo>
                  <a:lnTo>
                    <a:pt x="259940" y="37278"/>
                  </a:lnTo>
                  <a:lnTo>
                    <a:pt x="13481" y="283738"/>
                  </a:lnTo>
                  <a:close/>
                </a:path>
              </a:pathLst>
            </a:custGeom>
            <a:solidFill>
              <a:srgbClr val="500094"/>
            </a:solidFill>
          </p:spPr>
          <p:txBody>
            <a:bodyPr wrap="square" lIns="0" tIns="0" rIns="0" bIns="0" rtlCol="0"/>
            <a:lstStyle/>
            <a:p>
              <a:endParaRPr/>
            </a:p>
          </p:txBody>
        </p:sp>
        <p:pic>
          <p:nvPicPr>
            <p:cNvPr id="152" name="object 152"/>
            <p:cNvPicPr/>
            <p:nvPr/>
          </p:nvPicPr>
          <p:blipFill>
            <a:blip r:embed="rId52" cstate="print"/>
            <a:stretch>
              <a:fillRect/>
            </a:stretch>
          </p:blipFill>
          <p:spPr>
            <a:xfrm>
              <a:off x="7278275" y="4212606"/>
              <a:ext cx="113851" cy="114226"/>
            </a:xfrm>
            <a:prstGeom prst="rect">
              <a:avLst/>
            </a:prstGeom>
          </p:spPr>
        </p:pic>
      </p:grpSp>
      <p:grpSp>
        <p:nvGrpSpPr>
          <p:cNvPr id="153" name="object 153"/>
          <p:cNvGrpSpPr/>
          <p:nvPr/>
        </p:nvGrpSpPr>
        <p:grpSpPr>
          <a:xfrm>
            <a:off x="7847945" y="3874754"/>
            <a:ext cx="401955" cy="450850"/>
            <a:chOff x="7847945" y="3874754"/>
            <a:chExt cx="401955" cy="450850"/>
          </a:xfrm>
        </p:grpSpPr>
        <p:sp>
          <p:nvSpPr>
            <p:cNvPr id="154" name="object 154"/>
            <p:cNvSpPr/>
            <p:nvPr/>
          </p:nvSpPr>
          <p:spPr>
            <a:xfrm>
              <a:off x="7847945" y="3874754"/>
              <a:ext cx="401955" cy="450850"/>
            </a:xfrm>
            <a:custGeom>
              <a:avLst/>
              <a:gdLst/>
              <a:ahLst/>
              <a:cxnLst/>
              <a:rect l="l" t="t" r="r" b="b"/>
              <a:pathLst>
                <a:path w="401954" h="450850">
                  <a:moveTo>
                    <a:pt x="152643" y="93980"/>
                  </a:moveTo>
                  <a:lnTo>
                    <a:pt x="124963" y="93980"/>
                  </a:lnTo>
                  <a:lnTo>
                    <a:pt x="138346" y="55880"/>
                  </a:lnTo>
                  <a:lnTo>
                    <a:pt x="155463" y="26670"/>
                  </a:lnTo>
                  <a:lnTo>
                    <a:pt x="176269" y="6350"/>
                  </a:lnTo>
                  <a:lnTo>
                    <a:pt x="200716" y="0"/>
                  </a:lnTo>
                  <a:lnTo>
                    <a:pt x="225199" y="6350"/>
                  </a:lnTo>
                  <a:lnTo>
                    <a:pt x="244753" y="25400"/>
                  </a:lnTo>
                  <a:lnTo>
                    <a:pt x="200716" y="25400"/>
                  </a:lnTo>
                  <a:lnTo>
                    <a:pt x="187101" y="31750"/>
                  </a:lnTo>
                  <a:lnTo>
                    <a:pt x="173718" y="45720"/>
                  </a:lnTo>
                  <a:lnTo>
                    <a:pt x="161250" y="69850"/>
                  </a:lnTo>
                  <a:lnTo>
                    <a:pt x="152643" y="93980"/>
                  </a:lnTo>
                  <a:close/>
                </a:path>
                <a:path w="401954" h="450850">
                  <a:moveTo>
                    <a:pt x="283126" y="120650"/>
                  </a:moveTo>
                  <a:lnTo>
                    <a:pt x="200856" y="120650"/>
                  </a:lnTo>
                  <a:lnTo>
                    <a:pt x="238344" y="105410"/>
                  </a:lnTo>
                  <a:lnTo>
                    <a:pt x="251123" y="101600"/>
                  </a:lnTo>
                  <a:lnTo>
                    <a:pt x="240280" y="69850"/>
                  </a:lnTo>
                  <a:lnTo>
                    <a:pt x="227801" y="45720"/>
                  </a:lnTo>
                  <a:lnTo>
                    <a:pt x="214382" y="31750"/>
                  </a:lnTo>
                  <a:lnTo>
                    <a:pt x="200716" y="25400"/>
                  </a:lnTo>
                  <a:lnTo>
                    <a:pt x="244753" y="25400"/>
                  </a:lnTo>
                  <a:lnTo>
                    <a:pt x="246056" y="26670"/>
                  </a:lnTo>
                  <a:lnTo>
                    <a:pt x="263217" y="55880"/>
                  </a:lnTo>
                  <a:lnTo>
                    <a:pt x="276609" y="93980"/>
                  </a:lnTo>
                  <a:lnTo>
                    <a:pt x="397409" y="93980"/>
                  </a:lnTo>
                  <a:lnTo>
                    <a:pt x="399323" y="106680"/>
                  </a:lnTo>
                  <a:lnTo>
                    <a:pt x="399253" y="110490"/>
                  </a:lnTo>
                  <a:lnTo>
                    <a:pt x="398831" y="113030"/>
                  </a:lnTo>
                  <a:lnTo>
                    <a:pt x="320522" y="113030"/>
                  </a:lnTo>
                  <a:lnTo>
                    <a:pt x="292198" y="116840"/>
                  </a:lnTo>
                  <a:lnTo>
                    <a:pt x="282893" y="119380"/>
                  </a:lnTo>
                  <a:lnTo>
                    <a:pt x="283126" y="120650"/>
                  </a:lnTo>
                  <a:close/>
                </a:path>
                <a:path w="401954" h="450850">
                  <a:moveTo>
                    <a:pt x="81153" y="364490"/>
                  </a:moveTo>
                  <a:lnTo>
                    <a:pt x="67920" y="364490"/>
                  </a:lnTo>
                  <a:lnTo>
                    <a:pt x="47676" y="363220"/>
                  </a:lnTo>
                  <a:lnTo>
                    <a:pt x="30252" y="358140"/>
                  </a:lnTo>
                  <a:lnTo>
                    <a:pt x="16147" y="350520"/>
                  </a:lnTo>
                  <a:lnTo>
                    <a:pt x="5860" y="337820"/>
                  </a:lnTo>
                  <a:lnTo>
                    <a:pt x="0" y="318770"/>
                  </a:lnTo>
                  <a:lnTo>
                    <a:pt x="2639" y="295910"/>
                  </a:lnTo>
                  <a:lnTo>
                    <a:pt x="13618" y="270510"/>
                  </a:lnTo>
                  <a:lnTo>
                    <a:pt x="32775" y="242570"/>
                  </a:lnTo>
                  <a:lnTo>
                    <a:pt x="37628" y="237490"/>
                  </a:lnTo>
                  <a:lnTo>
                    <a:pt x="43490" y="231140"/>
                  </a:lnTo>
                  <a:lnTo>
                    <a:pt x="49281" y="224790"/>
                  </a:lnTo>
                  <a:lnTo>
                    <a:pt x="43490" y="219710"/>
                  </a:lnTo>
                  <a:lnTo>
                    <a:pt x="37628" y="213360"/>
                  </a:lnTo>
                  <a:lnTo>
                    <a:pt x="32775" y="207010"/>
                  </a:lnTo>
                  <a:lnTo>
                    <a:pt x="14567" y="181610"/>
                  </a:lnTo>
                  <a:lnTo>
                    <a:pt x="3641" y="157480"/>
                  </a:lnTo>
                  <a:lnTo>
                    <a:pt x="79" y="135890"/>
                  </a:lnTo>
                  <a:lnTo>
                    <a:pt x="3961" y="116840"/>
                  </a:lnTo>
                  <a:lnTo>
                    <a:pt x="2836" y="114300"/>
                  </a:lnTo>
                  <a:lnTo>
                    <a:pt x="2203" y="110490"/>
                  </a:lnTo>
                  <a:lnTo>
                    <a:pt x="2203" y="106680"/>
                  </a:lnTo>
                  <a:lnTo>
                    <a:pt x="4296" y="92710"/>
                  </a:lnTo>
                  <a:lnTo>
                    <a:pt x="10268" y="82550"/>
                  </a:lnTo>
                  <a:lnTo>
                    <a:pt x="19492" y="73660"/>
                  </a:lnTo>
                  <a:lnTo>
                    <a:pt x="31345" y="67310"/>
                  </a:lnTo>
                  <a:lnTo>
                    <a:pt x="34815" y="67310"/>
                  </a:lnTo>
                  <a:lnTo>
                    <a:pt x="38332" y="66040"/>
                  </a:lnTo>
                  <a:lnTo>
                    <a:pt x="41802" y="66040"/>
                  </a:lnTo>
                  <a:lnTo>
                    <a:pt x="51950" y="67310"/>
                  </a:lnTo>
                  <a:lnTo>
                    <a:pt x="61353" y="71120"/>
                  </a:lnTo>
                  <a:lnTo>
                    <a:pt x="69520" y="77470"/>
                  </a:lnTo>
                  <a:lnTo>
                    <a:pt x="75962" y="86360"/>
                  </a:lnTo>
                  <a:lnTo>
                    <a:pt x="87387" y="86360"/>
                  </a:lnTo>
                  <a:lnTo>
                    <a:pt x="99381" y="88900"/>
                  </a:lnTo>
                  <a:lnTo>
                    <a:pt x="111916" y="90170"/>
                  </a:lnTo>
                  <a:lnTo>
                    <a:pt x="124963" y="93980"/>
                  </a:lnTo>
                  <a:lnTo>
                    <a:pt x="152643" y="93980"/>
                  </a:lnTo>
                  <a:lnTo>
                    <a:pt x="150378" y="100330"/>
                  </a:lnTo>
                  <a:lnTo>
                    <a:pt x="182169" y="113030"/>
                  </a:lnTo>
                  <a:lnTo>
                    <a:pt x="80909" y="113030"/>
                  </a:lnTo>
                  <a:lnTo>
                    <a:pt x="76125" y="125730"/>
                  </a:lnTo>
                  <a:lnTo>
                    <a:pt x="67378" y="135890"/>
                  </a:lnTo>
                  <a:lnTo>
                    <a:pt x="55637" y="143510"/>
                  </a:lnTo>
                  <a:lnTo>
                    <a:pt x="27125" y="143510"/>
                  </a:lnTo>
                  <a:lnTo>
                    <a:pt x="30088" y="153670"/>
                  </a:lnTo>
                  <a:lnTo>
                    <a:pt x="35463" y="165100"/>
                  </a:lnTo>
                  <a:lnTo>
                    <a:pt x="43198" y="177800"/>
                  </a:lnTo>
                  <a:lnTo>
                    <a:pt x="53243" y="190500"/>
                  </a:lnTo>
                  <a:lnTo>
                    <a:pt x="57698" y="195580"/>
                  </a:lnTo>
                  <a:lnTo>
                    <a:pt x="63114" y="201930"/>
                  </a:lnTo>
                  <a:lnTo>
                    <a:pt x="68412" y="207010"/>
                  </a:lnTo>
                  <a:lnTo>
                    <a:pt x="134895" y="207010"/>
                  </a:lnTo>
                  <a:lnTo>
                    <a:pt x="134862" y="208280"/>
                  </a:lnTo>
                  <a:lnTo>
                    <a:pt x="108387" y="208280"/>
                  </a:lnTo>
                  <a:lnTo>
                    <a:pt x="102969" y="212090"/>
                  </a:lnTo>
                  <a:lnTo>
                    <a:pt x="97728" y="217170"/>
                  </a:lnTo>
                  <a:lnTo>
                    <a:pt x="92624" y="220980"/>
                  </a:lnTo>
                  <a:lnTo>
                    <a:pt x="87614" y="224790"/>
                  </a:lnTo>
                  <a:lnTo>
                    <a:pt x="92624" y="229870"/>
                  </a:lnTo>
                  <a:lnTo>
                    <a:pt x="97728" y="233680"/>
                  </a:lnTo>
                  <a:lnTo>
                    <a:pt x="102969" y="238760"/>
                  </a:lnTo>
                  <a:lnTo>
                    <a:pt x="108387" y="242570"/>
                  </a:lnTo>
                  <a:lnTo>
                    <a:pt x="134866" y="242570"/>
                  </a:lnTo>
                  <a:lnTo>
                    <a:pt x="134901" y="243840"/>
                  </a:lnTo>
                  <a:lnTo>
                    <a:pt x="68342" y="243840"/>
                  </a:lnTo>
                  <a:lnTo>
                    <a:pt x="63114" y="248920"/>
                  </a:lnTo>
                  <a:lnTo>
                    <a:pt x="57628" y="254000"/>
                  </a:lnTo>
                  <a:lnTo>
                    <a:pt x="53173" y="260350"/>
                  </a:lnTo>
                  <a:lnTo>
                    <a:pt x="38720" y="279400"/>
                  </a:lnTo>
                  <a:lnTo>
                    <a:pt x="29651" y="297180"/>
                  </a:lnTo>
                  <a:lnTo>
                    <a:pt x="26236" y="312420"/>
                  </a:lnTo>
                  <a:lnTo>
                    <a:pt x="28743" y="325120"/>
                  </a:lnTo>
                  <a:lnTo>
                    <a:pt x="34241" y="330200"/>
                  </a:lnTo>
                  <a:lnTo>
                    <a:pt x="42696" y="335280"/>
                  </a:lnTo>
                  <a:lnTo>
                    <a:pt x="53863" y="337820"/>
                  </a:lnTo>
                  <a:lnTo>
                    <a:pt x="182052" y="337820"/>
                  </a:lnTo>
                  <a:lnTo>
                    <a:pt x="163113" y="345440"/>
                  </a:lnTo>
                  <a:lnTo>
                    <a:pt x="150308" y="349250"/>
                  </a:lnTo>
                  <a:lnTo>
                    <a:pt x="152910" y="356870"/>
                  </a:lnTo>
                  <a:lnTo>
                    <a:pt x="124822" y="356870"/>
                  </a:lnTo>
                  <a:lnTo>
                    <a:pt x="109730" y="360680"/>
                  </a:lnTo>
                  <a:lnTo>
                    <a:pt x="95132" y="363220"/>
                  </a:lnTo>
                  <a:lnTo>
                    <a:pt x="81153" y="364490"/>
                  </a:lnTo>
                  <a:close/>
                </a:path>
                <a:path w="401954" h="450850">
                  <a:moveTo>
                    <a:pt x="397409" y="93980"/>
                  </a:moveTo>
                  <a:lnTo>
                    <a:pt x="276609" y="93980"/>
                  </a:lnTo>
                  <a:lnTo>
                    <a:pt x="300864" y="88900"/>
                  </a:lnTo>
                  <a:lnTo>
                    <a:pt x="325469" y="86360"/>
                  </a:lnTo>
                  <a:lnTo>
                    <a:pt x="331910" y="77470"/>
                  </a:lnTo>
                  <a:lnTo>
                    <a:pt x="340105" y="71120"/>
                  </a:lnTo>
                  <a:lnTo>
                    <a:pt x="349558" y="67310"/>
                  </a:lnTo>
                  <a:lnTo>
                    <a:pt x="359770" y="66040"/>
                  </a:lnTo>
                  <a:lnTo>
                    <a:pt x="363193" y="66040"/>
                  </a:lnTo>
                  <a:lnTo>
                    <a:pt x="366663" y="67310"/>
                  </a:lnTo>
                  <a:lnTo>
                    <a:pt x="370086" y="67310"/>
                  </a:lnTo>
                  <a:lnTo>
                    <a:pt x="381964" y="73660"/>
                  </a:lnTo>
                  <a:lnTo>
                    <a:pt x="391220" y="82550"/>
                  </a:lnTo>
                  <a:lnTo>
                    <a:pt x="397218" y="92710"/>
                  </a:lnTo>
                  <a:lnTo>
                    <a:pt x="397409" y="93980"/>
                  </a:lnTo>
                  <a:close/>
                </a:path>
                <a:path w="401954" h="450850">
                  <a:moveTo>
                    <a:pt x="134895" y="207010"/>
                  </a:moveTo>
                  <a:lnTo>
                    <a:pt x="68412" y="207010"/>
                  </a:lnTo>
                  <a:lnTo>
                    <a:pt x="78604" y="198120"/>
                  </a:lnTo>
                  <a:lnTo>
                    <a:pt x="89051" y="189230"/>
                  </a:lnTo>
                  <a:lnTo>
                    <a:pt x="99734" y="181610"/>
                  </a:lnTo>
                  <a:lnTo>
                    <a:pt x="110638" y="173990"/>
                  </a:lnTo>
                  <a:lnTo>
                    <a:pt x="112051" y="160020"/>
                  </a:lnTo>
                  <a:lnTo>
                    <a:pt x="113850" y="146050"/>
                  </a:lnTo>
                  <a:lnTo>
                    <a:pt x="116019" y="133350"/>
                  </a:lnTo>
                  <a:lnTo>
                    <a:pt x="118539" y="119380"/>
                  </a:lnTo>
                  <a:lnTo>
                    <a:pt x="109234" y="116840"/>
                  </a:lnTo>
                  <a:lnTo>
                    <a:pt x="80909" y="113030"/>
                  </a:lnTo>
                  <a:lnTo>
                    <a:pt x="182169" y="113030"/>
                  </a:lnTo>
                  <a:lnTo>
                    <a:pt x="200856" y="120650"/>
                  </a:lnTo>
                  <a:lnTo>
                    <a:pt x="283126" y="120650"/>
                  </a:lnTo>
                  <a:lnTo>
                    <a:pt x="284290" y="127000"/>
                  </a:lnTo>
                  <a:lnTo>
                    <a:pt x="144024" y="127000"/>
                  </a:lnTo>
                  <a:lnTo>
                    <a:pt x="142745" y="133350"/>
                  </a:lnTo>
                  <a:lnTo>
                    <a:pt x="141545" y="140970"/>
                  </a:lnTo>
                  <a:lnTo>
                    <a:pt x="140424" y="147320"/>
                  </a:lnTo>
                  <a:lnTo>
                    <a:pt x="139382" y="154940"/>
                  </a:lnTo>
                  <a:lnTo>
                    <a:pt x="192355" y="154940"/>
                  </a:lnTo>
                  <a:lnTo>
                    <a:pt x="183993" y="158750"/>
                  </a:lnTo>
                  <a:lnTo>
                    <a:pt x="167602" y="167640"/>
                  </a:lnTo>
                  <a:lnTo>
                    <a:pt x="151567" y="177800"/>
                  </a:lnTo>
                  <a:lnTo>
                    <a:pt x="135912" y="187960"/>
                  </a:lnTo>
                  <a:lnTo>
                    <a:pt x="135347" y="196850"/>
                  </a:lnTo>
                  <a:lnTo>
                    <a:pt x="134927" y="205740"/>
                  </a:lnTo>
                  <a:lnTo>
                    <a:pt x="134895" y="207010"/>
                  </a:lnTo>
                  <a:close/>
                </a:path>
                <a:path w="401954" h="450850">
                  <a:moveTo>
                    <a:pt x="364459" y="146050"/>
                  </a:moveTo>
                  <a:lnTo>
                    <a:pt x="359489" y="146050"/>
                  </a:lnTo>
                  <a:lnTo>
                    <a:pt x="346048" y="143510"/>
                  </a:lnTo>
                  <a:lnTo>
                    <a:pt x="334309" y="137160"/>
                  </a:lnTo>
                  <a:lnTo>
                    <a:pt x="325417" y="127000"/>
                  </a:lnTo>
                  <a:lnTo>
                    <a:pt x="320522" y="113030"/>
                  </a:lnTo>
                  <a:lnTo>
                    <a:pt x="398831" y="113030"/>
                  </a:lnTo>
                  <a:lnTo>
                    <a:pt x="398620" y="114300"/>
                  </a:lnTo>
                  <a:lnTo>
                    <a:pt x="397424" y="118110"/>
                  </a:lnTo>
                  <a:lnTo>
                    <a:pt x="401021" y="137160"/>
                  </a:lnTo>
                  <a:lnTo>
                    <a:pt x="399936" y="143510"/>
                  </a:lnTo>
                  <a:lnTo>
                    <a:pt x="374471" y="143510"/>
                  </a:lnTo>
                  <a:lnTo>
                    <a:pt x="364459" y="146050"/>
                  </a:lnTo>
                  <a:close/>
                </a:path>
                <a:path w="401954" h="450850">
                  <a:moveTo>
                    <a:pt x="192355" y="154940"/>
                  </a:moveTo>
                  <a:lnTo>
                    <a:pt x="139382" y="154940"/>
                  </a:lnTo>
                  <a:lnTo>
                    <a:pt x="146824" y="149860"/>
                  </a:lnTo>
                  <a:lnTo>
                    <a:pt x="151122" y="147320"/>
                  </a:lnTo>
                  <a:lnTo>
                    <a:pt x="157153" y="143510"/>
                  </a:lnTo>
                  <a:lnTo>
                    <a:pt x="169791" y="137160"/>
                  </a:lnTo>
                  <a:lnTo>
                    <a:pt x="144024" y="127000"/>
                  </a:lnTo>
                  <a:lnTo>
                    <a:pt x="257407" y="127000"/>
                  </a:lnTo>
                  <a:lnTo>
                    <a:pt x="231641" y="137160"/>
                  </a:lnTo>
                  <a:lnTo>
                    <a:pt x="244391" y="143510"/>
                  </a:lnTo>
                  <a:lnTo>
                    <a:pt x="250382" y="147320"/>
                  </a:lnTo>
                  <a:lnTo>
                    <a:pt x="254611" y="149860"/>
                  </a:lnTo>
                  <a:lnTo>
                    <a:pt x="256476" y="151130"/>
                  </a:lnTo>
                  <a:lnTo>
                    <a:pt x="200716" y="151130"/>
                  </a:lnTo>
                  <a:lnTo>
                    <a:pt x="192355" y="154940"/>
                  </a:lnTo>
                  <a:close/>
                </a:path>
                <a:path w="401954" h="450850">
                  <a:moveTo>
                    <a:pt x="288777" y="154940"/>
                  </a:moveTo>
                  <a:lnTo>
                    <a:pt x="262073" y="154940"/>
                  </a:lnTo>
                  <a:lnTo>
                    <a:pt x="261041" y="147320"/>
                  </a:lnTo>
                  <a:lnTo>
                    <a:pt x="259933" y="140970"/>
                  </a:lnTo>
                  <a:lnTo>
                    <a:pt x="258730" y="133350"/>
                  </a:lnTo>
                  <a:lnTo>
                    <a:pt x="257407" y="127000"/>
                  </a:lnTo>
                  <a:lnTo>
                    <a:pt x="284290" y="127000"/>
                  </a:lnTo>
                  <a:lnTo>
                    <a:pt x="285454" y="133350"/>
                  </a:lnTo>
                  <a:lnTo>
                    <a:pt x="287629" y="146050"/>
                  </a:lnTo>
                  <a:lnTo>
                    <a:pt x="288777" y="154940"/>
                  </a:lnTo>
                  <a:close/>
                </a:path>
                <a:path w="401954" h="450850">
                  <a:moveTo>
                    <a:pt x="41872" y="146050"/>
                  </a:moveTo>
                  <a:lnTo>
                    <a:pt x="36784" y="146050"/>
                  </a:lnTo>
                  <a:lnTo>
                    <a:pt x="31767" y="144780"/>
                  </a:lnTo>
                  <a:lnTo>
                    <a:pt x="27125" y="143510"/>
                  </a:lnTo>
                  <a:lnTo>
                    <a:pt x="55637" y="143510"/>
                  </a:lnTo>
                  <a:lnTo>
                    <a:pt x="41872" y="146050"/>
                  </a:lnTo>
                  <a:close/>
                </a:path>
                <a:path w="401954" h="450850">
                  <a:moveTo>
                    <a:pt x="368750" y="207010"/>
                  </a:moveTo>
                  <a:lnTo>
                    <a:pt x="333090" y="207010"/>
                  </a:lnTo>
                  <a:lnTo>
                    <a:pt x="338388" y="201930"/>
                  </a:lnTo>
                  <a:lnTo>
                    <a:pt x="343828" y="195580"/>
                  </a:lnTo>
                  <a:lnTo>
                    <a:pt x="371503" y="153670"/>
                  </a:lnTo>
                  <a:lnTo>
                    <a:pt x="374471" y="143510"/>
                  </a:lnTo>
                  <a:lnTo>
                    <a:pt x="399936" y="143510"/>
                  </a:lnTo>
                  <a:lnTo>
                    <a:pt x="397330" y="158750"/>
                  </a:lnTo>
                  <a:lnTo>
                    <a:pt x="386517" y="182880"/>
                  </a:lnTo>
                  <a:lnTo>
                    <a:pt x="368750" y="207010"/>
                  </a:lnTo>
                  <a:close/>
                </a:path>
                <a:path w="401954" h="450850">
                  <a:moveTo>
                    <a:pt x="256692" y="299720"/>
                  </a:moveTo>
                  <a:lnTo>
                    <a:pt x="200856" y="299720"/>
                  </a:lnTo>
                  <a:lnTo>
                    <a:pt x="217539" y="292100"/>
                  </a:lnTo>
                  <a:lnTo>
                    <a:pt x="233894" y="283210"/>
                  </a:lnTo>
                  <a:lnTo>
                    <a:pt x="266178" y="254000"/>
                  </a:lnTo>
                  <a:lnTo>
                    <a:pt x="266872" y="217170"/>
                  </a:lnTo>
                  <a:lnTo>
                    <a:pt x="266598" y="205740"/>
                  </a:lnTo>
                  <a:lnTo>
                    <a:pt x="233850" y="167640"/>
                  </a:lnTo>
                  <a:lnTo>
                    <a:pt x="200716" y="151130"/>
                  </a:lnTo>
                  <a:lnTo>
                    <a:pt x="256476" y="151130"/>
                  </a:lnTo>
                  <a:lnTo>
                    <a:pt x="262073" y="154940"/>
                  </a:lnTo>
                  <a:lnTo>
                    <a:pt x="288777" y="154940"/>
                  </a:lnTo>
                  <a:lnTo>
                    <a:pt x="289434" y="160020"/>
                  </a:lnTo>
                  <a:lnTo>
                    <a:pt x="290887" y="173990"/>
                  </a:lnTo>
                  <a:lnTo>
                    <a:pt x="301787" y="181610"/>
                  </a:lnTo>
                  <a:lnTo>
                    <a:pt x="312463" y="189230"/>
                  </a:lnTo>
                  <a:lnTo>
                    <a:pt x="322902" y="198120"/>
                  </a:lnTo>
                  <a:lnTo>
                    <a:pt x="333090" y="207010"/>
                  </a:lnTo>
                  <a:lnTo>
                    <a:pt x="368750" y="207010"/>
                  </a:lnTo>
                  <a:lnTo>
                    <a:pt x="367775" y="208280"/>
                  </a:lnTo>
                  <a:lnTo>
                    <a:pt x="293068" y="208280"/>
                  </a:lnTo>
                  <a:lnTo>
                    <a:pt x="293226" y="212090"/>
                  </a:lnTo>
                  <a:lnTo>
                    <a:pt x="293335" y="215900"/>
                  </a:lnTo>
                  <a:lnTo>
                    <a:pt x="293226" y="238760"/>
                  </a:lnTo>
                  <a:lnTo>
                    <a:pt x="293068" y="242570"/>
                  </a:lnTo>
                  <a:lnTo>
                    <a:pt x="368750" y="242570"/>
                  </a:lnTo>
                  <a:lnTo>
                    <a:pt x="369617" y="243840"/>
                  </a:lnTo>
                  <a:lnTo>
                    <a:pt x="333090" y="243840"/>
                  </a:lnTo>
                  <a:lnTo>
                    <a:pt x="322902" y="252730"/>
                  </a:lnTo>
                  <a:lnTo>
                    <a:pt x="312463" y="261620"/>
                  </a:lnTo>
                  <a:lnTo>
                    <a:pt x="301787" y="269240"/>
                  </a:lnTo>
                  <a:lnTo>
                    <a:pt x="290887" y="276860"/>
                  </a:lnTo>
                  <a:lnTo>
                    <a:pt x="289434" y="290830"/>
                  </a:lnTo>
                  <a:lnTo>
                    <a:pt x="288777" y="295910"/>
                  </a:lnTo>
                  <a:lnTo>
                    <a:pt x="262073" y="295910"/>
                  </a:lnTo>
                  <a:lnTo>
                    <a:pt x="256692" y="299720"/>
                  </a:lnTo>
                  <a:close/>
                </a:path>
                <a:path w="401954" h="450850">
                  <a:moveTo>
                    <a:pt x="134866" y="242570"/>
                  </a:moveTo>
                  <a:lnTo>
                    <a:pt x="108387" y="242570"/>
                  </a:lnTo>
                  <a:lnTo>
                    <a:pt x="108293" y="238760"/>
                  </a:lnTo>
                  <a:lnTo>
                    <a:pt x="108168" y="217170"/>
                  </a:lnTo>
                  <a:lnTo>
                    <a:pt x="108387" y="208280"/>
                  </a:lnTo>
                  <a:lnTo>
                    <a:pt x="134862" y="208280"/>
                  </a:lnTo>
                  <a:lnTo>
                    <a:pt x="134653" y="217170"/>
                  </a:lnTo>
                  <a:lnTo>
                    <a:pt x="134761" y="238760"/>
                  </a:lnTo>
                  <a:lnTo>
                    <a:pt x="134866" y="242570"/>
                  </a:lnTo>
                  <a:close/>
                </a:path>
                <a:path w="401954" h="450850">
                  <a:moveTo>
                    <a:pt x="368750" y="242570"/>
                  </a:moveTo>
                  <a:lnTo>
                    <a:pt x="293068" y="242570"/>
                  </a:lnTo>
                  <a:lnTo>
                    <a:pt x="298513" y="238760"/>
                  </a:lnTo>
                  <a:lnTo>
                    <a:pt x="303759" y="233680"/>
                  </a:lnTo>
                  <a:lnTo>
                    <a:pt x="308847" y="229870"/>
                  </a:lnTo>
                  <a:lnTo>
                    <a:pt x="313817" y="224790"/>
                  </a:lnTo>
                  <a:lnTo>
                    <a:pt x="308818" y="220980"/>
                  </a:lnTo>
                  <a:lnTo>
                    <a:pt x="303733" y="217170"/>
                  </a:lnTo>
                  <a:lnTo>
                    <a:pt x="298503" y="212090"/>
                  </a:lnTo>
                  <a:lnTo>
                    <a:pt x="293068" y="208280"/>
                  </a:lnTo>
                  <a:lnTo>
                    <a:pt x="367775" y="208280"/>
                  </a:lnTo>
                  <a:lnTo>
                    <a:pt x="363873" y="213360"/>
                  </a:lnTo>
                  <a:lnTo>
                    <a:pt x="357942" y="219710"/>
                  </a:lnTo>
                  <a:lnTo>
                    <a:pt x="352221" y="224790"/>
                  </a:lnTo>
                  <a:lnTo>
                    <a:pt x="357942" y="231140"/>
                  </a:lnTo>
                  <a:lnTo>
                    <a:pt x="363873" y="237490"/>
                  </a:lnTo>
                  <a:lnTo>
                    <a:pt x="368750" y="242570"/>
                  </a:lnTo>
                  <a:close/>
                </a:path>
                <a:path w="401954" h="450850">
                  <a:moveTo>
                    <a:pt x="182052" y="337820"/>
                  </a:moveTo>
                  <a:lnTo>
                    <a:pt x="78751" y="337820"/>
                  </a:lnTo>
                  <a:lnTo>
                    <a:pt x="91067" y="336550"/>
                  </a:lnTo>
                  <a:lnTo>
                    <a:pt x="104359" y="334010"/>
                  </a:lnTo>
                  <a:lnTo>
                    <a:pt x="118539" y="331470"/>
                  </a:lnTo>
                  <a:lnTo>
                    <a:pt x="115988" y="317500"/>
                  </a:lnTo>
                  <a:lnTo>
                    <a:pt x="113815" y="304800"/>
                  </a:lnTo>
                  <a:lnTo>
                    <a:pt x="112011" y="290830"/>
                  </a:lnTo>
                  <a:lnTo>
                    <a:pt x="110568" y="276860"/>
                  </a:lnTo>
                  <a:lnTo>
                    <a:pt x="99664" y="269240"/>
                  </a:lnTo>
                  <a:lnTo>
                    <a:pt x="88980" y="261620"/>
                  </a:lnTo>
                  <a:lnTo>
                    <a:pt x="78534" y="252730"/>
                  </a:lnTo>
                  <a:lnTo>
                    <a:pt x="68342" y="243840"/>
                  </a:lnTo>
                  <a:lnTo>
                    <a:pt x="134901" y="243840"/>
                  </a:lnTo>
                  <a:lnTo>
                    <a:pt x="135318" y="254000"/>
                  </a:lnTo>
                  <a:lnTo>
                    <a:pt x="135912" y="262890"/>
                  </a:lnTo>
                  <a:lnTo>
                    <a:pt x="151609" y="273050"/>
                  </a:lnTo>
                  <a:lnTo>
                    <a:pt x="167672" y="283210"/>
                  </a:lnTo>
                  <a:lnTo>
                    <a:pt x="184092" y="292100"/>
                  </a:lnTo>
                  <a:lnTo>
                    <a:pt x="192474" y="295910"/>
                  </a:lnTo>
                  <a:lnTo>
                    <a:pt x="139382" y="295910"/>
                  </a:lnTo>
                  <a:lnTo>
                    <a:pt x="140414" y="303530"/>
                  </a:lnTo>
                  <a:lnTo>
                    <a:pt x="141519" y="309880"/>
                  </a:lnTo>
                  <a:lnTo>
                    <a:pt x="142715" y="317500"/>
                  </a:lnTo>
                  <a:lnTo>
                    <a:pt x="144024" y="323850"/>
                  </a:lnTo>
                  <a:lnTo>
                    <a:pt x="284290" y="323850"/>
                  </a:lnTo>
                  <a:lnTo>
                    <a:pt x="283358" y="328930"/>
                  </a:lnTo>
                  <a:lnTo>
                    <a:pt x="200716" y="328930"/>
                  </a:lnTo>
                  <a:lnTo>
                    <a:pt x="188320" y="335280"/>
                  </a:lnTo>
                  <a:lnTo>
                    <a:pt x="182052" y="337820"/>
                  </a:lnTo>
                  <a:close/>
                </a:path>
                <a:path w="401954" h="450850">
                  <a:moveTo>
                    <a:pt x="400180" y="307340"/>
                  </a:moveTo>
                  <a:lnTo>
                    <a:pt x="374330" y="307340"/>
                  </a:lnTo>
                  <a:lnTo>
                    <a:pt x="371404" y="297180"/>
                  </a:lnTo>
                  <a:lnTo>
                    <a:pt x="366045" y="285750"/>
                  </a:lnTo>
                  <a:lnTo>
                    <a:pt x="358317" y="273050"/>
                  </a:lnTo>
                  <a:lnTo>
                    <a:pt x="348282" y="260350"/>
                  </a:lnTo>
                  <a:lnTo>
                    <a:pt x="343828" y="254000"/>
                  </a:lnTo>
                  <a:lnTo>
                    <a:pt x="338388" y="248920"/>
                  </a:lnTo>
                  <a:lnTo>
                    <a:pt x="333090" y="243840"/>
                  </a:lnTo>
                  <a:lnTo>
                    <a:pt x="369617" y="243840"/>
                  </a:lnTo>
                  <a:lnTo>
                    <a:pt x="386955" y="269240"/>
                  </a:lnTo>
                  <a:lnTo>
                    <a:pt x="397875" y="293370"/>
                  </a:lnTo>
                  <a:lnTo>
                    <a:pt x="400180" y="307340"/>
                  </a:lnTo>
                  <a:close/>
                </a:path>
                <a:path w="401954" h="450850">
                  <a:moveTo>
                    <a:pt x="257407" y="323850"/>
                  </a:moveTo>
                  <a:lnTo>
                    <a:pt x="144024" y="323850"/>
                  </a:lnTo>
                  <a:lnTo>
                    <a:pt x="150332" y="321310"/>
                  </a:lnTo>
                  <a:lnTo>
                    <a:pt x="169791" y="313690"/>
                  </a:lnTo>
                  <a:lnTo>
                    <a:pt x="157153" y="307340"/>
                  </a:lnTo>
                  <a:lnTo>
                    <a:pt x="151122" y="303530"/>
                  </a:lnTo>
                  <a:lnTo>
                    <a:pt x="146824" y="300990"/>
                  </a:lnTo>
                  <a:lnTo>
                    <a:pt x="139382" y="295910"/>
                  </a:lnTo>
                  <a:lnTo>
                    <a:pt x="192474" y="295910"/>
                  </a:lnTo>
                  <a:lnTo>
                    <a:pt x="200856" y="299720"/>
                  </a:lnTo>
                  <a:lnTo>
                    <a:pt x="256692" y="299720"/>
                  </a:lnTo>
                  <a:lnTo>
                    <a:pt x="254898" y="300990"/>
                  </a:lnTo>
                  <a:lnTo>
                    <a:pt x="250409" y="303530"/>
                  </a:lnTo>
                  <a:lnTo>
                    <a:pt x="244144" y="307340"/>
                  </a:lnTo>
                  <a:lnTo>
                    <a:pt x="231641" y="313690"/>
                  </a:lnTo>
                  <a:lnTo>
                    <a:pt x="257407" y="323850"/>
                  </a:lnTo>
                  <a:close/>
                </a:path>
                <a:path w="401954" h="450850">
                  <a:moveTo>
                    <a:pt x="284290" y="323850"/>
                  </a:moveTo>
                  <a:lnTo>
                    <a:pt x="257407" y="323850"/>
                  </a:lnTo>
                  <a:lnTo>
                    <a:pt x="258730" y="317500"/>
                  </a:lnTo>
                  <a:lnTo>
                    <a:pt x="259933" y="309880"/>
                  </a:lnTo>
                  <a:lnTo>
                    <a:pt x="261041" y="303530"/>
                  </a:lnTo>
                  <a:lnTo>
                    <a:pt x="262073" y="295910"/>
                  </a:lnTo>
                  <a:lnTo>
                    <a:pt x="288777" y="295910"/>
                  </a:lnTo>
                  <a:lnTo>
                    <a:pt x="287629" y="304800"/>
                  </a:lnTo>
                  <a:lnTo>
                    <a:pt x="285454" y="317500"/>
                  </a:lnTo>
                  <a:lnTo>
                    <a:pt x="284290" y="323850"/>
                  </a:lnTo>
                  <a:close/>
                </a:path>
                <a:path w="401954" h="450850">
                  <a:moveTo>
                    <a:pt x="398878" y="337820"/>
                  </a:moveTo>
                  <a:lnTo>
                    <a:pt x="320522" y="337820"/>
                  </a:lnTo>
                  <a:lnTo>
                    <a:pt x="325320" y="323850"/>
                  </a:lnTo>
                  <a:lnTo>
                    <a:pt x="334074" y="313690"/>
                  </a:lnTo>
                  <a:lnTo>
                    <a:pt x="345817" y="307340"/>
                  </a:lnTo>
                  <a:lnTo>
                    <a:pt x="359583" y="304800"/>
                  </a:lnTo>
                  <a:lnTo>
                    <a:pt x="364647" y="304800"/>
                  </a:lnTo>
                  <a:lnTo>
                    <a:pt x="369665" y="306070"/>
                  </a:lnTo>
                  <a:lnTo>
                    <a:pt x="374330" y="307340"/>
                  </a:lnTo>
                  <a:lnTo>
                    <a:pt x="400180" y="307340"/>
                  </a:lnTo>
                  <a:lnTo>
                    <a:pt x="401437" y="314960"/>
                  </a:lnTo>
                  <a:lnTo>
                    <a:pt x="397564" y="334010"/>
                  </a:lnTo>
                  <a:lnTo>
                    <a:pt x="398690" y="336550"/>
                  </a:lnTo>
                  <a:lnTo>
                    <a:pt x="398878" y="337820"/>
                  </a:lnTo>
                  <a:close/>
                </a:path>
                <a:path w="401954" h="450850">
                  <a:moveTo>
                    <a:pt x="246056" y="424180"/>
                  </a:moveTo>
                  <a:lnTo>
                    <a:pt x="200716" y="424180"/>
                  </a:lnTo>
                  <a:lnTo>
                    <a:pt x="214382" y="419100"/>
                  </a:lnTo>
                  <a:lnTo>
                    <a:pt x="227801" y="403860"/>
                  </a:lnTo>
                  <a:lnTo>
                    <a:pt x="240280" y="381000"/>
                  </a:lnTo>
                  <a:lnTo>
                    <a:pt x="251123" y="349250"/>
                  </a:lnTo>
                  <a:lnTo>
                    <a:pt x="238322" y="345440"/>
                  </a:lnTo>
                  <a:lnTo>
                    <a:pt x="213096" y="335280"/>
                  </a:lnTo>
                  <a:lnTo>
                    <a:pt x="200716" y="328930"/>
                  </a:lnTo>
                  <a:lnTo>
                    <a:pt x="283358" y="328930"/>
                  </a:lnTo>
                  <a:lnTo>
                    <a:pt x="282893" y="331470"/>
                  </a:lnTo>
                  <a:lnTo>
                    <a:pt x="292198" y="332740"/>
                  </a:lnTo>
                  <a:lnTo>
                    <a:pt x="301576" y="335280"/>
                  </a:lnTo>
                  <a:lnTo>
                    <a:pt x="320522" y="337820"/>
                  </a:lnTo>
                  <a:lnTo>
                    <a:pt x="398878" y="337820"/>
                  </a:lnTo>
                  <a:lnTo>
                    <a:pt x="399253" y="340360"/>
                  </a:lnTo>
                  <a:lnTo>
                    <a:pt x="399323" y="344170"/>
                  </a:lnTo>
                  <a:lnTo>
                    <a:pt x="397218" y="356870"/>
                  </a:lnTo>
                  <a:lnTo>
                    <a:pt x="276609" y="356870"/>
                  </a:lnTo>
                  <a:lnTo>
                    <a:pt x="263217" y="394970"/>
                  </a:lnTo>
                  <a:lnTo>
                    <a:pt x="246056" y="424180"/>
                  </a:lnTo>
                  <a:close/>
                </a:path>
                <a:path w="401954" h="450850">
                  <a:moveTo>
                    <a:pt x="200716" y="450850"/>
                  </a:moveTo>
                  <a:lnTo>
                    <a:pt x="176246" y="444500"/>
                  </a:lnTo>
                  <a:lnTo>
                    <a:pt x="155393" y="424180"/>
                  </a:lnTo>
                  <a:lnTo>
                    <a:pt x="138227" y="394970"/>
                  </a:lnTo>
                  <a:lnTo>
                    <a:pt x="124822" y="356870"/>
                  </a:lnTo>
                  <a:lnTo>
                    <a:pt x="152910" y="356870"/>
                  </a:lnTo>
                  <a:lnTo>
                    <a:pt x="161151" y="381000"/>
                  </a:lnTo>
                  <a:lnTo>
                    <a:pt x="173630" y="403860"/>
                  </a:lnTo>
                  <a:lnTo>
                    <a:pt x="187050" y="419100"/>
                  </a:lnTo>
                  <a:lnTo>
                    <a:pt x="200716" y="424180"/>
                  </a:lnTo>
                  <a:lnTo>
                    <a:pt x="246056" y="424180"/>
                  </a:lnTo>
                  <a:lnTo>
                    <a:pt x="225199" y="444500"/>
                  </a:lnTo>
                  <a:lnTo>
                    <a:pt x="200716" y="450850"/>
                  </a:lnTo>
                  <a:close/>
                </a:path>
                <a:path w="401954" h="450850">
                  <a:moveTo>
                    <a:pt x="363217" y="384810"/>
                  </a:moveTo>
                  <a:lnTo>
                    <a:pt x="359794" y="384810"/>
                  </a:lnTo>
                  <a:lnTo>
                    <a:pt x="349604" y="382270"/>
                  </a:lnTo>
                  <a:lnTo>
                    <a:pt x="340152" y="378460"/>
                  </a:lnTo>
                  <a:lnTo>
                    <a:pt x="331940" y="373380"/>
                  </a:lnTo>
                  <a:lnTo>
                    <a:pt x="325469" y="364490"/>
                  </a:lnTo>
                  <a:lnTo>
                    <a:pt x="300890" y="361950"/>
                  </a:lnTo>
                  <a:lnTo>
                    <a:pt x="276609" y="356870"/>
                  </a:lnTo>
                  <a:lnTo>
                    <a:pt x="397218" y="356870"/>
                  </a:lnTo>
                  <a:lnTo>
                    <a:pt x="391220" y="368300"/>
                  </a:lnTo>
                  <a:lnTo>
                    <a:pt x="381964" y="377190"/>
                  </a:lnTo>
                  <a:lnTo>
                    <a:pt x="370086" y="382270"/>
                  </a:lnTo>
                  <a:lnTo>
                    <a:pt x="363217" y="384810"/>
                  </a:lnTo>
                  <a:close/>
                </a:path>
              </a:pathLst>
            </a:custGeom>
            <a:solidFill>
              <a:srgbClr val="500094"/>
            </a:solidFill>
          </p:spPr>
          <p:txBody>
            <a:bodyPr wrap="square" lIns="0" tIns="0" rIns="0" bIns="0" rtlCol="0"/>
            <a:lstStyle/>
            <a:p>
              <a:endParaRPr/>
            </a:p>
          </p:txBody>
        </p:sp>
        <p:pic>
          <p:nvPicPr>
            <p:cNvPr id="155" name="object 155"/>
            <p:cNvPicPr/>
            <p:nvPr/>
          </p:nvPicPr>
          <p:blipFill>
            <a:blip r:embed="rId53" cstate="print"/>
            <a:stretch>
              <a:fillRect/>
            </a:stretch>
          </p:blipFill>
          <p:spPr>
            <a:xfrm>
              <a:off x="8008991" y="4061005"/>
              <a:ext cx="79433" cy="79433"/>
            </a:xfrm>
            <a:prstGeom prst="rect">
              <a:avLst/>
            </a:prstGeom>
          </p:spPr>
        </p:pic>
      </p:grpSp>
      <p:sp>
        <p:nvSpPr>
          <p:cNvPr id="156" name="object 156"/>
          <p:cNvSpPr/>
          <p:nvPr/>
        </p:nvSpPr>
        <p:spPr>
          <a:xfrm>
            <a:off x="8405914" y="3874757"/>
            <a:ext cx="387985" cy="452120"/>
          </a:xfrm>
          <a:custGeom>
            <a:avLst/>
            <a:gdLst/>
            <a:ahLst/>
            <a:cxnLst/>
            <a:rect l="l" t="t" r="r" b="b"/>
            <a:pathLst>
              <a:path w="387984" h="452120">
                <a:moveTo>
                  <a:pt x="319900" y="290537"/>
                </a:moveTo>
                <a:lnTo>
                  <a:pt x="302818" y="260667"/>
                </a:lnTo>
                <a:lnTo>
                  <a:pt x="287680" y="234200"/>
                </a:lnTo>
                <a:lnTo>
                  <a:pt x="277685" y="216738"/>
                </a:lnTo>
                <a:lnTo>
                  <a:pt x="266954" y="197980"/>
                </a:lnTo>
                <a:lnTo>
                  <a:pt x="266954" y="190220"/>
                </a:lnTo>
                <a:lnTo>
                  <a:pt x="266954" y="26492"/>
                </a:lnTo>
                <a:lnTo>
                  <a:pt x="286308" y="26492"/>
                </a:lnTo>
                <a:lnTo>
                  <a:pt x="292239" y="20561"/>
                </a:lnTo>
                <a:lnTo>
                  <a:pt x="292239" y="5930"/>
                </a:lnTo>
                <a:lnTo>
                  <a:pt x="286308" y="0"/>
                </a:lnTo>
                <a:lnTo>
                  <a:pt x="232664" y="0"/>
                </a:lnTo>
                <a:lnTo>
                  <a:pt x="232664" y="249745"/>
                </a:lnTo>
                <a:lnTo>
                  <a:pt x="228955" y="256781"/>
                </a:lnTo>
                <a:lnTo>
                  <a:pt x="226275" y="259473"/>
                </a:lnTo>
                <a:lnTo>
                  <a:pt x="222973" y="260667"/>
                </a:lnTo>
                <a:lnTo>
                  <a:pt x="212915" y="260667"/>
                </a:lnTo>
                <a:lnTo>
                  <a:pt x="206375" y="255371"/>
                </a:lnTo>
                <a:lnTo>
                  <a:pt x="206375" y="240131"/>
                </a:lnTo>
                <a:lnTo>
                  <a:pt x="212242" y="234200"/>
                </a:lnTo>
                <a:lnTo>
                  <a:pt x="219570" y="234200"/>
                </a:lnTo>
                <a:lnTo>
                  <a:pt x="227190" y="236562"/>
                </a:lnTo>
                <a:lnTo>
                  <a:pt x="231813" y="242366"/>
                </a:lnTo>
                <a:lnTo>
                  <a:pt x="232664" y="249745"/>
                </a:lnTo>
                <a:lnTo>
                  <a:pt x="232664" y="0"/>
                </a:lnTo>
                <a:lnTo>
                  <a:pt x="206908" y="0"/>
                </a:lnTo>
                <a:lnTo>
                  <a:pt x="206908" y="205752"/>
                </a:lnTo>
                <a:lnTo>
                  <a:pt x="203187" y="212801"/>
                </a:lnTo>
                <a:lnTo>
                  <a:pt x="200494" y="215519"/>
                </a:lnTo>
                <a:lnTo>
                  <a:pt x="197167" y="216738"/>
                </a:lnTo>
                <a:lnTo>
                  <a:pt x="187121" y="216738"/>
                </a:lnTo>
                <a:lnTo>
                  <a:pt x="181203" y="211950"/>
                </a:lnTo>
                <a:lnTo>
                  <a:pt x="181203" y="249745"/>
                </a:lnTo>
                <a:lnTo>
                  <a:pt x="177495" y="256781"/>
                </a:lnTo>
                <a:lnTo>
                  <a:pt x="174815" y="259473"/>
                </a:lnTo>
                <a:lnTo>
                  <a:pt x="171513" y="260667"/>
                </a:lnTo>
                <a:lnTo>
                  <a:pt x="161455" y="260667"/>
                </a:lnTo>
                <a:lnTo>
                  <a:pt x="154914" y="255371"/>
                </a:lnTo>
                <a:lnTo>
                  <a:pt x="154914" y="240131"/>
                </a:lnTo>
                <a:lnTo>
                  <a:pt x="160845" y="234200"/>
                </a:lnTo>
                <a:lnTo>
                  <a:pt x="168109" y="234200"/>
                </a:lnTo>
                <a:lnTo>
                  <a:pt x="175729" y="236562"/>
                </a:lnTo>
                <a:lnTo>
                  <a:pt x="180352" y="242366"/>
                </a:lnTo>
                <a:lnTo>
                  <a:pt x="181203" y="249745"/>
                </a:lnTo>
                <a:lnTo>
                  <a:pt x="181203" y="211950"/>
                </a:lnTo>
                <a:lnTo>
                  <a:pt x="180606" y="211455"/>
                </a:lnTo>
                <a:lnTo>
                  <a:pt x="180606" y="196151"/>
                </a:lnTo>
                <a:lnTo>
                  <a:pt x="186537" y="190220"/>
                </a:lnTo>
                <a:lnTo>
                  <a:pt x="193878" y="190220"/>
                </a:lnTo>
                <a:lnTo>
                  <a:pt x="201485" y="192570"/>
                </a:lnTo>
                <a:lnTo>
                  <a:pt x="206082" y="198386"/>
                </a:lnTo>
                <a:lnTo>
                  <a:pt x="206908" y="205752"/>
                </a:lnTo>
                <a:lnTo>
                  <a:pt x="206908" y="0"/>
                </a:lnTo>
                <a:lnTo>
                  <a:pt x="101384" y="0"/>
                </a:lnTo>
                <a:lnTo>
                  <a:pt x="95453" y="5930"/>
                </a:lnTo>
                <a:lnTo>
                  <a:pt x="95453" y="20561"/>
                </a:lnTo>
                <a:lnTo>
                  <a:pt x="101384" y="26492"/>
                </a:lnTo>
                <a:lnTo>
                  <a:pt x="120726" y="26492"/>
                </a:lnTo>
                <a:lnTo>
                  <a:pt x="120726" y="197980"/>
                </a:lnTo>
                <a:lnTo>
                  <a:pt x="67792" y="290537"/>
                </a:lnTo>
                <a:lnTo>
                  <a:pt x="319900" y="290537"/>
                </a:lnTo>
                <a:close/>
              </a:path>
              <a:path w="387984" h="452120">
                <a:moveTo>
                  <a:pt x="387692" y="418134"/>
                </a:moveTo>
                <a:lnTo>
                  <a:pt x="386575" y="409422"/>
                </a:lnTo>
                <a:lnTo>
                  <a:pt x="383159" y="401154"/>
                </a:lnTo>
                <a:lnTo>
                  <a:pt x="335064" y="317004"/>
                </a:lnTo>
                <a:lnTo>
                  <a:pt x="52666" y="317004"/>
                </a:lnTo>
                <a:lnTo>
                  <a:pt x="4533" y="401154"/>
                </a:lnTo>
                <a:lnTo>
                  <a:pt x="1117" y="409422"/>
                </a:lnTo>
                <a:lnTo>
                  <a:pt x="0" y="418134"/>
                </a:lnTo>
                <a:lnTo>
                  <a:pt x="1181" y="426834"/>
                </a:lnTo>
                <a:lnTo>
                  <a:pt x="33489" y="451840"/>
                </a:lnTo>
                <a:lnTo>
                  <a:pt x="354203" y="451840"/>
                </a:lnTo>
                <a:lnTo>
                  <a:pt x="386511" y="426834"/>
                </a:lnTo>
                <a:lnTo>
                  <a:pt x="387692" y="418134"/>
                </a:lnTo>
                <a:close/>
              </a:path>
            </a:pathLst>
          </a:custGeom>
          <a:solidFill>
            <a:srgbClr val="500094"/>
          </a:solidFill>
        </p:spPr>
        <p:txBody>
          <a:bodyPr wrap="square" lIns="0" tIns="0" rIns="0" bIns="0" rtlCol="0"/>
          <a:lstStyle/>
          <a:p>
            <a:endParaRPr/>
          </a:p>
        </p:txBody>
      </p:sp>
      <p:sp>
        <p:nvSpPr>
          <p:cNvPr id="157" name="object 157"/>
          <p:cNvSpPr/>
          <p:nvPr/>
        </p:nvSpPr>
        <p:spPr>
          <a:xfrm>
            <a:off x="8930526" y="3928655"/>
            <a:ext cx="452120" cy="344170"/>
          </a:xfrm>
          <a:custGeom>
            <a:avLst/>
            <a:gdLst/>
            <a:ahLst/>
            <a:cxnLst/>
            <a:rect l="l" t="t" r="r" b="b"/>
            <a:pathLst>
              <a:path w="452120" h="344170">
                <a:moveTo>
                  <a:pt x="265620" y="172046"/>
                </a:moveTo>
                <a:lnTo>
                  <a:pt x="263334" y="161709"/>
                </a:lnTo>
                <a:lnTo>
                  <a:pt x="257276" y="153327"/>
                </a:lnTo>
                <a:lnTo>
                  <a:pt x="248602" y="147701"/>
                </a:lnTo>
                <a:lnTo>
                  <a:pt x="238493" y="145643"/>
                </a:lnTo>
                <a:lnTo>
                  <a:pt x="235750" y="145643"/>
                </a:lnTo>
                <a:lnTo>
                  <a:pt x="233006" y="146113"/>
                </a:lnTo>
                <a:lnTo>
                  <a:pt x="230314" y="147053"/>
                </a:lnTo>
                <a:lnTo>
                  <a:pt x="228803" y="147586"/>
                </a:lnTo>
                <a:lnTo>
                  <a:pt x="227304" y="147840"/>
                </a:lnTo>
                <a:lnTo>
                  <a:pt x="218821" y="147840"/>
                </a:lnTo>
                <a:lnTo>
                  <a:pt x="212648" y="142151"/>
                </a:lnTo>
                <a:lnTo>
                  <a:pt x="212648" y="52933"/>
                </a:lnTo>
                <a:lnTo>
                  <a:pt x="149606" y="52933"/>
                </a:lnTo>
                <a:lnTo>
                  <a:pt x="142176" y="55181"/>
                </a:lnTo>
                <a:lnTo>
                  <a:pt x="137528" y="60756"/>
                </a:lnTo>
                <a:lnTo>
                  <a:pt x="136461" y="67932"/>
                </a:lnTo>
                <a:lnTo>
                  <a:pt x="139738" y="74980"/>
                </a:lnTo>
                <a:lnTo>
                  <a:pt x="146304" y="89077"/>
                </a:lnTo>
                <a:lnTo>
                  <a:pt x="144183" y="103454"/>
                </a:lnTo>
                <a:lnTo>
                  <a:pt x="134912" y="114604"/>
                </a:lnTo>
                <a:lnTo>
                  <a:pt x="120040" y="119100"/>
                </a:lnTo>
                <a:lnTo>
                  <a:pt x="105130" y="114604"/>
                </a:lnTo>
                <a:lnTo>
                  <a:pt x="95821" y="103454"/>
                </a:lnTo>
                <a:lnTo>
                  <a:pt x="93687" y="89077"/>
                </a:lnTo>
                <a:lnTo>
                  <a:pt x="100253" y="74980"/>
                </a:lnTo>
                <a:lnTo>
                  <a:pt x="103543" y="67932"/>
                </a:lnTo>
                <a:lnTo>
                  <a:pt x="102476" y="60756"/>
                </a:lnTo>
                <a:lnTo>
                  <a:pt x="97828" y="55181"/>
                </a:lnTo>
                <a:lnTo>
                  <a:pt x="90385" y="52933"/>
                </a:lnTo>
                <a:lnTo>
                  <a:pt x="39700" y="52933"/>
                </a:lnTo>
                <a:lnTo>
                  <a:pt x="24231" y="56045"/>
                </a:lnTo>
                <a:lnTo>
                  <a:pt x="11607" y="64541"/>
                </a:lnTo>
                <a:lnTo>
                  <a:pt x="3111" y="77165"/>
                </a:lnTo>
                <a:lnTo>
                  <a:pt x="0" y="92633"/>
                </a:lnTo>
                <a:lnTo>
                  <a:pt x="0" y="251472"/>
                </a:lnTo>
                <a:lnTo>
                  <a:pt x="3111" y="266941"/>
                </a:lnTo>
                <a:lnTo>
                  <a:pt x="11607" y="279552"/>
                </a:lnTo>
                <a:lnTo>
                  <a:pt x="24231" y="288061"/>
                </a:lnTo>
                <a:lnTo>
                  <a:pt x="39700" y="291211"/>
                </a:lnTo>
                <a:lnTo>
                  <a:pt x="67081" y="291211"/>
                </a:lnTo>
                <a:lnTo>
                  <a:pt x="71234" y="311810"/>
                </a:lnTo>
                <a:lnTo>
                  <a:pt x="82575" y="328625"/>
                </a:lnTo>
                <a:lnTo>
                  <a:pt x="99402" y="339953"/>
                </a:lnTo>
                <a:lnTo>
                  <a:pt x="120040" y="344106"/>
                </a:lnTo>
                <a:lnTo>
                  <a:pt x="140639" y="339953"/>
                </a:lnTo>
                <a:lnTo>
                  <a:pt x="157467" y="328625"/>
                </a:lnTo>
                <a:lnTo>
                  <a:pt x="168821" y="311810"/>
                </a:lnTo>
                <a:lnTo>
                  <a:pt x="172986" y="291211"/>
                </a:lnTo>
                <a:lnTo>
                  <a:pt x="212648" y="291211"/>
                </a:lnTo>
                <a:lnTo>
                  <a:pt x="212648" y="201955"/>
                </a:lnTo>
                <a:lnTo>
                  <a:pt x="219214" y="196329"/>
                </a:lnTo>
                <a:lnTo>
                  <a:pt x="227545" y="196329"/>
                </a:lnTo>
                <a:lnTo>
                  <a:pt x="228942" y="196570"/>
                </a:lnTo>
                <a:lnTo>
                  <a:pt x="230314" y="197040"/>
                </a:lnTo>
                <a:lnTo>
                  <a:pt x="233006" y="197993"/>
                </a:lnTo>
                <a:lnTo>
                  <a:pt x="235750" y="198437"/>
                </a:lnTo>
                <a:lnTo>
                  <a:pt x="238493" y="198437"/>
                </a:lnTo>
                <a:lnTo>
                  <a:pt x="248602" y="196392"/>
                </a:lnTo>
                <a:lnTo>
                  <a:pt x="257276" y="190766"/>
                </a:lnTo>
                <a:lnTo>
                  <a:pt x="263334" y="182372"/>
                </a:lnTo>
                <a:lnTo>
                  <a:pt x="265620" y="172046"/>
                </a:lnTo>
                <a:close/>
              </a:path>
              <a:path w="452120" h="344170">
                <a:moveTo>
                  <a:pt x="451840" y="92633"/>
                </a:moveTo>
                <a:lnTo>
                  <a:pt x="448691" y="77165"/>
                </a:lnTo>
                <a:lnTo>
                  <a:pt x="440182" y="64541"/>
                </a:lnTo>
                <a:lnTo>
                  <a:pt x="427570" y="56045"/>
                </a:lnTo>
                <a:lnTo>
                  <a:pt x="412102" y="52933"/>
                </a:lnTo>
                <a:lnTo>
                  <a:pt x="384797" y="52933"/>
                </a:lnTo>
                <a:lnTo>
                  <a:pt x="380631" y="32308"/>
                </a:lnTo>
                <a:lnTo>
                  <a:pt x="369277" y="15481"/>
                </a:lnTo>
                <a:lnTo>
                  <a:pt x="352437" y="4152"/>
                </a:lnTo>
                <a:lnTo>
                  <a:pt x="331825" y="0"/>
                </a:lnTo>
                <a:lnTo>
                  <a:pt x="311200" y="4152"/>
                </a:lnTo>
                <a:lnTo>
                  <a:pt x="294373" y="15481"/>
                </a:lnTo>
                <a:lnTo>
                  <a:pt x="283044" y="32308"/>
                </a:lnTo>
                <a:lnTo>
                  <a:pt x="278892" y="52933"/>
                </a:lnTo>
                <a:lnTo>
                  <a:pt x="239153" y="52933"/>
                </a:lnTo>
                <a:lnTo>
                  <a:pt x="239153" y="119100"/>
                </a:lnTo>
                <a:lnTo>
                  <a:pt x="259740" y="123266"/>
                </a:lnTo>
                <a:lnTo>
                  <a:pt x="276567" y="134620"/>
                </a:lnTo>
                <a:lnTo>
                  <a:pt x="287921" y="151447"/>
                </a:lnTo>
                <a:lnTo>
                  <a:pt x="292087" y="172046"/>
                </a:lnTo>
                <a:lnTo>
                  <a:pt x="287921" y="192646"/>
                </a:lnTo>
                <a:lnTo>
                  <a:pt x="276567" y="209486"/>
                </a:lnTo>
                <a:lnTo>
                  <a:pt x="259740" y="220840"/>
                </a:lnTo>
                <a:lnTo>
                  <a:pt x="239153" y="225005"/>
                </a:lnTo>
                <a:lnTo>
                  <a:pt x="239153" y="291211"/>
                </a:lnTo>
                <a:lnTo>
                  <a:pt x="412102" y="291211"/>
                </a:lnTo>
                <a:lnTo>
                  <a:pt x="427570" y="288061"/>
                </a:lnTo>
                <a:lnTo>
                  <a:pt x="440182" y="279552"/>
                </a:lnTo>
                <a:lnTo>
                  <a:pt x="448691" y="266941"/>
                </a:lnTo>
                <a:lnTo>
                  <a:pt x="451840" y="251472"/>
                </a:lnTo>
                <a:lnTo>
                  <a:pt x="451840" y="92633"/>
                </a:lnTo>
                <a:close/>
              </a:path>
            </a:pathLst>
          </a:custGeom>
          <a:solidFill>
            <a:srgbClr val="500094"/>
          </a:solidFill>
        </p:spPr>
        <p:txBody>
          <a:bodyPr wrap="square" lIns="0" tIns="0" rIns="0" bIns="0" rtlCol="0"/>
          <a:lstStyle/>
          <a:p>
            <a:endParaRPr/>
          </a:p>
        </p:txBody>
      </p:sp>
      <p:grpSp>
        <p:nvGrpSpPr>
          <p:cNvPr id="158" name="object 158"/>
          <p:cNvGrpSpPr/>
          <p:nvPr/>
        </p:nvGrpSpPr>
        <p:grpSpPr>
          <a:xfrm>
            <a:off x="9518940" y="3875056"/>
            <a:ext cx="377190" cy="451484"/>
            <a:chOff x="9518940" y="3875056"/>
            <a:chExt cx="377190" cy="451484"/>
          </a:xfrm>
        </p:grpSpPr>
        <p:sp>
          <p:nvSpPr>
            <p:cNvPr id="159" name="object 159"/>
            <p:cNvSpPr/>
            <p:nvPr/>
          </p:nvSpPr>
          <p:spPr>
            <a:xfrm>
              <a:off x="9518940" y="4002506"/>
              <a:ext cx="377190" cy="323850"/>
            </a:xfrm>
            <a:custGeom>
              <a:avLst/>
              <a:gdLst/>
              <a:ahLst/>
              <a:cxnLst/>
              <a:rect l="l" t="t" r="r" b="b"/>
              <a:pathLst>
                <a:path w="377190" h="323850">
                  <a:moveTo>
                    <a:pt x="247842" y="323783"/>
                  </a:moveTo>
                  <a:lnTo>
                    <a:pt x="242942" y="323783"/>
                  </a:lnTo>
                  <a:lnTo>
                    <a:pt x="237901" y="323361"/>
                  </a:lnTo>
                  <a:lnTo>
                    <a:pt x="197762" y="304464"/>
                  </a:lnTo>
                  <a:lnTo>
                    <a:pt x="188501" y="294382"/>
                  </a:lnTo>
                  <a:lnTo>
                    <a:pt x="179193" y="304464"/>
                  </a:lnTo>
                  <a:lnTo>
                    <a:pt x="144236" y="322540"/>
                  </a:lnTo>
                  <a:lnTo>
                    <a:pt x="133990" y="323783"/>
                  </a:lnTo>
                  <a:lnTo>
                    <a:pt x="129114" y="323783"/>
                  </a:lnTo>
                  <a:lnTo>
                    <a:pt x="82105" y="308215"/>
                  </a:lnTo>
                  <a:lnTo>
                    <a:pt x="55030" y="279942"/>
                  </a:lnTo>
                  <a:lnTo>
                    <a:pt x="32128" y="237954"/>
                  </a:lnTo>
                  <a:lnTo>
                    <a:pt x="13689" y="182928"/>
                  </a:lnTo>
                  <a:lnTo>
                    <a:pt x="0" y="115539"/>
                  </a:lnTo>
                  <a:lnTo>
                    <a:pt x="1670" y="75884"/>
                  </a:lnTo>
                  <a:lnTo>
                    <a:pt x="17428" y="41150"/>
                  </a:lnTo>
                  <a:lnTo>
                    <a:pt x="80769" y="1242"/>
                  </a:lnTo>
                  <a:lnTo>
                    <a:pt x="90898" y="0"/>
                  </a:lnTo>
                  <a:lnTo>
                    <a:pt x="95938" y="0"/>
                  </a:lnTo>
                  <a:lnTo>
                    <a:pt x="140283" y="11186"/>
                  </a:lnTo>
                  <a:lnTo>
                    <a:pt x="159747" y="23897"/>
                  </a:lnTo>
                  <a:lnTo>
                    <a:pt x="166624" y="27229"/>
                  </a:lnTo>
                  <a:lnTo>
                    <a:pt x="173883" y="29624"/>
                  </a:lnTo>
                  <a:lnTo>
                    <a:pt x="181444" y="31042"/>
                  </a:lnTo>
                  <a:lnTo>
                    <a:pt x="183812" y="31323"/>
                  </a:lnTo>
                  <a:lnTo>
                    <a:pt x="186157" y="31464"/>
                  </a:lnTo>
                  <a:lnTo>
                    <a:pt x="192511" y="31464"/>
                  </a:lnTo>
                  <a:lnTo>
                    <a:pt x="223599" y="19670"/>
                  </a:lnTo>
                  <a:lnTo>
                    <a:pt x="236649" y="11186"/>
                  </a:lnTo>
                  <a:lnTo>
                    <a:pt x="250767" y="5026"/>
                  </a:lnTo>
                  <a:lnTo>
                    <a:pt x="265649" y="1270"/>
                  </a:lnTo>
                  <a:lnTo>
                    <a:pt x="280994" y="0"/>
                  </a:lnTo>
                  <a:lnTo>
                    <a:pt x="286035" y="0"/>
                  </a:lnTo>
                  <a:lnTo>
                    <a:pt x="332268" y="15036"/>
                  </a:lnTo>
                  <a:lnTo>
                    <a:pt x="375262" y="75884"/>
                  </a:lnTo>
                  <a:lnTo>
                    <a:pt x="376933" y="115539"/>
                  </a:lnTo>
                  <a:lnTo>
                    <a:pt x="363253" y="182928"/>
                  </a:lnTo>
                  <a:lnTo>
                    <a:pt x="344831" y="237954"/>
                  </a:lnTo>
                  <a:lnTo>
                    <a:pt x="321932" y="279942"/>
                  </a:lnTo>
                  <a:lnTo>
                    <a:pt x="294827" y="308215"/>
                  </a:lnTo>
                  <a:lnTo>
                    <a:pt x="260416" y="322817"/>
                  </a:lnTo>
                  <a:lnTo>
                    <a:pt x="247842" y="323783"/>
                  </a:lnTo>
                  <a:close/>
                </a:path>
              </a:pathLst>
            </a:custGeom>
            <a:solidFill>
              <a:srgbClr val="500094"/>
            </a:solidFill>
          </p:spPr>
          <p:txBody>
            <a:bodyPr wrap="square" lIns="0" tIns="0" rIns="0" bIns="0" rtlCol="0"/>
            <a:lstStyle/>
            <a:p>
              <a:endParaRPr/>
            </a:p>
          </p:txBody>
        </p:sp>
        <p:pic>
          <p:nvPicPr>
            <p:cNvPr id="160" name="object 160"/>
            <p:cNvPicPr/>
            <p:nvPr/>
          </p:nvPicPr>
          <p:blipFill>
            <a:blip r:embed="rId54" cstate="print"/>
            <a:stretch>
              <a:fillRect/>
            </a:stretch>
          </p:blipFill>
          <p:spPr>
            <a:xfrm>
              <a:off x="9633983" y="3875056"/>
              <a:ext cx="177182" cy="133592"/>
            </a:xfrm>
            <a:prstGeom prst="rect">
              <a:avLst/>
            </a:prstGeom>
          </p:spPr>
        </p:pic>
      </p:grpSp>
      <p:grpSp>
        <p:nvGrpSpPr>
          <p:cNvPr id="161" name="object 161"/>
          <p:cNvGrpSpPr/>
          <p:nvPr/>
        </p:nvGrpSpPr>
        <p:grpSpPr>
          <a:xfrm>
            <a:off x="10047752" y="3874793"/>
            <a:ext cx="436245" cy="452120"/>
            <a:chOff x="10047752" y="3874793"/>
            <a:chExt cx="436245" cy="452120"/>
          </a:xfrm>
        </p:grpSpPr>
        <p:sp>
          <p:nvSpPr>
            <p:cNvPr id="162" name="object 162"/>
            <p:cNvSpPr/>
            <p:nvPr/>
          </p:nvSpPr>
          <p:spPr>
            <a:xfrm>
              <a:off x="10047745" y="3874795"/>
              <a:ext cx="370840" cy="452120"/>
            </a:xfrm>
            <a:custGeom>
              <a:avLst/>
              <a:gdLst/>
              <a:ahLst/>
              <a:cxnLst/>
              <a:rect l="l" t="t" r="r" b="b"/>
              <a:pathLst>
                <a:path w="370840" h="452120">
                  <a:moveTo>
                    <a:pt x="139433" y="39649"/>
                  </a:moveTo>
                  <a:lnTo>
                    <a:pt x="121780" y="3352"/>
                  </a:lnTo>
                  <a:lnTo>
                    <a:pt x="116128" y="0"/>
                  </a:lnTo>
                  <a:lnTo>
                    <a:pt x="113004" y="0"/>
                  </a:lnTo>
                  <a:lnTo>
                    <a:pt x="109372" y="0"/>
                  </a:lnTo>
                  <a:lnTo>
                    <a:pt x="105765" y="1485"/>
                  </a:lnTo>
                  <a:lnTo>
                    <a:pt x="103136" y="4406"/>
                  </a:lnTo>
                  <a:lnTo>
                    <a:pt x="98285" y="9855"/>
                  </a:lnTo>
                  <a:lnTo>
                    <a:pt x="98704" y="18173"/>
                  </a:lnTo>
                  <a:lnTo>
                    <a:pt x="104127" y="23050"/>
                  </a:lnTo>
                  <a:lnTo>
                    <a:pt x="105981" y="24739"/>
                  </a:lnTo>
                  <a:lnTo>
                    <a:pt x="112966" y="32448"/>
                  </a:lnTo>
                  <a:lnTo>
                    <a:pt x="112966" y="46634"/>
                  </a:lnTo>
                  <a:lnTo>
                    <a:pt x="106400" y="54254"/>
                  </a:lnTo>
                  <a:lnTo>
                    <a:pt x="104127" y="56299"/>
                  </a:lnTo>
                  <a:lnTo>
                    <a:pt x="100622" y="59867"/>
                  </a:lnTo>
                  <a:lnTo>
                    <a:pt x="94653" y="67602"/>
                  </a:lnTo>
                  <a:lnTo>
                    <a:pt x="89001" y="78778"/>
                  </a:lnTo>
                  <a:lnTo>
                    <a:pt x="86487" y="92659"/>
                  </a:lnTo>
                  <a:lnTo>
                    <a:pt x="88988" y="106502"/>
                  </a:lnTo>
                  <a:lnTo>
                    <a:pt x="109778" y="132308"/>
                  </a:lnTo>
                  <a:lnTo>
                    <a:pt x="116522" y="132308"/>
                  </a:lnTo>
                  <a:lnTo>
                    <a:pt x="120154" y="130810"/>
                  </a:lnTo>
                  <a:lnTo>
                    <a:pt x="122758" y="127901"/>
                  </a:lnTo>
                  <a:lnTo>
                    <a:pt x="127635" y="122466"/>
                  </a:lnTo>
                  <a:lnTo>
                    <a:pt x="127152" y="114134"/>
                  </a:lnTo>
                  <a:lnTo>
                    <a:pt x="121780" y="109258"/>
                  </a:lnTo>
                  <a:lnTo>
                    <a:pt x="119951" y="107543"/>
                  </a:lnTo>
                  <a:lnTo>
                    <a:pt x="112966" y="99860"/>
                  </a:lnTo>
                  <a:lnTo>
                    <a:pt x="112966" y="85674"/>
                  </a:lnTo>
                  <a:lnTo>
                    <a:pt x="119532" y="78054"/>
                  </a:lnTo>
                  <a:lnTo>
                    <a:pt x="121780" y="75996"/>
                  </a:lnTo>
                  <a:lnTo>
                    <a:pt x="125285" y="72440"/>
                  </a:lnTo>
                  <a:lnTo>
                    <a:pt x="131267" y="64706"/>
                  </a:lnTo>
                  <a:lnTo>
                    <a:pt x="136918" y="53530"/>
                  </a:lnTo>
                  <a:lnTo>
                    <a:pt x="139433" y="39649"/>
                  </a:lnTo>
                  <a:close/>
                </a:path>
                <a:path w="370840" h="452120">
                  <a:moveTo>
                    <a:pt x="218871" y="39649"/>
                  </a:moveTo>
                  <a:lnTo>
                    <a:pt x="201206" y="3352"/>
                  </a:lnTo>
                  <a:lnTo>
                    <a:pt x="195554" y="0"/>
                  </a:lnTo>
                  <a:lnTo>
                    <a:pt x="192443" y="0"/>
                  </a:lnTo>
                  <a:lnTo>
                    <a:pt x="188810" y="0"/>
                  </a:lnTo>
                  <a:lnTo>
                    <a:pt x="185191" y="1485"/>
                  </a:lnTo>
                  <a:lnTo>
                    <a:pt x="182575" y="4406"/>
                  </a:lnTo>
                  <a:lnTo>
                    <a:pt x="177698" y="9855"/>
                  </a:lnTo>
                  <a:lnTo>
                    <a:pt x="178117" y="18173"/>
                  </a:lnTo>
                  <a:lnTo>
                    <a:pt x="183553" y="23050"/>
                  </a:lnTo>
                  <a:lnTo>
                    <a:pt x="185381" y="24739"/>
                  </a:lnTo>
                  <a:lnTo>
                    <a:pt x="192392" y="32448"/>
                  </a:lnTo>
                  <a:lnTo>
                    <a:pt x="192392" y="46634"/>
                  </a:lnTo>
                  <a:lnTo>
                    <a:pt x="185801" y="54254"/>
                  </a:lnTo>
                  <a:lnTo>
                    <a:pt x="183553" y="56299"/>
                  </a:lnTo>
                  <a:lnTo>
                    <a:pt x="180060" y="59867"/>
                  </a:lnTo>
                  <a:lnTo>
                    <a:pt x="174066" y="67602"/>
                  </a:lnTo>
                  <a:lnTo>
                    <a:pt x="168414" y="78778"/>
                  </a:lnTo>
                  <a:lnTo>
                    <a:pt x="165900" y="92659"/>
                  </a:lnTo>
                  <a:lnTo>
                    <a:pt x="168402" y="106502"/>
                  </a:lnTo>
                  <a:lnTo>
                    <a:pt x="189204" y="132308"/>
                  </a:lnTo>
                  <a:lnTo>
                    <a:pt x="195961" y="132308"/>
                  </a:lnTo>
                  <a:lnTo>
                    <a:pt x="199567" y="130810"/>
                  </a:lnTo>
                  <a:lnTo>
                    <a:pt x="202196" y="127901"/>
                  </a:lnTo>
                  <a:lnTo>
                    <a:pt x="207073" y="122466"/>
                  </a:lnTo>
                  <a:lnTo>
                    <a:pt x="206578" y="114134"/>
                  </a:lnTo>
                  <a:lnTo>
                    <a:pt x="201206" y="109258"/>
                  </a:lnTo>
                  <a:lnTo>
                    <a:pt x="199377" y="107543"/>
                  </a:lnTo>
                  <a:lnTo>
                    <a:pt x="192392" y="99860"/>
                  </a:lnTo>
                  <a:lnTo>
                    <a:pt x="192392" y="85674"/>
                  </a:lnTo>
                  <a:lnTo>
                    <a:pt x="198958" y="78054"/>
                  </a:lnTo>
                  <a:lnTo>
                    <a:pt x="201206" y="75996"/>
                  </a:lnTo>
                  <a:lnTo>
                    <a:pt x="204711" y="72440"/>
                  </a:lnTo>
                  <a:lnTo>
                    <a:pt x="210693" y="64706"/>
                  </a:lnTo>
                  <a:lnTo>
                    <a:pt x="216357" y="53530"/>
                  </a:lnTo>
                  <a:lnTo>
                    <a:pt x="218871" y="39649"/>
                  </a:lnTo>
                  <a:close/>
                </a:path>
                <a:path w="370840" h="452120">
                  <a:moveTo>
                    <a:pt x="298272" y="39649"/>
                  </a:moveTo>
                  <a:lnTo>
                    <a:pt x="280644" y="3352"/>
                  </a:lnTo>
                  <a:lnTo>
                    <a:pt x="274993" y="0"/>
                  </a:lnTo>
                  <a:lnTo>
                    <a:pt x="271881" y="0"/>
                  </a:lnTo>
                  <a:lnTo>
                    <a:pt x="268236" y="0"/>
                  </a:lnTo>
                  <a:lnTo>
                    <a:pt x="264604" y="1485"/>
                  </a:lnTo>
                  <a:lnTo>
                    <a:pt x="262001" y="4406"/>
                  </a:lnTo>
                  <a:lnTo>
                    <a:pt x="257124" y="9855"/>
                  </a:lnTo>
                  <a:lnTo>
                    <a:pt x="257556" y="18173"/>
                  </a:lnTo>
                  <a:lnTo>
                    <a:pt x="262991" y="23050"/>
                  </a:lnTo>
                  <a:lnTo>
                    <a:pt x="264820" y="24739"/>
                  </a:lnTo>
                  <a:lnTo>
                    <a:pt x="271805" y="32448"/>
                  </a:lnTo>
                  <a:lnTo>
                    <a:pt x="271805" y="46634"/>
                  </a:lnTo>
                  <a:lnTo>
                    <a:pt x="265239" y="54254"/>
                  </a:lnTo>
                  <a:lnTo>
                    <a:pt x="262991" y="56299"/>
                  </a:lnTo>
                  <a:lnTo>
                    <a:pt x="259473" y="59867"/>
                  </a:lnTo>
                  <a:lnTo>
                    <a:pt x="253492" y="67602"/>
                  </a:lnTo>
                  <a:lnTo>
                    <a:pt x="247840" y="78778"/>
                  </a:lnTo>
                  <a:lnTo>
                    <a:pt x="245338" y="92659"/>
                  </a:lnTo>
                  <a:lnTo>
                    <a:pt x="247827" y="106502"/>
                  </a:lnTo>
                  <a:lnTo>
                    <a:pt x="268643" y="132308"/>
                  </a:lnTo>
                  <a:lnTo>
                    <a:pt x="275386" y="132308"/>
                  </a:lnTo>
                  <a:lnTo>
                    <a:pt x="279006" y="130810"/>
                  </a:lnTo>
                  <a:lnTo>
                    <a:pt x="281622" y="127901"/>
                  </a:lnTo>
                  <a:lnTo>
                    <a:pt x="286512" y="122466"/>
                  </a:lnTo>
                  <a:lnTo>
                    <a:pt x="285991" y="114134"/>
                  </a:lnTo>
                  <a:lnTo>
                    <a:pt x="280644" y="109258"/>
                  </a:lnTo>
                  <a:lnTo>
                    <a:pt x="278790" y="107543"/>
                  </a:lnTo>
                  <a:lnTo>
                    <a:pt x="271805" y="99860"/>
                  </a:lnTo>
                  <a:lnTo>
                    <a:pt x="271805" y="85674"/>
                  </a:lnTo>
                  <a:lnTo>
                    <a:pt x="278371" y="78054"/>
                  </a:lnTo>
                  <a:lnTo>
                    <a:pt x="280644" y="75996"/>
                  </a:lnTo>
                  <a:lnTo>
                    <a:pt x="284175" y="72440"/>
                  </a:lnTo>
                  <a:lnTo>
                    <a:pt x="290144" y="64706"/>
                  </a:lnTo>
                  <a:lnTo>
                    <a:pt x="295783" y="53530"/>
                  </a:lnTo>
                  <a:lnTo>
                    <a:pt x="298272" y="39649"/>
                  </a:lnTo>
                  <a:close/>
                </a:path>
                <a:path w="370840" h="452120">
                  <a:moveTo>
                    <a:pt x="370649" y="403872"/>
                  </a:moveTo>
                  <a:lnTo>
                    <a:pt x="364718" y="398018"/>
                  </a:lnTo>
                  <a:lnTo>
                    <a:pt x="13271" y="398018"/>
                  </a:lnTo>
                  <a:lnTo>
                    <a:pt x="5930" y="398018"/>
                  </a:lnTo>
                  <a:lnTo>
                    <a:pt x="0" y="403872"/>
                  </a:lnTo>
                  <a:lnTo>
                    <a:pt x="0" y="418553"/>
                  </a:lnTo>
                  <a:lnTo>
                    <a:pt x="5930" y="424484"/>
                  </a:lnTo>
                  <a:lnTo>
                    <a:pt x="44754" y="424484"/>
                  </a:lnTo>
                  <a:lnTo>
                    <a:pt x="47015" y="429856"/>
                  </a:lnTo>
                  <a:lnTo>
                    <a:pt x="53251" y="438950"/>
                  </a:lnTo>
                  <a:lnTo>
                    <a:pt x="61582" y="445871"/>
                  </a:lnTo>
                  <a:lnTo>
                    <a:pt x="71475" y="450265"/>
                  </a:lnTo>
                  <a:lnTo>
                    <a:pt x="82410" y="451802"/>
                  </a:lnTo>
                  <a:lnTo>
                    <a:pt x="288315" y="451802"/>
                  </a:lnTo>
                  <a:lnTo>
                    <a:pt x="323621" y="429856"/>
                  </a:lnTo>
                  <a:lnTo>
                    <a:pt x="325894" y="424484"/>
                  </a:lnTo>
                  <a:lnTo>
                    <a:pt x="364718" y="424484"/>
                  </a:lnTo>
                  <a:lnTo>
                    <a:pt x="370649" y="418553"/>
                  </a:lnTo>
                  <a:lnTo>
                    <a:pt x="370649" y="403872"/>
                  </a:lnTo>
                  <a:close/>
                </a:path>
              </a:pathLst>
            </a:custGeom>
            <a:solidFill>
              <a:srgbClr val="500094"/>
            </a:solidFill>
          </p:spPr>
          <p:txBody>
            <a:bodyPr wrap="square" lIns="0" tIns="0" rIns="0" bIns="0" rtlCol="0"/>
            <a:lstStyle/>
            <a:p>
              <a:endParaRPr/>
            </a:p>
          </p:txBody>
        </p:sp>
        <p:pic>
          <p:nvPicPr>
            <p:cNvPr id="163" name="object 163"/>
            <p:cNvPicPr/>
            <p:nvPr/>
          </p:nvPicPr>
          <p:blipFill>
            <a:blip r:embed="rId55" cstate="print"/>
            <a:stretch>
              <a:fillRect/>
            </a:stretch>
          </p:blipFill>
          <p:spPr>
            <a:xfrm>
              <a:off x="10400255" y="4063108"/>
              <a:ext cx="83378" cy="155678"/>
            </a:xfrm>
            <a:prstGeom prst="rect">
              <a:avLst/>
            </a:prstGeom>
          </p:spPr>
        </p:pic>
        <p:sp>
          <p:nvSpPr>
            <p:cNvPr id="164" name="object 164"/>
            <p:cNvSpPr/>
            <p:nvPr/>
          </p:nvSpPr>
          <p:spPr>
            <a:xfrm>
              <a:off x="10047752" y="4034527"/>
              <a:ext cx="370840" cy="212090"/>
            </a:xfrm>
            <a:custGeom>
              <a:avLst/>
              <a:gdLst/>
              <a:ahLst/>
              <a:cxnLst/>
              <a:rect l="l" t="t" r="r" b="b"/>
              <a:pathLst>
                <a:path w="370840" h="212089">
                  <a:moveTo>
                    <a:pt x="298554" y="211807"/>
                  </a:moveTo>
                  <a:lnTo>
                    <a:pt x="72071" y="211807"/>
                  </a:lnTo>
                  <a:lnTo>
                    <a:pt x="41839" y="172001"/>
                  </a:lnTo>
                  <a:lnTo>
                    <a:pt x="19172" y="124434"/>
                  </a:lnTo>
                  <a:lnTo>
                    <a:pt x="4937" y="70901"/>
                  </a:lnTo>
                  <a:lnTo>
                    <a:pt x="0" y="13199"/>
                  </a:lnTo>
                  <a:lnTo>
                    <a:pt x="0" y="5861"/>
                  </a:lnTo>
                  <a:lnTo>
                    <a:pt x="5931" y="0"/>
                  </a:lnTo>
                  <a:lnTo>
                    <a:pt x="13199" y="0"/>
                  </a:lnTo>
                  <a:lnTo>
                    <a:pt x="364718" y="0"/>
                  </a:lnTo>
                  <a:lnTo>
                    <a:pt x="370650" y="5861"/>
                  </a:lnTo>
                  <a:lnTo>
                    <a:pt x="370650" y="13199"/>
                  </a:lnTo>
                  <a:lnTo>
                    <a:pt x="365712" y="70901"/>
                  </a:lnTo>
                  <a:lnTo>
                    <a:pt x="351474" y="124434"/>
                  </a:lnTo>
                  <a:lnTo>
                    <a:pt x="328800" y="172001"/>
                  </a:lnTo>
                  <a:lnTo>
                    <a:pt x="298554" y="211807"/>
                  </a:lnTo>
                  <a:close/>
                </a:path>
              </a:pathLst>
            </a:custGeom>
            <a:solidFill>
              <a:srgbClr val="500094"/>
            </a:solidFill>
          </p:spPr>
          <p:txBody>
            <a:bodyPr wrap="square" lIns="0" tIns="0" rIns="0" bIns="0" rtlCol="0"/>
            <a:lstStyle/>
            <a:p>
              <a:endParaRPr/>
            </a:p>
          </p:txBody>
        </p:sp>
      </p:grpSp>
      <p:sp>
        <p:nvSpPr>
          <p:cNvPr id="165" name="object 165"/>
          <p:cNvSpPr/>
          <p:nvPr/>
        </p:nvSpPr>
        <p:spPr>
          <a:xfrm>
            <a:off x="10611739" y="3874757"/>
            <a:ext cx="452120" cy="452120"/>
          </a:xfrm>
          <a:custGeom>
            <a:avLst/>
            <a:gdLst/>
            <a:ahLst/>
            <a:cxnLst/>
            <a:rect l="l" t="t" r="r" b="b"/>
            <a:pathLst>
              <a:path w="452120" h="452120">
                <a:moveTo>
                  <a:pt x="159715" y="165646"/>
                </a:moveTo>
                <a:lnTo>
                  <a:pt x="153784" y="159778"/>
                </a:lnTo>
                <a:lnTo>
                  <a:pt x="146507" y="159778"/>
                </a:lnTo>
                <a:lnTo>
                  <a:pt x="139153" y="159778"/>
                </a:lnTo>
                <a:lnTo>
                  <a:pt x="133223" y="165646"/>
                </a:lnTo>
                <a:lnTo>
                  <a:pt x="133223" y="180327"/>
                </a:lnTo>
                <a:lnTo>
                  <a:pt x="139153" y="186258"/>
                </a:lnTo>
                <a:lnTo>
                  <a:pt x="153784" y="186258"/>
                </a:lnTo>
                <a:lnTo>
                  <a:pt x="159715" y="180327"/>
                </a:lnTo>
                <a:lnTo>
                  <a:pt x="159715" y="165646"/>
                </a:lnTo>
                <a:close/>
              </a:path>
              <a:path w="452120" h="452120">
                <a:moveTo>
                  <a:pt x="318554" y="165646"/>
                </a:moveTo>
                <a:lnTo>
                  <a:pt x="312623" y="159778"/>
                </a:lnTo>
                <a:lnTo>
                  <a:pt x="305358" y="159778"/>
                </a:lnTo>
                <a:lnTo>
                  <a:pt x="298018" y="159778"/>
                </a:lnTo>
                <a:lnTo>
                  <a:pt x="292087" y="165646"/>
                </a:lnTo>
                <a:lnTo>
                  <a:pt x="292087" y="180327"/>
                </a:lnTo>
                <a:lnTo>
                  <a:pt x="298018" y="186258"/>
                </a:lnTo>
                <a:lnTo>
                  <a:pt x="312623" y="186258"/>
                </a:lnTo>
                <a:lnTo>
                  <a:pt x="318554" y="180327"/>
                </a:lnTo>
                <a:lnTo>
                  <a:pt x="318554" y="165646"/>
                </a:lnTo>
                <a:close/>
              </a:path>
              <a:path w="452120" h="452120">
                <a:moveTo>
                  <a:pt x="451840" y="225920"/>
                </a:moveTo>
                <a:lnTo>
                  <a:pt x="450494" y="212725"/>
                </a:lnTo>
                <a:lnTo>
                  <a:pt x="447217" y="180581"/>
                </a:lnTo>
                <a:lnTo>
                  <a:pt x="433984" y="138264"/>
                </a:lnTo>
                <a:lnTo>
                  <a:pt x="431241" y="133248"/>
                </a:lnTo>
                <a:lnTo>
                  <a:pt x="413067" y="99910"/>
                </a:lnTo>
                <a:lnTo>
                  <a:pt x="385406" y="66433"/>
                </a:lnTo>
                <a:lnTo>
                  <a:pt x="351917" y="38760"/>
                </a:lnTo>
                <a:lnTo>
                  <a:pt x="345020" y="35013"/>
                </a:lnTo>
                <a:lnTo>
                  <a:pt x="345020" y="172986"/>
                </a:lnTo>
                <a:lnTo>
                  <a:pt x="343128" y="182397"/>
                </a:lnTo>
                <a:lnTo>
                  <a:pt x="343128" y="335648"/>
                </a:lnTo>
                <a:lnTo>
                  <a:pt x="338886" y="342849"/>
                </a:lnTo>
                <a:lnTo>
                  <a:pt x="330746" y="344957"/>
                </a:lnTo>
                <a:lnTo>
                  <a:pt x="329641" y="345071"/>
                </a:lnTo>
                <a:lnTo>
                  <a:pt x="322605" y="345071"/>
                </a:lnTo>
                <a:lnTo>
                  <a:pt x="317220" y="341134"/>
                </a:lnTo>
                <a:lnTo>
                  <a:pt x="315671" y="335153"/>
                </a:lnTo>
                <a:lnTo>
                  <a:pt x="303149" y="306997"/>
                </a:lnTo>
                <a:lnTo>
                  <a:pt x="282714" y="284988"/>
                </a:lnTo>
                <a:lnTo>
                  <a:pt x="256311" y="270662"/>
                </a:lnTo>
                <a:lnTo>
                  <a:pt x="225920" y="265544"/>
                </a:lnTo>
                <a:lnTo>
                  <a:pt x="195554" y="270662"/>
                </a:lnTo>
                <a:lnTo>
                  <a:pt x="169151" y="284988"/>
                </a:lnTo>
                <a:lnTo>
                  <a:pt x="148717" y="306997"/>
                </a:lnTo>
                <a:lnTo>
                  <a:pt x="136194" y="335153"/>
                </a:lnTo>
                <a:lnTo>
                  <a:pt x="134645" y="341134"/>
                </a:lnTo>
                <a:lnTo>
                  <a:pt x="129235" y="345071"/>
                </a:lnTo>
                <a:lnTo>
                  <a:pt x="122262" y="345071"/>
                </a:lnTo>
                <a:lnTo>
                  <a:pt x="121196" y="344957"/>
                </a:lnTo>
                <a:lnTo>
                  <a:pt x="112966" y="342849"/>
                </a:lnTo>
                <a:lnTo>
                  <a:pt x="108737" y="335648"/>
                </a:lnTo>
                <a:lnTo>
                  <a:pt x="110566" y="328523"/>
                </a:lnTo>
                <a:lnTo>
                  <a:pt x="126644" y="292315"/>
                </a:lnTo>
                <a:lnTo>
                  <a:pt x="152920" y="264033"/>
                </a:lnTo>
                <a:lnTo>
                  <a:pt x="186867" y="245630"/>
                </a:lnTo>
                <a:lnTo>
                  <a:pt x="225920" y="239052"/>
                </a:lnTo>
                <a:lnTo>
                  <a:pt x="264985" y="245630"/>
                </a:lnTo>
                <a:lnTo>
                  <a:pt x="298932" y="264033"/>
                </a:lnTo>
                <a:lnTo>
                  <a:pt x="325221" y="292315"/>
                </a:lnTo>
                <a:lnTo>
                  <a:pt x="341299" y="328523"/>
                </a:lnTo>
                <a:lnTo>
                  <a:pt x="343128" y="335648"/>
                </a:lnTo>
                <a:lnTo>
                  <a:pt x="343128" y="182397"/>
                </a:lnTo>
                <a:lnTo>
                  <a:pt x="341909" y="188442"/>
                </a:lnTo>
                <a:lnTo>
                  <a:pt x="333387" y="201053"/>
                </a:lnTo>
                <a:lnTo>
                  <a:pt x="320776" y="209575"/>
                </a:lnTo>
                <a:lnTo>
                  <a:pt x="305358" y="212725"/>
                </a:lnTo>
                <a:lnTo>
                  <a:pt x="293687" y="210972"/>
                </a:lnTo>
                <a:lnTo>
                  <a:pt x="283260" y="206006"/>
                </a:lnTo>
                <a:lnTo>
                  <a:pt x="274701" y="198259"/>
                </a:lnTo>
                <a:lnTo>
                  <a:pt x="268643" y="188150"/>
                </a:lnTo>
                <a:lnTo>
                  <a:pt x="265798" y="176733"/>
                </a:lnTo>
                <a:lnTo>
                  <a:pt x="266382" y="165227"/>
                </a:lnTo>
                <a:lnTo>
                  <a:pt x="297675" y="133997"/>
                </a:lnTo>
                <a:lnTo>
                  <a:pt x="305358" y="133248"/>
                </a:lnTo>
                <a:lnTo>
                  <a:pt x="310464" y="133248"/>
                </a:lnTo>
                <a:lnTo>
                  <a:pt x="343281" y="161315"/>
                </a:lnTo>
                <a:lnTo>
                  <a:pt x="345020" y="172986"/>
                </a:lnTo>
                <a:lnTo>
                  <a:pt x="345020" y="35013"/>
                </a:lnTo>
                <a:lnTo>
                  <a:pt x="313550" y="17856"/>
                </a:lnTo>
                <a:lnTo>
                  <a:pt x="271246" y="4622"/>
                </a:lnTo>
                <a:lnTo>
                  <a:pt x="225920" y="0"/>
                </a:lnTo>
                <a:lnTo>
                  <a:pt x="185978" y="4076"/>
                </a:lnTo>
                <a:lnTo>
                  <a:pt x="185978" y="169214"/>
                </a:lnTo>
                <a:lnTo>
                  <a:pt x="185394" y="180746"/>
                </a:lnTo>
                <a:lnTo>
                  <a:pt x="154114" y="211975"/>
                </a:lnTo>
                <a:lnTo>
                  <a:pt x="146443" y="212725"/>
                </a:lnTo>
                <a:lnTo>
                  <a:pt x="141325" y="212725"/>
                </a:lnTo>
                <a:lnTo>
                  <a:pt x="108496" y="184645"/>
                </a:lnTo>
                <a:lnTo>
                  <a:pt x="106743" y="172986"/>
                </a:lnTo>
                <a:lnTo>
                  <a:pt x="109867" y="157518"/>
                </a:lnTo>
                <a:lnTo>
                  <a:pt x="118389" y="144907"/>
                </a:lnTo>
                <a:lnTo>
                  <a:pt x="131025" y="136423"/>
                </a:lnTo>
                <a:lnTo>
                  <a:pt x="146507" y="133311"/>
                </a:lnTo>
                <a:lnTo>
                  <a:pt x="158127" y="135051"/>
                </a:lnTo>
                <a:lnTo>
                  <a:pt x="168529" y="139992"/>
                </a:lnTo>
                <a:lnTo>
                  <a:pt x="177076" y="147713"/>
                </a:lnTo>
                <a:lnTo>
                  <a:pt x="183134" y="157797"/>
                </a:lnTo>
                <a:lnTo>
                  <a:pt x="185978" y="169214"/>
                </a:lnTo>
                <a:lnTo>
                  <a:pt x="185978" y="4076"/>
                </a:lnTo>
                <a:lnTo>
                  <a:pt x="138252" y="17856"/>
                </a:lnTo>
                <a:lnTo>
                  <a:pt x="99898" y="38760"/>
                </a:lnTo>
                <a:lnTo>
                  <a:pt x="66421" y="66433"/>
                </a:lnTo>
                <a:lnTo>
                  <a:pt x="38760" y="99910"/>
                </a:lnTo>
                <a:lnTo>
                  <a:pt x="17843" y="138264"/>
                </a:lnTo>
                <a:lnTo>
                  <a:pt x="4622" y="180581"/>
                </a:lnTo>
                <a:lnTo>
                  <a:pt x="0" y="225920"/>
                </a:lnTo>
                <a:lnTo>
                  <a:pt x="4622" y="271272"/>
                </a:lnTo>
                <a:lnTo>
                  <a:pt x="17843" y="313588"/>
                </a:lnTo>
                <a:lnTo>
                  <a:pt x="38760" y="351955"/>
                </a:lnTo>
                <a:lnTo>
                  <a:pt x="66421" y="385432"/>
                </a:lnTo>
                <a:lnTo>
                  <a:pt x="99898" y="413092"/>
                </a:lnTo>
                <a:lnTo>
                  <a:pt x="138252" y="433997"/>
                </a:lnTo>
                <a:lnTo>
                  <a:pt x="180581" y="447230"/>
                </a:lnTo>
                <a:lnTo>
                  <a:pt x="225920" y="451840"/>
                </a:lnTo>
                <a:lnTo>
                  <a:pt x="271246" y="447230"/>
                </a:lnTo>
                <a:lnTo>
                  <a:pt x="313550" y="433997"/>
                </a:lnTo>
                <a:lnTo>
                  <a:pt x="351917" y="413092"/>
                </a:lnTo>
                <a:lnTo>
                  <a:pt x="385406" y="385432"/>
                </a:lnTo>
                <a:lnTo>
                  <a:pt x="413067" y="351955"/>
                </a:lnTo>
                <a:lnTo>
                  <a:pt x="416814" y="345071"/>
                </a:lnTo>
                <a:lnTo>
                  <a:pt x="433984" y="313588"/>
                </a:lnTo>
                <a:lnTo>
                  <a:pt x="447217" y="271272"/>
                </a:lnTo>
                <a:lnTo>
                  <a:pt x="450507" y="239052"/>
                </a:lnTo>
                <a:lnTo>
                  <a:pt x="451840" y="225920"/>
                </a:lnTo>
                <a:close/>
              </a:path>
            </a:pathLst>
          </a:custGeom>
          <a:solidFill>
            <a:srgbClr val="500094"/>
          </a:solidFill>
        </p:spPr>
        <p:txBody>
          <a:bodyPr wrap="square" lIns="0" tIns="0" rIns="0" bIns="0" rtlCol="0"/>
          <a:lstStyle/>
          <a:p>
            <a:endParaRPr/>
          </a:p>
        </p:txBody>
      </p:sp>
      <p:grpSp>
        <p:nvGrpSpPr>
          <p:cNvPr id="166" name="object 166"/>
          <p:cNvGrpSpPr/>
          <p:nvPr/>
        </p:nvGrpSpPr>
        <p:grpSpPr>
          <a:xfrm>
            <a:off x="1700516" y="4974711"/>
            <a:ext cx="452120" cy="452120"/>
            <a:chOff x="1700516" y="4974711"/>
            <a:chExt cx="452120" cy="452120"/>
          </a:xfrm>
        </p:grpSpPr>
        <p:sp>
          <p:nvSpPr>
            <p:cNvPr id="167" name="object 167"/>
            <p:cNvSpPr/>
            <p:nvPr/>
          </p:nvSpPr>
          <p:spPr>
            <a:xfrm>
              <a:off x="1833733" y="5134492"/>
              <a:ext cx="26670" cy="26670"/>
            </a:xfrm>
            <a:custGeom>
              <a:avLst/>
              <a:gdLst/>
              <a:ahLst/>
              <a:cxnLst/>
              <a:rect l="l" t="t" r="r" b="b"/>
              <a:pathLst>
                <a:path w="26669" h="26670">
                  <a:moveTo>
                    <a:pt x="20561" y="26470"/>
                  </a:moveTo>
                  <a:lnTo>
                    <a:pt x="5931" y="26470"/>
                  </a:lnTo>
                  <a:lnTo>
                    <a:pt x="0" y="20538"/>
                  </a:lnTo>
                  <a:lnTo>
                    <a:pt x="0" y="5861"/>
                  </a:lnTo>
                  <a:lnTo>
                    <a:pt x="5931" y="0"/>
                  </a:lnTo>
                  <a:lnTo>
                    <a:pt x="13293" y="0"/>
                  </a:lnTo>
                  <a:lnTo>
                    <a:pt x="20561" y="0"/>
                  </a:lnTo>
                  <a:lnTo>
                    <a:pt x="26493" y="5861"/>
                  </a:lnTo>
                  <a:lnTo>
                    <a:pt x="26493" y="20538"/>
                  </a:lnTo>
                  <a:lnTo>
                    <a:pt x="20561" y="26470"/>
                  </a:lnTo>
                  <a:close/>
                </a:path>
              </a:pathLst>
            </a:custGeom>
            <a:solidFill>
              <a:srgbClr val="500094"/>
            </a:solidFill>
          </p:spPr>
          <p:txBody>
            <a:bodyPr wrap="square" lIns="0" tIns="0" rIns="0" bIns="0" rtlCol="0"/>
            <a:lstStyle/>
            <a:p>
              <a:endParaRPr/>
            </a:p>
          </p:txBody>
        </p:sp>
        <p:pic>
          <p:nvPicPr>
            <p:cNvPr id="168" name="object 168"/>
            <p:cNvPicPr/>
            <p:nvPr/>
          </p:nvPicPr>
          <p:blipFill>
            <a:blip r:embed="rId56" cstate="print"/>
            <a:stretch>
              <a:fillRect/>
            </a:stretch>
          </p:blipFill>
          <p:spPr>
            <a:xfrm>
              <a:off x="1834742" y="5240396"/>
              <a:ext cx="183414" cy="79410"/>
            </a:xfrm>
            <a:prstGeom prst="rect">
              <a:avLst/>
            </a:prstGeom>
          </p:spPr>
        </p:pic>
        <p:sp>
          <p:nvSpPr>
            <p:cNvPr id="169" name="object 169"/>
            <p:cNvSpPr/>
            <p:nvPr/>
          </p:nvSpPr>
          <p:spPr>
            <a:xfrm>
              <a:off x="1700504" y="4974716"/>
              <a:ext cx="452120" cy="452120"/>
            </a:xfrm>
            <a:custGeom>
              <a:avLst/>
              <a:gdLst/>
              <a:ahLst/>
              <a:cxnLst/>
              <a:rect l="l" t="t" r="r" b="b"/>
              <a:pathLst>
                <a:path w="452119" h="452120">
                  <a:moveTo>
                    <a:pt x="318554" y="165646"/>
                  </a:moveTo>
                  <a:lnTo>
                    <a:pt x="312623" y="159778"/>
                  </a:lnTo>
                  <a:lnTo>
                    <a:pt x="305358" y="159778"/>
                  </a:lnTo>
                  <a:lnTo>
                    <a:pt x="298018" y="159778"/>
                  </a:lnTo>
                  <a:lnTo>
                    <a:pt x="292087" y="165646"/>
                  </a:lnTo>
                  <a:lnTo>
                    <a:pt x="292087" y="180314"/>
                  </a:lnTo>
                  <a:lnTo>
                    <a:pt x="298018" y="186258"/>
                  </a:lnTo>
                  <a:lnTo>
                    <a:pt x="312623" y="186258"/>
                  </a:lnTo>
                  <a:lnTo>
                    <a:pt x="318554" y="180314"/>
                  </a:lnTo>
                  <a:lnTo>
                    <a:pt x="318554" y="165646"/>
                  </a:lnTo>
                  <a:close/>
                </a:path>
                <a:path w="452119" h="452120">
                  <a:moveTo>
                    <a:pt x="451853" y="225920"/>
                  </a:moveTo>
                  <a:lnTo>
                    <a:pt x="450507" y="212725"/>
                  </a:lnTo>
                  <a:lnTo>
                    <a:pt x="447230" y="180581"/>
                  </a:lnTo>
                  <a:lnTo>
                    <a:pt x="433997" y="138264"/>
                  </a:lnTo>
                  <a:lnTo>
                    <a:pt x="413092" y="99898"/>
                  </a:lnTo>
                  <a:lnTo>
                    <a:pt x="385432" y="66421"/>
                  </a:lnTo>
                  <a:lnTo>
                    <a:pt x="351955" y="38760"/>
                  </a:lnTo>
                  <a:lnTo>
                    <a:pt x="345033" y="34988"/>
                  </a:lnTo>
                  <a:lnTo>
                    <a:pt x="345033" y="172986"/>
                  </a:lnTo>
                  <a:lnTo>
                    <a:pt x="345033" y="245059"/>
                  </a:lnTo>
                  <a:lnTo>
                    <a:pt x="345033" y="252412"/>
                  </a:lnTo>
                  <a:lnTo>
                    <a:pt x="335661" y="298729"/>
                  </a:lnTo>
                  <a:lnTo>
                    <a:pt x="310108" y="336626"/>
                  </a:lnTo>
                  <a:lnTo>
                    <a:pt x="272237" y="362204"/>
                  </a:lnTo>
                  <a:lnTo>
                    <a:pt x="225933" y="371589"/>
                  </a:lnTo>
                  <a:lnTo>
                    <a:pt x="179578" y="362204"/>
                  </a:lnTo>
                  <a:lnTo>
                    <a:pt x="141693" y="336626"/>
                  </a:lnTo>
                  <a:lnTo>
                    <a:pt x="116128" y="298729"/>
                  </a:lnTo>
                  <a:lnTo>
                    <a:pt x="106756" y="252412"/>
                  </a:lnTo>
                  <a:lnTo>
                    <a:pt x="106756" y="245059"/>
                  </a:lnTo>
                  <a:lnTo>
                    <a:pt x="112687" y="239191"/>
                  </a:lnTo>
                  <a:lnTo>
                    <a:pt x="339102" y="239191"/>
                  </a:lnTo>
                  <a:lnTo>
                    <a:pt x="345033" y="245059"/>
                  </a:lnTo>
                  <a:lnTo>
                    <a:pt x="345033" y="172986"/>
                  </a:lnTo>
                  <a:lnTo>
                    <a:pt x="341909" y="188455"/>
                  </a:lnTo>
                  <a:lnTo>
                    <a:pt x="333400" y="201066"/>
                  </a:lnTo>
                  <a:lnTo>
                    <a:pt x="320789" y="209600"/>
                  </a:lnTo>
                  <a:lnTo>
                    <a:pt x="305358" y="212725"/>
                  </a:lnTo>
                  <a:lnTo>
                    <a:pt x="293687" y="210972"/>
                  </a:lnTo>
                  <a:lnTo>
                    <a:pt x="283260" y="206006"/>
                  </a:lnTo>
                  <a:lnTo>
                    <a:pt x="274713" y="198247"/>
                  </a:lnTo>
                  <a:lnTo>
                    <a:pt x="268643" y="188150"/>
                  </a:lnTo>
                  <a:lnTo>
                    <a:pt x="265798" y="176733"/>
                  </a:lnTo>
                  <a:lnTo>
                    <a:pt x="266382" y="165214"/>
                  </a:lnTo>
                  <a:lnTo>
                    <a:pt x="297675" y="133985"/>
                  </a:lnTo>
                  <a:lnTo>
                    <a:pt x="304634" y="133311"/>
                  </a:lnTo>
                  <a:lnTo>
                    <a:pt x="305358" y="133235"/>
                  </a:lnTo>
                  <a:lnTo>
                    <a:pt x="310476" y="133235"/>
                  </a:lnTo>
                  <a:lnTo>
                    <a:pt x="315633" y="134226"/>
                  </a:lnTo>
                  <a:lnTo>
                    <a:pt x="343293" y="161315"/>
                  </a:lnTo>
                  <a:lnTo>
                    <a:pt x="345033" y="172986"/>
                  </a:lnTo>
                  <a:lnTo>
                    <a:pt x="345033" y="34988"/>
                  </a:lnTo>
                  <a:lnTo>
                    <a:pt x="313588" y="17843"/>
                  </a:lnTo>
                  <a:lnTo>
                    <a:pt x="271272" y="4622"/>
                  </a:lnTo>
                  <a:lnTo>
                    <a:pt x="225933" y="0"/>
                  </a:lnTo>
                  <a:lnTo>
                    <a:pt x="185978" y="4076"/>
                  </a:lnTo>
                  <a:lnTo>
                    <a:pt x="185978" y="169214"/>
                  </a:lnTo>
                  <a:lnTo>
                    <a:pt x="185407" y="180733"/>
                  </a:lnTo>
                  <a:lnTo>
                    <a:pt x="154178" y="211975"/>
                  </a:lnTo>
                  <a:lnTo>
                    <a:pt x="146494" y="212725"/>
                  </a:lnTo>
                  <a:lnTo>
                    <a:pt x="141363" y="212725"/>
                  </a:lnTo>
                  <a:lnTo>
                    <a:pt x="108496" y="184645"/>
                  </a:lnTo>
                  <a:lnTo>
                    <a:pt x="106756" y="172986"/>
                  </a:lnTo>
                  <a:lnTo>
                    <a:pt x="109905" y="157518"/>
                  </a:lnTo>
                  <a:lnTo>
                    <a:pt x="118427" y="144907"/>
                  </a:lnTo>
                  <a:lnTo>
                    <a:pt x="131051" y="136423"/>
                  </a:lnTo>
                  <a:lnTo>
                    <a:pt x="146519" y="133311"/>
                  </a:lnTo>
                  <a:lnTo>
                    <a:pt x="158127" y="135051"/>
                  </a:lnTo>
                  <a:lnTo>
                    <a:pt x="168529" y="139992"/>
                  </a:lnTo>
                  <a:lnTo>
                    <a:pt x="177076" y="147713"/>
                  </a:lnTo>
                  <a:lnTo>
                    <a:pt x="183134" y="157784"/>
                  </a:lnTo>
                  <a:lnTo>
                    <a:pt x="185978" y="169214"/>
                  </a:lnTo>
                  <a:lnTo>
                    <a:pt x="185978" y="4076"/>
                  </a:lnTo>
                  <a:lnTo>
                    <a:pt x="138264" y="17843"/>
                  </a:lnTo>
                  <a:lnTo>
                    <a:pt x="99898" y="38760"/>
                  </a:lnTo>
                  <a:lnTo>
                    <a:pt x="66421" y="66421"/>
                  </a:lnTo>
                  <a:lnTo>
                    <a:pt x="38760" y="99898"/>
                  </a:lnTo>
                  <a:lnTo>
                    <a:pt x="17856" y="138264"/>
                  </a:lnTo>
                  <a:lnTo>
                    <a:pt x="4622" y="180581"/>
                  </a:lnTo>
                  <a:lnTo>
                    <a:pt x="0" y="225920"/>
                  </a:lnTo>
                  <a:lnTo>
                    <a:pt x="4622" y="271272"/>
                  </a:lnTo>
                  <a:lnTo>
                    <a:pt x="17856" y="313588"/>
                  </a:lnTo>
                  <a:lnTo>
                    <a:pt x="38760" y="351955"/>
                  </a:lnTo>
                  <a:lnTo>
                    <a:pt x="66421" y="385432"/>
                  </a:lnTo>
                  <a:lnTo>
                    <a:pt x="99898" y="413092"/>
                  </a:lnTo>
                  <a:lnTo>
                    <a:pt x="138264" y="433997"/>
                  </a:lnTo>
                  <a:lnTo>
                    <a:pt x="180581" y="447230"/>
                  </a:lnTo>
                  <a:lnTo>
                    <a:pt x="225933" y="451840"/>
                  </a:lnTo>
                  <a:lnTo>
                    <a:pt x="271246" y="447230"/>
                  </a:lnTo>
                  <a:lnTo>
                    <a:pt x="313563" y="433997"/>
                  </a:lnTo>
                  <a:lnTo>
                    <a:pt x="351929" y="413092"/>
                  </a:lnTo>
                  <a:lnTo>
                    <a:pt x="385406" y="385432"/>
                  </a:lnTo>
                  <a:lnTo>
                    <a:pt x="396836" y="371589"/>
                  </a:lnTo>
                  <a:lnTo>
                    <a:pt x="413080" y="351955"/>
                  </a:lnTo>
                  <a:lnTo>
                    <a:pt x="433997" y="313588"/>
                  </a:lnTo>
                  <a:lnTo>
                    <a:pt x="447230" y="271272"/>
                  </a:lnTo>
                  <a:lnTo>
                    <a:pt x="450494" y="239191"/>
                  </a:lnTo>
                  <a:lnTo>
                    <a:pt x="451853" y="225920"/>
                  </a:lnTo>
                  <a:close/>
                </a:path>
              </a:pathLst>
            </a:custGeom>
            <a:solidFill>
              <a:srgbClr val="500094"/>
            </a:solidFill>
          </p:spPr>
          <p:txBody>
            <a:bodyPr wrap="square" lIns="0" tIns="0" rIns="0" bIns="0" rtlCol="0"/>
            <a:lstStyle/>
            <a:p>
              <a:endParaRPr/>
            </a:p>
          </p:txBody>
        </p:sp>
      </p:grpSp>
      <p:sp>
        <p:nvSpPr>
          <p:cNvPr id="170" name="object 170"/>
          <p:cNvSpPr/>
          <p:nvPr/>
        </p:nvSpPr>
        <p:spPr>
          <a:xfrm>
            <a:off x="4200499" y="4977383"/>
            <a:ext cx="398145" cy="447040"/>
          </a:xfrm>
          <a:custGeom>
            <a:avLst/>
            <a:gdLst/>
            <a:ahLst/>
            <a:cxnLst/>
            <a:rect l="l" t="t" r="r" b="b"/>
            <a:pathLst>
              <a:path w="398145" h="447039">
                <a:moveTo>
                  <a:pt x="136842" y="209550"/>
                </a:moveTo>
                <a:lnTo>
                  <a:pt x="134785" y="198983"/>
                </a:lnTo>
                <a:lnTo>
                  <a:pt x="128625" y="189699"/>
                </a:lnTo>
                <a:lnTo>
                  <a:pt x="123164" y="184238"/>
                </a:lnTo>
                <a:lnTo>
                  <a:pt x="115963" y="181495"/>
                </a:lnTo>
                <a:lnTo>
                  <a:pt x="108788" y="181495"/>
                </a:lnTo>
                <a:lnTo>
                  <a:pt x="101587" y="181495"/>
                </a:lnTo>
                <a:lnTo>
                  <a:pt x="77863" y="213855"/>
                </a:lnTo>
                <a:lnTo>
                  <a:pt x="76809" y="222669"/>
                </a:lnTo>
                <a:lnTo>
                  <a:pt x="78854" y="230352"/>
                </a:lnTo>
                <a:lnTo>
                  <a:pt x="83375" y="234950"/>
                </a:lnTo>
                <a:lnTo>
                  <a:pt x="87426" y="238988"/>
                </a:lnTo>
                <a:lnTo>
                  <a:pt x="93408" y="240741"/>
                </a:lnTo>
                <a:lnTo>
                  <a:pt x="99885" y="240741"/>
                </a:lnTo>
                <a:lnTo>
                  <a:pt x="134785" y="220103"/>
                </a:lnTo>
                <a:lnTo>
                  <a:pt x="136842" y="209550"/>
                </a:lnTo>
                <a:close/>
              </a:path>
              <a:path w="398145" h="447039">
                <a:moveTo>
                  <a:pt x="320738" y="222669"/>
                </a:moveTo>
                <a:lnTo>
                  <a:pt x="303136" y="184238"/>
                </a:lnTo>
                <a:lnTo>
                  <a:pt x="295935" y="181495"/>
                </a:lnTo>
                <a:lnTo>
                  <a:pt x="288759" y="181495"/>
                </a:lnTo>
                <a:lnTo>
                  <a:pt x="281559" y="181495"/>
                </a:lnTo>
                <a:lnTo>
                  <a:pt x="274383" y="184238"/>
                </a:lnTo>
                <a:lnTo>
                  <a:pt x="268922" y="189699"/>
                </a:lnTo>
                <a:lnTo>
                  <a:pt x="262763" y="198983"/>
                </a:lnTo>
                <a:lnTo>
                  <a:pt x="260718" y="209550"/>
                </a:lnTo>
                <a:lnTo>
                  <a:pt x="262763" y="220103"/>
                </a:lnTo>
                <a:lnTo>
                  <a:pt x="297599" y="240741"/>
                </a:lnTo>
                <a:lnTo>
                  <a:pt x="304088" y="240741"/>
                </a:lnTo>
                <a:lnTo>
                  <a:pt x="310095" y="238963"/>
                </a:lnTo>
                <a:lnTo>
                  <a:pt x="318693" y="230352"/>
                </a:lnTo>
                <a:lnTo>
                  <a:pt x="320738" y="222669"/>
                </a:lnTo>
                <a:close/>
              </a:path>
              <a:path w="398145" h="447039">
                <a:moveTo>
                  <a:pt x="397548" y="198374"/>
                </a:moveTo>
                <a:lnTo>
                  <a:pt x="392404" y="154457"/>
                </a:lnTo>
                <a:lnTo>
                  <a:pt x="392353" y="154038"/>
                </a:lnTo>
                <a:lnTo>
                  <a:pt x="392226" y="152869"/>
                </a:lnTo>
                <a:lnTo>
                  <a:pt x="377215" y="111112"/>
                </a:lnTo>
                <a:lnTo>
                  <a:pt x="353733" y="74269"/>
                </a:lnTo>
                <a:lnTo>
                  <a:pt x="346697" y="67259"/>
                </a:lnTo>
                <a:lnTo>
                  <a:pt x="346697" y="211823"/>
                </a:lnTo>
                <a:lnTo>
                  <a:pt x="344728" y="234530"/>
                </a:lnTo>
                <a:lnTo>
                  <a:pt x="316738" y="264502"/>
                </a:lnTo>
                <a:lnTo>
                  <a:pt x="297497" y="267779"/>
                </a:lnTo>
                <a:lnTo>
                  <a:pt x="284340" y="266446"/>
                </a:lnTo>
                <a:lnTo>
                  <a:pt x="271576" y="262610"/>
                </a:lnTo>
                <a:lnTo>
                  <a:pt x="259867" y="256552"/>
                </a:lnTo>
                <a:lnTo>
                  <a:pt x="256895" y="254152"/>
                </a:lnTo>
                <a:lnTo>
                  <a:pt x="249859" y="248500"/>
                </a:lnTo>
                <a:lnTo>
                  <a:pt x="244640" y="240652"/>
                </a:lnTo>
                <a:lnTo>
                  <a:pt x="244640" y="316712"/>
                </a:lnTo>
                <a:lnTo>
                  <a:pt x="242570" y="325056"/>
                </a:lnTo>
                <a:lnTo>
                  <a:pt x="236220" y="328917"/>
                </a:lnTo>
                <a:lnTo>
                  <a:pt x="233972" y="330263"/>
                </a:lnTo>
                <a:lnTo>
                  <a:pt x="231546" y="330885"/>
                </a:lnTo>
                <a:lnTo>
                  <a:pt x="224637" y="330885"/>
                </a:lnTo>
                <a:lnTo>
                  <a:pt x="220205" y="328599"/>
                </a:lnTo>
                <a:lnTo>
                  <a:pt x="218008" y="325056"/>
                </a:lnTo>
                <a:lnTo>
                  <a:pt x="198793" y="293560"/>
                </a:lnTo>
                <a:lnTo>
                  <a:pt x="179882" y="324472"/>
                </a:lnTo>
                <a:lnTo>
                  <a:pt x="177342" y="328637"/>
                </a:lnTo>
                <a:lnTo>
                  <a:pt x="172910" y="330911"/>
                </a:lnTo>
                <a:lnTo>
                  <a:pt x="165950" y="330911"/>
                </a:lnTo>
                <a:lnTo>
                  <a:pt x="163512" y="330276"/>
                </a:lnTo>
                <a:lnTo>
                  <a:pt x="154952" y="324980"/>
                </a:lnTo>
                <a:lnTo>
                  <a:pt x="152984" y="316712"/>
                </a:lnTo>
                <a:lnTo>
                  <a:pt x="182880" y="267779"/>
                </a:lnTo>
                <a:lnTo>
                  <a:pt x="189890" y="256311"/>
                </a:lnTo>
                <a:lnTo>
                  <a:pt x="194322" y="254152"/>
                </a:lnTo>
                <a:lnTo>
                  <a:pt x="203225" y="254152"/>
                </a:lnTo>
                <a:lnTo>
                  <a:pt x="207657" y="256311"/>
                </a:lnTo>
                <a:lnTo>
                  <a:pt x="240677" y="310349"/>
                </a:lnTo>
                <a:lnTo>
                  <a:pt x="244640" y="316712"/>
                </a:lnTo>
                <a:lnTo>
                  <a:pt x="244640" y="240652"/>
                </a:lnTo>
                <a:lnTo>
                  <a:pt x="237744" y="230276"/>
                </a:lnTo>
                <a:lnTo>
                  <a:pt x="233705" y="209537"/>
                </a:lnTo>
                <a:lnTo>
                  <a:pt x="249859" y="170573"/>
                </a:lnTo>
                <a:lnTo>
                  <a:pt x="288759" y="154457"/>
                </a:lnTo>
                <a:lnTo>
                  <a:pt x="299275" y="155473"/>
                </a:lnTo>
                <a:lnTo>
                  <a:pt x="340563" y="189344"/>
                </a:lnTo>
                <a:lnTo>
                  <a:pt x="346697" y="211823"/>
                </a:lnTo>
                <a:lnTo>
                  <a:pt x="346697" y="67259"/>
                </a:lnTo>
                <a:lnTo>
                  <a:pt x="322961" y="43561"/>
                </a:lnTo>
                <a:lnTo>
                  <a:pt x="286080" y="20154"/>
                </a:lnTo>
                <a:lnTo>
                  <a:pt x="244297" y="5245"/>
                </a:lnTo>
                <a:lnTo>
                  <a:pt x="198793" y="0"/>
                </a:lnTo>
                <a:lnTo>
                  <a:pt x="198653" y="0"/>
                </a:lnTo>
                <a:lnTo>
                  <a:pt x="164376" y="4000"/>
                </a:lnTo>
                <a:lnTo>
                  <a:pt x="164376" y="209410"/>
                </a:lnTo>
                <a:lnTo>
                  <a:pt x="160147" y="230251"/>
                </a:lnTo>
                <a:lnTo>
                  <a:pt x="147751" y="248500"/>
                </a:lnTo>
                <a:lnTo>
                  <a:pt x="137668" y="256552"/>
                </a:lnTo>
                <a:lnTo>
                  <a:pt x="125945" y="262610"/>
                </a:lnTo>
                <a:lnTo>
                  <a:pt x="113195" y="266446"/>
                </a:lnTo>
                <a:lnTo>
                  <a:pt x="100050" y="267779"/>
                </a:lnTo>
                <a:lnTo>
                  <a:pt x="90246" y="266979"/>
                </a:lnTo>
                <a:lnTo>
                  <a:pt x="57581" y="245287"/>
                </a:lnTo>
                <a:lnTo>
                  <a:pt x="50850" y="223278"/>
                </a:lnTo>
                <a:lnTo>
                  <a:pt x="51117" y="210807"/>
                </a:lnTo>
                <a:lnTo>
                  <a:pt x="69900" y="170637"/>
                </a:lnTo>
                <a:lnTo>
                  <a:pt x="109283" y="154038"/>
                </a:lnTo>
                <a:lnTo>
                  <a:pt x="119799" y="155041"/>
                </a:lnTo>
                <a:lnTo>
                  <a:pt x="160413" y="188518"/>
                </a:lnTo>
                <a:lnTo>
                  <a:pt x="164376" y="209410"/>
                </a:lnTo>
                <a:lnTo>
                  <a:pt x="164376" y="4000"/>
                </a:lnTo>
                <a:lnTo>
                  <a:pt x="111366" y="20421"/>
                </a:lnTo>
                <a:lnTo>
                  <a:pt x="74472" y="44132"/>
                </a:lnTo>
                <a:lnTo>
                  <a:pt x="43688" y="75209"/>
                </a:lnTo>
                <a:lnTo>
                  <a:pt x="20218" y="112433"/>
                </a:lnTo>
                <a:lnTo>
                  <a:pt x="5308" y="154457"/>
                </a:lnTo>
                <a:lnTo>
                  <a:pt x="127" y="199466"/>
                </a:lnTo>
                <a:lnTo>
                  <a:pt x="0" y="277952"/>
                </a:lnTo>
                <a:lnTo>
                  <a:pt x="1930" y="295668"/>
                </a:lnTo>
                <a:lnTo>
                  <a:pt x="7531" y="312420"/>
                </a:lnTo>
                <a:lnTo>
                  <a:pt x="16560" y="327596"/>
                </a:lnTo>
                <a:lnTo>
                  <a:pt x="28790" y="340639"/>
                </a:lnTo>
                <a:lnTo>
                  <a:pt x="68681" y="375043"/>
                </a:lnTo>
                <a:lnTo>
                  <a:pt x="68770" y="440474"/>
                </a:lnTo>
                <a:lnTo>
                  <a:pt x="74841" y="446544"/>
                </a:lnTo>
                <a:lnTo>
                  <a:pt x="121500" y="446544"/>
                </a:lnTo>
                <a:lnTo>
                  <a:pt x="121500" y="387680"/>
                </a:lnTo>
                <a:lnTo>
                  <a:pt x="121704" y="380314"/>
                </a:lnTo>
                <a:lnTo>
                  <a:pt x="127711" y="374523"/>
                </a:lnTo>
                <a:lnTo>
                  <a:pt x="142316" y="374523"/>
                </a:lnTo>
                <a:lnTo>
                  <a:pt x="148323" y="380314"/>
                </a:lnTo>
                <a:lnTo>
                  <a:pt x="148526" y="387680"/>
                </a:lnTo>
                <a:lnTo>
                  <a:pt x="148526" y="446544"/>
                </a:lnTo>
                <a:lnTo>
                  <a:pt x="185318" y="446544"/>
                </a:lnTo>
                <a:lnTo>
                  <a:pt x="185318" y="380238"/>
                </a:lnTo>
                <a:lnTo>
                  <a:pt x="190969" y="374523"/>
                </a:lnTo>
                <a:lnTo>
                  <a:pt x="191325" y="374167"/>
                </a:lnTo>
                <a:lnTo>
                  <a:pt x="206235" y="374167"/>
                </a:lnTo>
                <a:lnTo>
                  <a:pt x="212305" y="380238"/>
                </a:lnTo>
                <a:lnTo>
                  <a:pt x="212305" y="446544"/>
                </a:lnTo>
                <a:lnTo>
                  <a:pt x="249059" y="446544"/>
                </a:lnTo>
                <a:lnTo>
                  <a:pt x="249059" y="387680"/>
                </a:lnTo>
                <a:lnTo>
                  <a:pt x="249212" y="380314"/>
                </a:lnTo>
                <a:lnTo>
                  <a:pt x="255206" y="374523"/>
                </a:lnTo>
                <a:lnTo>
                  <a:pt x="269913" y="374523"/>
                </a:lnTo>
                <a:lnTo>
                  <a:pt x="275844" y="380314"/>
                </a:lnTo>
                <a:lnTo>
                  <a:pt x="276047" y="387680"/>
                </a:lnTo>
                <a:lnTo>
                  <a:pt x="276047" y="446544"/>
                </a:lnTo>
                <a:lnTo>
                  <a:pt x="315302" y="446544"/>
                </a:lnTo>
                <a:lnTo>
                  <a:pt x="322707" y="446481"/>
                </a:lnTo>
                <a:lnTo>
                  <a:pt x="328777" y="440474"/>
                </a:lnTo>
                <a:lnTo>
                  <a:pt x="328777" y="375043"/>
                </a:lnTo>
                <a:lnTo>
                  <a:pt x="329374" y="374523"/>
                </a:lnTo>
                <a:lnTo>
                  <a:pt x="329793" y="374167"/>
                </a:lnTo>
                <a:lnTo>
                  <a:pt x="368757" y="340639"/>
                </a:lnTo>
                <a:lnTo>
                  <a:pt x="377850" y="330911"/>
                </a:lnTo>
                <a:lnTo>
                  <a:pt x="395605" y="295706"/>
                </a:lnTo>
                <a:lnTo>
                  <a:pt x="397548" y="267779"/>
                </a:lnTo>
                <a:lnTo>
                  <a:pt x="397548" y="198374"/>
                </a:lnTo>
                <a:close/>
              </a:path>
            </a:pathLst>
          </a:custGeom>
          <a:solidFill>
            <a:srgbClr val="500094"/>
          </a:solidFill>
        </p:spPr>
        <p:txBody>
          <a:bodyPr wrap="square" lIns="0" tIns="0" rIns="0" bIns="0" rtlCol="0"/>
          <a:lstStyle/>
          <a:p>
            <a:endParaRPr/>
          </a:p>
        </p:txBody>
      </p:sp>
      <p:grpSp>
        <p:nvGrpSpPr>
          <p:cNvPr id="171" name="object 171"/>
          <p:cNvGrpSpPr/>
          <p:nvPr/>
        </p:nvGrpSpPr>
        <p:grpSpPr>
          <a:xfrm>
            <a:off x="6702702" y="4424747"/>
            <a:ext cx="452755" cy="452120"/>
            <a:chOff x="6702702" y="4424747"/>
            <a:chExt cx="452755" cy="452120"/>
          </a:xfrm>
        </p:grpSpPr>
        <p:pic>
          <p:nvPicPr>
            <p:cNvPr id="172" name="object 172"/>
            <p:cNvPicPr/>
            <p:nvPr/>
          </p:nvPicPr>
          <p:blipFill>
            <a:blip r:embed="rId57" cstate="print"/>
            <a:stretch>
              <a:fillRect/>
            </a:stretch>
          </p:blipFill>
          <p:spPr>
            <a:xfrm>
              <a:off x="6790740" y="4653201"/>
              <a:ext cx="136265" cy="135116"/>
            </a:xfrm>
            <a:prstGeom prst="rect">
              <a:avLst/>
            </a:prstGeom>
          </p:spPr>
        </p:pic>
        <p:pic>
          <p:nvPicPr>
            <p:cNvPr id="173" name="object 173"/>
            <p:cNvPicPr/>
            <p:nvPr/>
          </p:nvPicPr>
          <p:blipFill>
            <a:blip r:embed="rId58" cstate="print"/>
            <a:stretch>
              <a:fillRect/>
            </a:stretch>
          </p:blipFill>
          <p:spPr>
            <a:xfrm>
              <a:off x="6952744" y="4424747"/>
              <a:ext cx="202685" cy="202757"/>
            </a:xfrm>
            <a:prstGeom prst="rect">
              <a:avLst/>
            </a:prstGeom>
          </p:spPr>
        </p:pic>
        <p:sp>
          <p:nvSpPr>
            <p:cNvPr id="174" name="object 174"/>
            <p:cNvSpPr/>
            <p:nvPr/>
          </p:nvSpPr>
          <p:spPr>
            <a:xfrm>
              <a:off x="6826682" y="4435837"/>
              <a:ext cx="318135" cy="318135"/>
            </a:xfrm>
            <a:custGeom>
              <a:avLst/>
              <a:gdLst/>
              <a:ahLst/>
              <a:cxnLst/>
              <a:rect l="l" t="t" r="r" b="b"/>
              <a:pathLst>
                <a:path w="318134" h="318135">
                  <a:moveTo>
                    <a:pt x="125104" y="317616"/>
                  </a:moveTo>
                  <a:lnTo>
                    <a:pt x="0" y="192511"/>
                  </a:lnTo>
                  <a:lnTo>
                    <a:pt x="18317" y="158372"/>
                  </a:lnTo>
                  <a:lnTo>
                    <a:pt x="38151" y="124929"/>
                  </a:lnTo>
                  <a:lnTo>
                    <a:pt x="82457" y="66702"/>
                  </a:lnTo>
                  <a:lnTo>
                    <a:pt x="134770" y="25306"/>
                  </a:lnTo>
                  <a:lnTo>
                    <a:pt x="197246" y="0"/>
                  </a:lnTo>
                  <a:lnTo>
                    <a:pt x="197387" y="10292"/>
                  </a:lnTo>
                  <a:lnTo>
                    <a:pt x="206403" y="52840"/>
                  </a:lnTo>
                  <a:lnTo>
                    <a:pt x="228967" y="86091"/>
                  </a:lnTo>
                  <a:lnTo>
                    <a:pt x="165642" y="86091"/>
                  </a:lnTo>
                  <a:lnTo>
                    <a:pt x="159232" y="86404"/>
                  </a:lnTo>
                  <a:lnTo>
                    <a:pt x="123474" y="101247"/>
                  </a:lnTo>
                  <a:lnTo>
                    <a:pt x="99479" y="152278"/>
                  </a:lnTo>
                  <a:lnTo>
                    <a:pt x="102378" y="171677"/>
                  </a:lnTo>
                  <a:lnTo>
                    <a:pt x="110609" y="189041"/>
                  </a:lnTo>
                  <a:lnTo>
                    <a:pt x="123474" y="203310"/>
                  </a:lnTo>
                  <a:lnTo>
                    <a:pt x="140273" y="213424"/>
                  </a:lnTo>
                  <a:lnTo>
                    <a:pt x="141594" y="213893"/>
                  </a:lnTo>
                  <a:lnTo>
                    <a:pt x="83840" y="213893"/>
                  </a:lnTo>
                  <a:lnTo>
                    <a:pt x="77299" y="219192"/>
                  </a:lnTo>
                  <a:lnTo>
                    <a:pt x="77299" y="235158"/>
                  </a:lnTo>
                  <a:lnTo>
                    <a:pt x="83817" y="240410"/>
                  </a:lnTo>
                  <a:lnTo>
                    <a:pt x="244773" y="240410"/>
                  </a:lnTo>
                  <a:lnTo>
                    <a:pt x="223861" y="258091"/>
                  </a:lnTo>
                  <a:lnTo>
                    <a:pt x="192731" y="279464"/>
                  </a:lnTo>
                  <a:lnTo>
                    <a:pt x="159257" y="299299"/>
                  </a:lnTo>
                  <a:lnTo>
                    <a:pt x="125104" y="317616"/>
                  </a:lnTo>
                  <a:close/>
                </a:path>
                <a:path w="318134" h="318135">
                  <a:moveTo>
                    <a:pt x="266166" y="218465"/>
                  </a:moveTo>
                  <a:lnTo>
                    <a:pt x="165642" y="218465"/>
                  </a:lnTo>
                  <a:lnTo>
                    <a:pt x="178451" y="217211"/>
                  </a:lnTo>
                  <a:lnTo>
                    <a:pt x="190746" y="213518"/>
                  </a:lnTo>
                  <a:lnTo>
                    <a:pt x="202206" y="207446"/>
                  </a:lnTo>
                  <a:lnTo>
                    <a:pt x="212439" y="199075"/>
                  </a:lnTo>
                  <a:lnTo>
                    <a:pt x="227052" y="177214"/>
                  </a:lnTo>
                  <a:lnTo>
                    <a:pt x="231918" y="152278"/>
                  </a:lnTo>
                  <a:lnTo>
                    <a:pt x="227052" y="127382"/>
                  </a:lnTo>
                  <a:lnTo>
                    <a:pt x="202206" y="97110"/>
                  </a:lnTo>
                  <a:lnTo>
                    <a:pt x="165642" y="86091"/>
                  </a:lnTo>
                  <a:lnTo>
                    <a:pt x="228967" y="86091"/>
                  </a:lnTo>
                  <a:lnTo>
                    <a:pt x="230015" y="87636"/>
                  </a:lnTo>
                  <a:lnTo>
                    <a:pt x="264815" y="111244"/>
                  </a:lnTo>
                  <a:lnTo>
                    <a:pt x="307394" y="120228"/>
                  </a:lnTo>
                  <a:lnTo>
                    <a:pt x="317546" y="120439"/>
                  </a:lnTo>
                  <a:lnTo>
                    <a:pt x="306816" y="153125"/>
                  </a:lnTo>
                  <a:lnTo>
                    <a:pt x="292283" y="182907"/>
                  </a:lnTo>
                  <a:lnTo>
                    <a:pt x="273741" y="210135"/>
                  </a:lnTo>
                  <a:lnTo>
                    <a:pt x="266166" y="218465"/>
                  </a:lnTo>
                  <a:close/>
                </a:path>
                <a:path w="318134" h="318135">
                  <a:moveTo>
                    <a:pt x="244773" y="240410"/>
                  </a:moveTo>
                  <a:lnTo>
                    <a:pt x="93875" y="240410"/>
                  </a:lnTo>
                  <a:lnTo>
                    <a:pt x="97204" y="239214"/>
                  </a:lnTo>
                  <a:lnTo>
                    <a:pt x="105035" y="231360"/>
                  </a:lnTo>
                  <a:lnTo>
                    <a:pt x="105035" y="222943"/>
                  </a:lnTo>
                  <a:lnTo>
                    <a:pt x="99321" y="217211"/>
                  </a:lnTo>
                  <a:lnTo>
                    <a:pt x="97204" y="215112"/>
                  </a:lnTo>
                  <a:lnTo>
                    <a:pt x="93899" y="213893"/>
                  </a:lnTo>
                  <a:lnTo>
                    <a:pt x="141594" y="213893"/>
                  </a:lnTo>
                  <a:lnTo>
                    <a:pt x="146499" y="215636"/>
                  </a:lnTo>
                  <a:lnTo>
                    <a:pt x="152870" y="217216"/>
                  </a:lnTo>
                  <a:lnTo>
                    <a:pt x="159232" y="218152"/>
                  </a:lnTo>
                  <a:lnTo>
                    <a:pt x="165642" y="218465"/>
                  </a:lnTo>
                  <a:lnTo>
                    <a:pt x="266166" y="218465"/>
                  </a:lnTo>
                  <a:lnTo>
                    <a:pt x="250984" y="235158"/>
                  </a:lnTo>
                  <a:lnTo>
                    <a:pt x="244773" y="240410"/>
                  </a:lnTo>
                  <a:close/>
                </a:path>
              </a:pathLst>
            </a:custGeom>
            <a:solidFill>
              <a:srgbClr val="500094"/>
            </a:solidFill>
          </p:spPr>
          <p:txBody>
            <a:bodyPr wrap="square" lIns="0" tIns="0" rIns="0" bIns="0" rtlCol="0"/>
            <a:lstStyle/>
            <a:p>
              <a:endParaRPr/>
            </a:p>
          </p:txBody>
        </p:sp>
        <p:pic>
          <p:nvPicPr>
            <p:cNvPr id="175" name="object 175"/>
            <p:cNvPicPr/>
            <p:nvPr/>
          </p:nvPicPr>
          <p:blipFill>
            <a:blip r:embed="rId59" cstate="print"/>
            <a:stretch>
              <a:fillRect/>
            </a:stretch>
          </p:blipFill>
          <p:spPr>
            <a:xfrm>
              <a:off x="6919948" y="4744709"/>
              <a:ext cx="102152" cy="104308"/>
            </a:xfrm>
            <a:prstGeom prst="rect">
              <a:avLst/>
            </a:prstGeom>
          </p:spPr>
        </p:pic>
        <p:pic>
          <p:nvPicPr>
            <p:cNvPr id="176" name="object 176"/>
            <p:cNvPicPr/>
            <p:nvPr/>
          </p:nvPicPr>
          <p:blipFill>
            <a:blip r:embed="rId60" cstate="print"/>
            <a:stretch>
              <a:fillRect/>
            </a:stretch>
          </p:blipFill>
          <p:spPr>
            <a:xfrm>
              <a:off x="6729383" y="4556558"/>
              <a:ext cx="107029" cy="102925"/>
            </a:xfrm>
            <a:prstGeom prst="rect">
              <a:avLst/>
            </a:prstGeom>
          </p:spPr>
        </p:pic>
        <p:pic>
          <p:nvPicPr>
            <p:cNvPr id="177" name="object 177"/>
            <p:cNvPicPr/>
            <p:nvPr/>
          </p:nvPicPr>
          <p:blipFill>
            <a:blip r:embed="rId61" cstate="print"/>
            <a:stretch>
              <a:fillRect/>
            </a:stretch>
          </p:blipFill>
          <p:spPr>
            <a:xfrm>
              <a:off x="6702702" y="4717606"/>
              <a:ext cx="160203" cy="158984"/>
            </a:xfrm>
            <a:prstGeom prst="rect">
              <a:avLst/>
            </a:prstGeom>
          </p:spPr>
        </p:pic>
      </p:grpSp>
      <p:sp>
        <p:nvSpPr>
          <p:cNvPr id="178" name="object 178"/>
          <p:cNvSpPr/>
          <p:nvPr/>
        </p:nvSpPr>
        <p:spPr>
          <a:xfrm>
            <a:off x="7280427" y="4445050"/>
            <a:ext cx="452120" cy="411480"/>
          </a:xfrm>
          <a:custGeom>
            <a:avLst/>
            <a:gdLst/>
            <a:ahLst/>
            <a:cxnLst/>
            <a:rect l="l" t="t" r="r" b="b"/>
            <a:pathLst>
              <a:path w="452120" h="411479">
                <a:moveTo>
                  <a:pt x="124752" y="234899"/>
                </a:moveTo>
                <a:lnTo>
                  <a:pt x="123151" y="226999"/>
                </a:lnTo>
                <a:lnTo>
                  <a:pt x="118795" y="220548"/>
                </a:lnTo>
                <a:lnTo>
                  <a:pt x="112318" y="216204"/>
                </a:lnTo>
                <a:lnTo>
                  <a:pt x="104406" y="214617"/>
                </a:lnTo>
                <a:lnTo>
                  <a:pt x="96507" y="216204"/>
                </a:lnTo>
                <a:lnTo>
                  <a:pt x="90068" y="220548"/>
                </a:lnTo>
                <a:lnTo>
                  <a:pt x="85737" y="226999"/>
                </a:lnTo>
                <a:lnTo>
                  <a:pt x="84150" y="234899"/>
                </a:lnTo>
                <a:lnTo>
                  <a:pt x="85737" y="242798"/>
                </a:lnTo>
                <a:lnTo>
                  <a:pt x="90068" y="249262"/>
                </a:lnTo>
                <a:lnTo>
                  <a:pt x="96507" y="253631"/>
                </a:lnTo>
                <a:lnTo>
                  <a:pt x="104406" y="255231"/>
                </a:lnTo>
                <a:lnTo>
                  <a:pt x="112318" y="253631"/>
                </a:lnTo>
                <a:lnTo>
                  <a:pt x="118795" y="249262"/>
                </a:lnTo>
                <a:lnTo>
                  <a:pt x="123151" y="242798"/>
                </a:lnTo>
                <a:lnTo>
                  <a:pt x="124752" y="234899"/>
                </a:lnTo>
                <a:close/>
              </a:path>
              <a:path w="452120" h="411479">
                <a:moveTo>
                  <a:pt x="162382" y="360781"/>
                </a:moveTo>
                <a:lnTo>
                  <a:pt x="50825" y="360781"/>
                </a:lnTo>
                <a:lnTo>
                  <a:pt x="50825" y="371500"/>
                </a:lnTo>
                <a:lnTo>
                  <a:pt x="53936" y="386969"/>
                </a:lnTo>
                <a:lnTo>
                  <a:pt x="62433" y="399592"/>
                </a:lnTo>
                <a:lnTo>
                  <a:pt x="75044" y="408101"/>
                </a:lnTo>
                <a:lnTo>
                  <a:pt x="90500" y="411251"/>
                </a:lnTo>
                <a:lnTo>
                  <a:pt x="122618" y="411251"/>
                </a:lnTo>
                <a:lnTo>
                  <a:pt x="138087" y="408101"/>
                </a:lnTo>
                <a:lnTo>
                  <a:pt x="150710" y="399592"/>
                </a:lnTo>
                <a:lnTo>
                  <a:pt x="159232" y="386969"/>
                </a:lnTo>
                <a:lnTo>
                  <a:pt x="162382" y="371500"/>
                </a:lnTo>
                <a:lnTo>
                  <a:pt x="162382" y="360781"/>
                </a:lnTo>
                <a:close/>
              </a:path>
              <a:path w="452120" h="411479">
                <a:moveTo>
                  <a:pt x="367601" y="234899"/>
                </a:moveTo>
                <a:lnTo>
                  <a:pt x="366014" y="226999"/>
                </a:lnTo>
                <a:lnTo>
                  <a:pt x="361683" y="220548"/>
                </a:lnTo>
                <a:lnTo>
                  <a:pt x="355244" y="216204"/>
                </a:lnTo>
                <a:lnTo>
                  <a:pt x="347345" y="214617"/>
                </a:lnTo>
                <a:lnTo>
                  <a:pt x="339432" y="216204"/>
                </a:lnTo>
                <a:lnTo>
                  <a:pt x="332968" y="220548"/>
                </a:lnTo>
                <a:lnTo>
                  <a:pt x="328612" y="226999"/>
                </a:lnTo>
                <a:lnTo>
                  <a:pt x="327025" y="234899"/>
                </a:lnTo>
                <a:lnTo>
                  <a:pt x="328612" y="242798"/>
                </a:lnTo>
                <a:lnTo>
                  <a:pt x="332968" y="249262"/>
                </a:lnTo>
                <a:lnTo>
                  <a:pt x="339432" y="253631"/>
                </a:lnTo>
                <a:lnTo>
                  <a:pt x="347345" y="255231"/>
                </a:lnTo>
                <a:lnTo>
                  <a:pt x="355244" y="253631"/>
                </a:lnTo>
                <a:lnTo>
                  <a:pt x="361683" y="249262"/>
                </a:lnTo>
                <a:lnTo>
                  <a:pt x="366014" y="242798"/>
                </a:lnTo>
                <a:lnTo>
                  <a:pt x="367601" y="234899"/>
                </a:lnTo>
                <a:close/>
              </a:path>
              <a:path w="452120" h="411479">
                <a:moveTo>
                  <a:pt x="401015" y="360781"/>
                </a:moveTo>
                <a:lnTo>
                  <a:pt x="289458" y="360781"/>
                </a:lnTo>
                <a:lnTo>
                  <a:pt x="289458" y="371500"/>
                </a:lnTo>
                <a:lnTo>
                  <a:pt x="292569" y="386969"/>
                </a:lnTo>
                <a:lnTo>
                  <a:pt x="301066" y="399592"/>
                </a:lnTo>
                <a:lnTo>
                  <a:pt x="313677" y="408101"/>
                </a:lnTo>
                <a:lnTo>
                  <a:pt x="329133" y="411251"/>
                </a:lnTo>
                <a:lnTo>
                  <a:pt x="361251" y="411251"/>
                </a:lnTo>
                <a:lnTo>
                  <a:pt x="376720" y="408101"/>
                </a:lnTo>
                <a:lnTo>
                  <a:pt x="389343" y="399592"/>
                </a:lnTo>
                <a:lnTo>
                  <a:pt x="397865" y="386969"/>
                </a:lnTo>
                <a:lnTo>
                  <a:pt x="401015" y="371500"/>
                </a:lnTo>
                <a:lnTo>
                  <a:pt x="401015" y="360781"/>
                </a:lnTo>
                <a:close/>
              </a:path>
              <a:path w="452120" h="411479">
                <a:moveTo>
                  <a:pt x="451840" y="193446"/>
                </a:moveTo>
                <a:lnTo>
                  <a:pt x="450900" y="188150"/>
                </a:lnTo>
                <a:lnTo>
                  <a:pt x="448475" y="174447"/>
                </a:lnTo>
                <a:lnTo>
                  <a:pt x="439178" y="158127"/>
                </a:lnTo>
                <a:lnTo>
                  <a:pt x="425030" y="145783"/>
                </a:lnTo>
                <a:lnTo>
                  <a:pt x="407085" y="138722"/>
                </a:lnTo>
                <a:lnTo>
                  <a:pt x="406781" y="137248"/>
                </a:lnTo>
                <a:lnTo>
                  <a:pt x="397116" y="91300"/>
                </a:lnTo>
                <a:lnTo>
                  <a:pt x="394093" y="81280"/>
                </a:lnTo>
                <a:lnTo>
                  <a:pt x="394093" y="234899"/>
                </a:lnTo>
                <a:lnTo>
                  <a:pt x="392049" y="248615"/>
                </a:lnTo>
                <a:lnTo>
                  <a:pt x="365213" y="278104"/>
                </a:lnTo>
                <a:lnTo>
                  <a:pt x="353377" y="281673"/>
                </a:lnTo>
                <a:lnTo>
                  <a:pt x="347345" y="281673"/>
                </a:lnTo>
                <a:lnTo>
                  <a:pt x="306006" y="256806"/>
                </a:lnTo>
                <a:lnTo>
                  <a:pt x="304190" y="251688"/>
                </a:lnTo>
                <a:lnTo>
                  <a:pt x="301459" y="244017"/>
                </a:lnTo>
                <a:lnTo>
                  <a:pt x="300774" y="230441"/>
                </a:lnTo>
                <a:lnTo>
                  <a:pt x="302082" y="225221"/>
                </a:lnTo>
                <a:lnTo>
                  <a:pt x="304139" y="216966"/>
                </a:lnTo>
                <a:lnTo>
                  <a:pt x="311264" y="205105"/>
                </a:lnTo>
                <a:lnTo>
                  <a:pt x="321348" y="196011"/>
                </a:lnTo>
                <a:lnTo>
                  <a:pt x="333629" y="190195"/>
                </a:lnTo>
                <a:lnTo>
                  <a:pt x="347345" y="188150"/>
                </a:lnTo>
                <a:lnTo>
                  <a:pt x="365518" y="191820"/>
                </a:lnTo>
                <a:lnTo>
                  <a:pt x="380377" y="201841"/>
                </a:lnTo>
                <a:lnTo>
                  <a:pt x="390410" y="216700"/>
                </a:lnTo>
                <a:lnTo>
                  <a:pt x="394093" y="234899"/>
                </a:lnTo>
                <a:lnTo>
                  <a:pt x="394093" y="81280"/>
                </a:lnTo>
                <a:lnTo>
                  <a:pt x="386181" y="55041"/>
                </a:lnTo>
                <a:lnTo>
                  <a:pt x="379742" y="46443"/>
                </a:lnTo>
                <a:lnTo>
                  <a:pt x="379742" y="137248"/>
                </a:lnTo>
                <a:lnTo>
                  <a:pt x="280543" y="137248"/>
                </a:lnTo>
                <a:lnTo>
                  <a:pt x="280543" y="231076"/>
                </a:lnTo>
                <a:lnTo>
                  <a:pt x="280543" y="245757"/>
                </a:lnTo>
                <a:lnTo>
                  <a:pt x="274713" y="251688"/>
                </a:lnTo>
                <a:lnTo>
                  <a:pt x="174459" y="251688"/>
                </a:lnTo>
                <a:lnTo>
                  <a:pt x="168529" y="245757"/>
                </a:lnTo>
                <a:lnTo>
                  <a:pt x="168529" y="231076"/>
                </a:lnTo>
                <a:lnTo>
                  <a:pt x="174459" y="225221"/>
                </a:lnTo>
                <a:lnTo>
                  <a:pt x="274713" y="225221"/>
                </a:lnTo>
                <a:lnTo>
                  <a:pt x="280543" y="231076"/>
                </a:lnTo>
                <a:lnTo>
                  <a:pt x="280543" y="137248"/>
                </a:lnTo>
                <a:lnTo>
                  <a:pt x="219925" y="137248"/>
                </a:lnTo>
                <a:lnTo>
                  <a:pt x="273634" y="96100"/>
                </a:lnTo>
                <a:lnTo>
                  <a:pt x="279565" y="91643"/>
                </a:lnTo>
                <a:lnTo>
                  <a:pt x="280695" y="83235"/>
                </a:lnTo>
                <a:lnTo>
                  <a:pt x="276263" y="77393"/>
                </a:lnTo>
                <a:lnTo>
                  <a:pt x="273634" y="74015"/>
                </a:lnTo>
                <a:lnTo>
                  <a:pt x="269697" y="72263"/>
                </a:lnTo>
                <a:lnTo>
                  <a:pt x="262851" y="72263"/>
                </a:lnTo>
                <a:lnTo>
                  <a:pt x="259969" y="73177"/>
                </a:lnTo>
                <a:lnTo>
                  <a:pt x="178117" y="135978"/>
                </a:lnTo>
                <a:lnTo>
                  <a:pt x="176644" y="137248"/>
                </a:lnTo>
                <a:lnTo>
                  <a:pt x="151015" y="137248"/>
                </a:lnTo>
                <a:lnTo>
                  <a:pt x="151015" y="230441"/>
                </a:lnTo>
                <a:lnTo>
                  <a:pt x="150329" y="244017"/>
                </a:lnTo>
                <a:lnTo>
                  <a:pt x="122212" y="278168"/>
                </a:lnTo>
                <a:lnTo>
                  <a:pt x="104444" y="281673"/>
                </a:lnTo>
                <a:lnTo>
                  <a:pt x="98425" y="281673"/>
                </a:lnTo>
                <a:lnTo>
                  <a:pt x="65582" y="260896"/>
                </a:lnTo>
                <a:lnTo>
                  <a:pt x="57670" y="234899"/>
                </a:lnTo>
                <a:lnTo>
                  <a:pt x="61341" y="216966"/>
                </a:lnTo>
                <a:lnTo>
                  <a:pt x="104406" y="188150"/>
                </a:lnTo>
                <a:lnTo>
                  <a:pt x="140525" y="205105"/>
                </a:lnTo>
                <a:lnTo>
                  <a:pt x="151015" y="230441"/>
                </a:lnTo>
                <a:lnTo>
                  <a:pt x="151015" y="137248"/>
                </a:lnTo>
                <a:lnTo>
                  <a:pt x="71996" y="137248"/>
                </a:lnTo>
                <a:lnTo>
                  <a:pt x="80632" y="96100"/>
                </a:lnTo>
                <a:lnTo>
                  <a:pt x="80772" y="95732"/>
                </a:lnTo>
                <a:lnTo>
                  <a:pt x="80835" y="94881"/>
                </a:lnTo>
                <a:lnTo>
                  <a:pt x="88798" y="67716"/>
                </a:lnTo>
                <a:lnTo>
                  <a:pt x="104622" y="45999"/>
                </a:lnTo>
                <a:lnTo>
                  <a:pt x="126377" y="31610"/>
                </a:lnTo>
                <a:lnTo>
                  <a:pt x="152133" y="26403"/>
                </a:lnTo>
                <a:lnTo>
                  <a:pt x="299681" y="26403"/>
                </a:lnTo>
                <a:lnTo>
                  <a:pt x="347141" y="45999"/>
                </a:lnTo>
                <a:lnTo>
                  <a:pt x="370928" y="94881"/>
                </a:lnTo>
                <a:lnTo>
                  <a:pt x="371144" y="96100"/>
                </a:lnTo>
                <a:lnTo>
                  <a:pt x="379742" y="137248"/>
                </a:lnTo>
                <a:lnTo>
                  <a:pt x="379742" y="46443"/>
                </a:lnTo>
                <a:lnTo>
                  <a:pt x="364744" y="26403"/>
                </a:lnTo>
                <a:lnTo>
                  <a:pt x="364528" y="26098"/>
                </a:lnTo>
                <a:lnTo>
                  <a:pt x="334810" y="6934"/>
                </a:lnTo>
                <a:lnTo>
                  <a:pt x="299681" y="0"/>
                </a:lnTo>
                <a:lnTo>
                  <a:pt x="152133" y="0"/>
                </a:lnTo>
                <a:lnTo>
                  <a:pt x="87236" y="26098"/>
                </a:lnTo>
                <a:lnTo>
                  <a:pt x="54622" y="91300"/>
                </a:lnTo>
                <a:lnTo>
                  <a:pt x="44691" y="138722"/>
                </a:lnTo>
                <a:lnTo>
                  <a:pt x="26746" y="145783"/>
                </a:lnTo>
                <a:lnTo>
                  <a:pt x="12598" y="158127"/>
                </a:lnTo>
                <a:lnTo>
                  <a:pt x="3327" y="174447"/>
                </a:lnTo>
                <a:lnTo>
                  <a:pt x="0" y="193446"/>
                </a:lnTo>
                <a:lnTo>
                  <a:pt x="12" y="278536"/>
                </a:lnTo>
                <a:lnTo>
                  <a:pt x="4381" y="300177"/>
                </a:lnTo>
                <a:lnTo>
                  <a:pt x="16319" y="317906"/>
                </a:lnTo>
                <a:lnTo>
                  <a:pt x="34048" y="329869"/>
                </a:lnTo>
                <a:lnTo>
                  <a:pt x="55778" y="334289"/>
                </a:lnTo>
                <a:lnTo>
                  <a:pt x="396062" y="334289"/>
                </a:lnTo>
                <a:lnTo>
                  <a:pt x="435470" y="317919"/>
                </a:lnTo>
                <a:lnTo>
                  <a:pt x="451205" y="281673"/>
                </a:lnTo>
                <a:lnTo>
                  <a:pt x="451840" y="278536"/>
                </a:lnTo>
                <a:lnTo>
                  <a:pt x="451840" y="193446"/>
                </a:lnTo>
                <a:close/>
              </a:path>
            </a:pathLst>
          </a:custGeom>
          <a:solidFill>
            <a:srgbClr val="500094"/>
          </a:solidFill>
        </p:spPr>
        <p:txBody>
          <a:bodyPr wrap="square" lIns="0" tIns="0" rIns="0" bIns="0" rtlCol="0"/>
          <a:lstStyle/>
          <a:p>
            <a:endParaRPr/>
          </a:p>
        </p:txBody>
      </p:sp>
      <p:grpSp>
        <p:nvGrpSpPr>
          <p:cNvPr id="179" name="object 179"/>
          <p:cNvGrpSpPr/>
          <p:nvPr/>
        </p:nvGrpSpPr>
        <p:grpSpPr>
          <a:xfrm>
            <a:off x="7819821" y="4425633"/>
            <a:ext cx="452120" cy="450215"/>
            <a:chOff x="7819821" y="4425633"/>
            <a:chExt cx="452120" cy="450215"/>
          </a:xfrm>
        </p:grpSpPr>
        <p:pic>
          <p:nvPicPr>
            <p:cNvPr id="180" name="object 180"/>
            <p:cNvPicPr/>
            <p:nvPr/>
          </p:nvPicPr>
          <p:blipFill>
            <a:blip r:embed="rId62" cstate="print"/>
            <a:stretch>
              <a:fillRect/>
            </a:stretch>
          </p:blipFill>
          <p:spPr>
            <a:xfrm>
              <a:off x="7819821" y="4661988"/>
              <a:ext cx="98775" cy="84403"/>
            </a:xfrm>
            <a:prstGeom prst="rect">
              <a:avLst/>
            </a:prstGeom>
          </p:spPr>
        </p:pic>
        <p:pic>
          <p:nvPicPr>
            <p:cNvPr id="181" name="object 181"/>
            <p:cNvPicPr/>
            <p:nvPr/>
          </p:nvPicPr>
          <p:blipFill>
            <a:blip r:embed="rId63" cstate="print"/>
            <a:stretch>
              <a:fillRect/>
            </a:stretch>
          </p:blipFill>
          <p:spPr>
            <a:xfrm>
              <a:off x="8090360" y="4654415"/>
              <a:ext cx="164916" cy="212158"/>
            </a:xfrm>
            <a:prstGeom prst="rect">
              <a:avLst/>
            </a:prstGeom>
          </p:spPr>
        </p:pic>
        <p:pic>
          <p:nvPicPr>
            <p:cNvPr id="182" name="object 182"/>
            <p:cNvPicPr/>
            <p:nvPr/>
          </p:nvPicPr>
          <p:blipFill>
            <a:blip r:embed="rId64" cstate="print"/>
            <a:stretch>
              <a:fillRect/>
            </a:stretch>
          </p:blipFill>
          <p:spPr>
            <a:xfrm>
              <a:off x="7829082" y="4443616"/>
              <a:ext cx="214269" cy="163837"/>
            </a:xfrm>
            <a:prstGeom prst="rect">
              <a:avLst/>
            </a:prstGeom>
          </p:spPr>
        </p:pic>
        <p:pic>
          <p:nvPicPr>
            <p:cNvPr id="183" name="object 183"/>
            <p:cNvPicPr/>
            <p:nvPr/>
          </p:nvPicPr>
          <p:blipFill>
            <a:blip r:embed="rId65" cstate="print"/>
            <a:stretch>
              <a:fillRect/>
            </a:stretch>
          </p:blipFill>
          <p:spPr>
            <a:xfrm>
              <a:off x="7951422" y="4779426"/>
              <a:ext cx="84802" cy="96267"/>
            </a:xfrm>
            <a:prstGeom prst="rect">
              <a:avLst/>
            </a:prstGeom>
          </p:spPr>
        </p:pic>
        <p:pic>
          <p:nvPicPr>
            <p:cNvPr id="184" name="object 184"/>
            <p:cNvPicPr/>
            <p:nvPr/>
          </p:nvPicPr>
          <p:blipFill>
            <a:blip r:embed="rId66" cstate="print"/>
            <a:stretch>
              <a:fillRect/>
            </a:stretch>
          </p:blipFill>
          <p:spPr>
            <a:xfrm>
              <a:off x="8171436" y="4425633"/>
              <a:ext cx="100482" cy="100604"/>
            </a:xfrm>
            <a:prstGeom prst="rect">
              <a:avLst/>
            </a:prstGeom>
          </p:spPr>
        </p:pic>
        <p:sp>
          <p:nvSpPr>
            <p:cNvPr id="185" name="object 185"/>
            <p:cNvSpPr/>
            <p:nvPr/>
          </p:nvSpPr>
          <p:spPr>
            <a:xfrm>
              <a:off x="7888309" y="4454964"/>
              <a:ext cx="354330" cy="354330"/>
            </a:xfrm>
            <a:custGeom>
              <a:avLst/>
              <a:gdLst/>
              <a:ahLst/>
              <a:cxnLst/>
              <a:rect l="l" t="t" r="r" b="b"/>
              <a:pathLst>
                <a:path w="354329" h="354329">
                  <a:moveTo>
                    <a:pt x="41144" y="354191"/>
                  </a:moveTo>
                  <a:lnTo>
                    <a:pt x="3010" y="329795"/>
                  </a:lnTo>
                  <a:lnTo>
                    <a:pt x="0" y="314615"/>
                  </a:lnTo>
                  <a:lnTo>
                    <a:pt x="2568" y="299154"/>
                  </a:lnTo>
                  <a:lnTo>
                    <a:pt x="145640" y="99690"/>
                  </a:lnTo>
                  <a:lnTo>
                    <a:pt x="196336" y="44121"/>
                  </a:lnTo>
                  <a:lnTo>
                    <a:pt x="257194" y="0"/>
                  </a:lnTo>
                  <a:lnTo>
                    <a:pt x="258036" y="19133"/>
                  </a:lnTo>
                  <a:lnTo>
                    <a:pt x="262701" y="37750"/>
                  </a:lnTo>
                  <a:lnTo>
                    <a:pt x="271230" y="55175"/>
                  </a:lnTo>
                  <a:lnTo>
                    <a:pt x="283664" y="70734"/>
                  </a:lnTo>
                  <a:lnTo>
                    <a:pt x="297277" y="81980"/>
                  </a:lnTo>
                  <a:lnTo>
                    <a:pt x="304177" y="85740"/>
                  </a:lnTo>
                  <a:lnTo>
                    <a:pt x="252153" y="85740"/>
                  </a:lnTo>
                  <a:lnTo>
                    <a:pt x="248871" y="86983"/>
                  </a:lnTo>
                  <a:lnTo>
                    <a:pt x="246316" y="89444"/>
                  </a:lnTo>
                  <a:lnTo>
                    <a:pt x="184959" y="150801"/>
                  </a:lnTo>
                  <a:lnTo>
                    <a:pt x="184959" y="159195"/>
                  </a:lnTo>
                  <a:lnTo>
                    <a:pt x="192695" y="166955"/>
                  </a:lnTo>
                  <a:lnTo>
                    <a:pt x="196096" y="168268"/>
                  </a:lnTo>
                  <a:lnTo>
                    <a:pt x="300305" y="168268"/>
                  </a:lnTo>
                  <a:lnTo>
                    <a:pt x="283890" y="184858"/>
                  </a:lnTo>
                  <a:lnTo>
                    <a:pt x="67356" y="345376"/>
                  </a:lnTo>
                  <a:lnTo>
                    <a:pt x="48596" y="353612"/>
                  </a:lnTo>
                  <a:lnTo>
                    <a:pt x="41144" y="354191"/>
                  </a:lnTo>
                  <a:close/>
                </a:path>
                <a:path w="354329" h="354329">
                  <a:moveTo>
                    <a:pt x="300305" y="168268"/>
                  </a:moveTo>
                  <a:lnTo>
                    <a:pt x="202895" y="168268"/>
                  </a:lnTo>
                  <a:lnTo>
                    <a:pt x="206294" y="166955"/>
                  </a:lnTo>
                  <a:lnTo>
                    <a:pt x="265025" y="108224"/>
                  </a:lnTo>
                  <a:lnTo>
                    <a:pt x="270043" y="102996"/>
                  </a:lnTo>
                  <a:lnTo>
                    <a:pt x="269972" y="94743"/>
                  </a:lnTo>
                  <a:lnTo>
                    <a:pt x="262282" y="87053"/>
                  </a:lnTo>
                  <a:lnTo>
                    <a:pt x="258859" y="85740"/>
                  </a:lnTo>
                  <a:lnTo>
                    <a:pt x="304177" y="85740"/>
                  </a:lnTo>
                  <a:lnTo>
                    <a:pt x="312854" y="90467"/>
                  </a:lnTo>
                  <a:lnTo>
                    <a:pt x="330172" y="95828"/>
                  </a:lnTo>
                  <a:lnTo>
                    <a:pt x="349007" y="97697"/>
                  </a:lnTo>
                  <a:lnTo>
                    <a:pt x="354167" y="97697"/>
                  </a:lnTo>
                  <a:lnTo>
                    <a:pt x="333774" y="129040"/>
                  </a:lnTo>
                  <a:lnTo>
                    <a:pt x="310254" y="158213"/>
                  </a:lnTo>
                  <a:lnTo>
                    <a:pt x="300305" y="168268"/>
                  </a:lnTo>
                  <a:close/>
                </a:path>
                <a:path w="354329" h="354329">
                  <a:moveTo>
                    <a:pt x="354167" y="97697"/>
                  </a:moveTo>
                  <a:lnTo>
                    <a:pt x="350742" y="97697"/>
                  </a:lnTo>
                  <a:lnTo>
                    <a:pt x="352500" y="97650"/>
                  </a:lnTo>
                  <a:lnTo>
                    <a:pt x="354259" y="97556"/>
                  </a:lnTo>
                  <a:lnTo>
                    <a:pt x="354167" y="97697"/>
                  </a:lnTo>
                  <a:close/>
                </a:path>
              </a:pathLst>
            </a:custGeom>
            <a:solidFill>
              <a:srgbClr val="500094"/>
            </a:solidFill>
          </p:spPr>
          <p:txBody>
            <a:bodyPr wrap="square" lIns="0" tIns="0" rIns="0" bIns="0" rtlCol="0"/>
            <a:lstStyle/>
            <a:p>
              <a:endParaRPr/>
            </a:p>
          </p:txBody>
        </p:sp>
      </p:grpSp>
      <p:grpSp>
        <p:nvGrpSpPr>
          <p:cNvPr id="186" name="object 186"/>
          <p:cNvGrpSpPr/>
          <p:nvPr/>
        </p:nvGrpSpPr>
        <p:grpSpPr>
          <a:xfrm>
            <a:off x="8401185" y="4424754"/>
            <a:ext cx="397510" cy="452120"/>
            <a:chOff x="8401185" y="4424754"/>
            <a:chExt cx="397510" cy="452120"/>
          </a:xfrm>
        </p:grpSpPr>
        <p:sp>
          <p:nvSpPr>
            <p:cNvPr id="187" name="object 187"/>
            <p:cNvSpPr/>
            <p:nvPr/>
          </p:nvSpPr>
          <p:spPr>
            <a:xfrm>
              <a:off x="8586521" y="4533239"/>
              <a:ext cx="185420" cy="343535"/>
            </a:xfrm>
            <a:custGeom>
              <a:avLst/>
              <a:gdLst/>
              <a:ahLst/>
              <a:cxnLst/>
              <a:rect l="l" t="t" r="r" b="b"/>
              <a:pathLst>
                <a:path w="185420" h="343535">
                  <a:moveTo>
                    <a:pt x="26466" y="0"/>
                  </a:moveTo>
                  <a:lnTo>
                    <a:pt x="0" y="0"/>
                  </a:lnTo>
                  <a:lnTo>
                    <a:pt x="0" y="343344"/>
                  </a:lnTo>
                  <a:lnTo>
                    <a:pt x="26466" y="343344"/>
                  </a:lnTo>
                  <a:lnTo>
                    <a:pt x="26466" y="0"/>
                  </a:lnTo>
                  <a:close/>
                </a:path>
                <a:path w="185420" h="343535">
                  <a:moveTo>
                    <a:pt x="185305" y="183553"/>
                  </a:moveTo>
                  <a:lnTo>
                    <a:pt x="52933" y="183553"/>
                  </a:lnTo>
                  <a:lnTo>
                    <a:pt x="52933" y="210972"/>
                  </a:lnTo>
                  <a:lnTo>
                    <a:pt x="185305" y="210972"/>
                  </a:lnTo>
                  <a:lnTo>
                    <a:pt x="185305" y="183553"/>
                  </a:lnTo>
                  <a:close/>
                </a:path>
              </a:pathLst>
            </a:custGeom>
            <a:solidFill>
              <a:srgbClr val="500094"/>
            </a:solidFill>
          </p:spPr>
          <p:txBody>
            <a:bodyPr wrap="square" lIns="0" tIns="0" rIns="0" bIns="0" rtlCol="0"/>
            <a:lstStyle/>
            <a:p>
              <a:endParaRPr/>
            </a:p>
          </p:txBody>
        </p:sp>
        <p:pic>
          <p:nvPicPr>
            <p:cNvPr id="188" name="object 188"/>
            <p:cNvPicPr/>
            <p:nvPr/>
          </p:nvPicPr>
          <p:blipFill>
            <a:blip r:embed="rId67" cstate="print"/>
            <a:stretch>
              <a:fillRect/>
            </a:stretch>
          </p:blipFill>
          <p:spPr>
            <a:xfrm>
              <a:off x="8639462" y="4770669"/>
              <a:ext cx="132373" cy="105903"/>
            </a:xfrm>
            <a:prstGeom prst="rect">
              <a:avLst/>
            </a:prstGeom>
          </p:spPr>
        </p:pic>
        <p:sp>
          <p:nvSpPr>
            <p:cNvPr id="189" name="object 189"/>
            <p:cNvSpPr/>
            <p:nvPr/>
          </p:nvSpPr>
          <p:spPr>
            <a:xfrm>
              <a:off x="8427679" y="4716792"/>
              <a:ext cx="132715" cy="27940"/>
            </a:xfrm>
            <a:custGeom>
              <a:avLst/>
              <a:gdLst/>
              <a:ahLst/>
              <a:cxnLst/>
              <a:rect l="l" t="t" r="r" b="b"/>
              <a:pathLst>
                <a:path w="132715" h="27939">
                  <a:moveTo>
                    <a:pt x="132372" y="27407"/>
                  </a:moveTo>
                  <a:lnTo>
                    <a:pt x="0" y="27407"/>
                  </a:lnTo>
                  <a:lnTo>
                    <a:pt x="0" y="0"/>
                  </a:lnTo>
                  <a:lnTo>
                    <a:pt x="132372" y="0"/>
                  </a:lnTo>
                  <a:lnTo>
                    <a:pt x="132372" y="27407"/>
                  </a:lnTo>
                  <a:close/>
                </a:path>
              </a:pathLst>
            </a:custGeom>
            <a:solidFill>
              <a:srgbClr val="500094"/>
            </a:solidFill>
          </p:spPr>
          <p:txBody>
            <a:bodyPr wrap="square" lIns="0" tIns="0" rIns="0" bIns="0" rtlCol="0"/>
            <a:lstStyle/>
            <a:p>
              <a:endParaRPr/>
            </a:p>
          </p:txBody>
        </p:sp>
        <p:pic>
          <p:nvPicPr>
            <p:cNvPr id="190" name="object 190"/>
            <p:cNvPicPr/>
            <p:nvPr/>
          </p:nvPicPr>
          <p:blipFill>
            <a:blip r:embed="rId68" cstate="print"/>
            <a:stretch>
              <a:fillRect/>
            </a:stretch>
          </p:blipFill>
          <p:spPr>
            <a:xfrm>
              <a:off x="8427679" y="4770669"/>
              <a:ext cx="132372" cy="105903"/>
            </a:xfrm>
            <a:prstGeom prst="rect">
              <a:avLst/>
            </a:prstGeom>
          </p:spPr>
        </p:pic>
        <p:pic>
          <p:nvPicPr>
            <p:cNvPr id="191" name="object 191"/>
            <p:cNvPicPr/>
            <p:nvPr/>
          </p:nvPicPr>
          <p:blipFill>
            <a:blip r:embed="rId69" cstate="print"/>
            <a:stretch>
              <a:fillRect/>
            </a:stretch>
          </p:blipFill>
          <p:spPr>
            <a:xfrm>
              <a:off x="8401185" y="4533307"/>
              <a:ext cx="158866" cy="77675"/>
            </a:xfrm>
            <a:prstGeom prst="rect">
              <a:avLst/>
            </a:prstGeom>
          </p:spPr>
        </p:pic>
        <p:sp>
          <p:nvSpPr>
            <p:cNvPr id="192" name="object 192"/>
            <p:cNvSpPr/>
            <p:nvPr/>
          </p:nvSpPr>
          <p:spPr>
            <a:xfrm>
              <a:off x="8427679" y="4637381"/>
              <a:ext cx="132715" cy="53340"/>
            </a:xfrm>
            <a:custGeom>
              <a:avLst/>
              <a:gdLst/>
              <a:ahLst/>
              <a:cxnLst/>
              <a:rect l="l" t="t" r="r" b="b"/>
              <a:pathLst>
                <a:path w="132715" h="53339">
                  <a:moveTo>
                    <a:pt x="132372" y="52940"/>
                  </a:moveTo>
                  <a:lnTo>
                    <a:pt x="0" y="52940"/>
                  </a:lnTo>
                  <a:lnTo>
                    <a:pt x="0" y="0"/>
                  </a:lnTo>
                  <a:lnTo>
                    <a:pt x="132372" y="0"/>
                  </a:lnTo>
                  <a:lnTo>
                    <a:pt x="132372" y="52940"/>
                  </a:lnTo>
                  <a:close/>
                </a:path>
              </a:pathLst>
            </a:custGeom>
            <a:solidFill>
              <a:srgbClr val="500094"/>
            </a:solidFill>
          </p:spPr>
          <p:txBody>
            <a:bodyPr wrap="square" lIns="0" tIns="0" rIns="0" bIns="0" rtlCol="0"/>
            <a:lstStyle/>
            <a:p>
              <a:endParaRPr/>
            </a:p>
          </p:txBody>
        </p:sp>
        <p:pic>
          <p:nvPicPr>
            <p:cNvPr id="193" name="object 193"/>
            <p:cNvPicPr/>
            <p:nvPr/>
          </p:nvPicPr>
          <p:blipFill>
            <a:blip r:embed="rId70" cstate="print"/>
            <a:stretch>
              <a:fillRect/>
            </a:stretch>
          </p:blipFill>
          <p:spPr>
            <a:xfrm>
              <a:off x="8428241" y="4424754"/>
              <a:ext cx="343031" cy="82082"/>
            </a:xfrm>
            <a:prstGeom prst="rect">
              <a:avLst/>
            </a:prstGeom>
          </p:spPr>
        </p:pic>
        <p:pic>
          <p:nvPicPr>
            <p:cNvPr id="194" name="object 194"/>
            <p:cNvPicPr/>
            <p:nvPr/>
          </p:nvPicPr>
          <p:blipFill>
            <a:blip r:embed="rId71" cstate="print"/>
            <a:stretch>
              <a:fillRect/>
            </a:stretch>
          </p:blipFill>
          <p:spPr>
            <a:xfrm>
              <a:off x="8639462" y="4533307"/>
              <a:ext cx="158867" cy="77675"/>
            </a:xfrm>
            <a:prstGeom prst="rect">
              <a:avLst/>
            </a:prstGeom>
          </p:spPr>
        </p:pic>
        <p:sp>
          <p:nvSpPr>
            <p:cNvPr id="195" name="object 195"/>
            <p:cNvSpPr/>
            <p:nvPr/>
          </p:nvSpPr>
          <p:spPr>
            <a:xfrm>
              <a:off x="8639462" y="4637381"/>
              <a:ext cx="132715" cy="53340"/>
            </a:xfrm>
            <a:custGeom>
              <a:avLst/>
              <a:gdLst/>
              <a:ahLst/>
              <a:cxnLst/>
              <a:rect l="l" t="t" r="r" b="b"/>
              <a:pathLst>
                <a:path w="132715" h="53339">
                  <a:moveTo>
                    <a:pt x="132373" y="52940"/>
                  </a:moveTo>
                  <a:lnTo>
                    <a:pt x="0" y="52940"/>
                  </a:lnTo>
                  <a:lnTo>
                    <a:pt x="0" y="0"/>
                  </a:lnTo>
                  <a:lnTo>
                    <a:pt x="132373" y="0"/>
                  </a:lnTo>
                  <a:lnTo>
                    <a:pt x="132373" y="52940"/>
                  </a:lnTo>
                  <a:close/>
                </a:path>
              </a:pathLst>
            </a:custGeom>
            <a:solidFill>
              <a:srgbClr val="500094"/>
            </a:solidFill>
          </p:spPr>
          <p:txBody>
            <a:bodyPr wrap="square" lIns="0" tIns="0" rIns="0" bIns="0" rtlCol="0"/>
            <a:lstStyle/>
            <a:p>
              <a:endParaRPr/>
            </a:p>
          </p:txBody>
        </p:sp>
      </p:grpSp>
      <p:pic>
        <p:nvPicPr>
          <p:cNvPr id="196" name="object 196"/>
          <p:cNvPicPr/>
          <p:nvPr/>
        </p:nvPicPr>
        <p:blipFill>
          <a:blip r:embed="rId72" cstate="print"/>
          <a:stretch>
            <a:fillRect/>
          </a:stretch>
        </p:blipFill>
        <p:spPr>
          <a:xfrm>
            <a:off x="8977922" y="4424747"/>
            <a:ext cx="357065" cy="451866"/>
          </a:xfrm>
          <a:prstGeom prst="rect">
            <a:avLst/>
          </a:prstGeom>
        </p:spPr>
      </p:pic>
      <p:grpSp>
        <p:nvGrpSpPr>
          <p:cNvPr id="197" name="object 197"/>
          <p:cNvGrpSpPr/>
          <p:nvPr/>
        </p:nvGrpSpPr>
        <p:grpSpPr>
          <a:xfrm>
            <a:off x="9545559" y="4424764"/>
            <a:ext cx="323850" cy="452120"/>
            <a:chOff x="9545559" y="4424764"/>
            <a:chExt cx="323850" cy="452120"/>
          </a:xfrm>
        </p:grpSpPr>
        <p:pic>
          <p:nvPicPr>
            <p:cNvPr id="198" name="object 198"/>
            <p:cNvPicPr/>
            <p:nvPr/>
          </p:nvPicPr>
          <p:blipFill>
            <a:blip r:embed="rId73" cstate="print"/>
            <a:stretch>
              <a:fillRect/>
            </a:stretch>
          </p:blipFill>
          <p:spPr>
            <a:xfrm>
              <a:off x="9616332" y="4424764"/>
              <a:ext cx="211783" cy="319469"/>
            </a:xfrm>
            <a:prstGeom prst="rect">
              <a:avLst/>
            </a:prstGeom>
          </p:spPr>
        </p:pic>
        <p:sp>
          <p:nvSpPr>
            <p:cNvPr id="199" name="object 199"/>
            <p:cNvSpPr/>
            <p:nvPr/>
          </p:nvSpPr>
          <p:spPr>
            <a:xfrm>
              <a:off x="9545559" y="4700038"/>
              <a:ext cx="323850" cy="177165"/>
            </a:xfrm>
            <a:custGeom>
              <a:avLst/>
              <a:gdLst/>
              <a:ahLst/>
              <a:cxnLst/>
              <a:rect l="l" t="t" r="r" b="b"/>
              <a:pathLst>
                <a:path w="323850" h="177164">
                  <a:moveTo>
                    <a:pt x="300375" y="176568"/>
                  </a:moveTo>
                  <a:lnTo>
                    <a:pt x="23459" y="176568"/>
                  </a:lnTo>
                  <a:lnTo>
                    <a:pt x="18020" y="172113"/>
                  </a:lnTo>
                  <a:lnTo>
                    <a:pt x="16755" y="165970"/>
                  </a:lnTo>
                  <a:lnTo>
                    <a:pt x="84" y="83091"/>
                  </a:lnTo>
                  <a:lnTo>
                    <a:pt x="0" y="57603"/>
                  </a:lnTo>
                  <a:lnTo>
                    <a:pt x="9129" y="34673"/>
                  </a:lnTo>
                  <a:lnTo>
                    <a:pt x="25986" y="16626"/>
                  </a:lnTo>
                  <a:lnTo>
                    <a:pt x="49086" y="5791"/>
                  </a:lnTo>
                  <a:lnTo>
                    <a:pt x="72390" y="0"/>
                  </a:lnTo>
                  <a:lnTo>
                    <a:pt x="74831" y="8604"/>
                  </a:lnTo>
                  <a:lnTo>
                    <a:pt x="78129" y="16895"/>
                  </a:lnTo>
                  <a:lnTo>
                    <a:pt x="102236" y="48548"/>
                  </a:lnTo>
                  <a:lnTo>
                    <a:pt x="140643" y="68093"/>
                  </a:lnTo>
                  <a:lnTo>
                    <a:pt x="162304" y="70665"/>
                  </a:lnTo>
                  <a:lnTo>
                    <a:pt x="323697" y="70665"/>
                  </a:lnTo>
                  <a:lnTo>
                    <a:pt x="323656" y="83091"/>
                  </a:lnTo>
                  <a:lnTo>
                    <a:pt x="320820" y="97134"/>
                  </a:lnTo>
                  <a:lnTo>
                    <a:pt x="221012" y="97134"/>
                  </a:lnTo>
                  <a:lnTo>
                    <a:pt x="215080" y="103066"/>
                  </a:lnTo>
                  <a:lnTo>
                    <a:pt x="215080" y="117696"/>
                  </a:lnTo>
                  <a:lnTo>
                    <a:pt x="221012" y="123628"/>
                  </a:lnTo>
                  <a:lnTo>
                    <a:pt x="315468" y="123628"/>
                  </a:lnTo>
                  <a:lnTo>
                    <a:pt x="306916" y="165970"/>
                  </a:lnTo>
                  <a:lnTo>
                    <a:pt x="305720" y="172137"/>
                  </a:lnTo>
                  <a:lnTo>
                    <a:pt x="300375" y="176568"/>
                  </a:lnTo>
                  <a:close/>
                </a:path>
                <a:path w="323850" h="177164">
                  <a:moveTo>
                    <a:pt x="323697" y="70665"/>
                  </a:moveTo>
                  <a:lnTo>
                    <a:pt x="168142" y="70665"/>
                  </a:lnTo>
                  <a:lnTo>
                    <a:pt x="174027" y="70102"/>
                  </a:lnTo>
                  <a:lnTo>
                    <a:pt x="179912" y="68976"/>
                  </a:lnTo>
                  <a:lnTo>
                    <a:pt x="204911" y="60247"/>
                  </a:lnTo>
                  <a:lnTo>
                    <a:pt x="226061" y="45162"/>
                  </a:lnTo>
                  <a:lnTo>
                    <a:pt x="242198" y="24803"/>
                  </a:lnTo>
                  <a:lnTo>
                    <a:pt x="252147" y="281"/>
                  </a:lnTo>
                  <a:lnTo>
                    <a:pt x="274937" y="5791"/>
                  </a:lnTo>
                  <a:lnTo>
                    <a:pt x="297933" y="16695"/>
                  </a:lnTo>
                  <a:lnTo>
                    <a:pt x="314683" y="34752"/>
                  </a:lnTo>
                  <a:lnTo>
                    <a:pt x="323720" y="57603"/>
                  </a:lnTo>
                  <a:lnTo>
                    <a:pt x="323697" y="70665"/>
                  </a:lnTo>
                  <a:close/>
                </a:path>
                <a:path w="323850" h="177164">
                  <a:moveTo>
                    <a:pt x="315468" y="123628"/>
                  </a:moveTo>
                  <a:lnTo>
                    <a:pt x="262088" y="123628"/>
                  </a:lnTo>
                  <a:lnTo>
                    <a:pt x="268020" y="117696"/>
                  </a:lnTo>
                  <a:lnTo>
                    <a:pt x="268020" y="103066"/>
                  </a:lnTo>
                  <a:lnTo>
                    <a:pt x="262088" y="97134"/>
                  </a:lnTo>
                  <a:lnTo>
                    <a:pt x="320820" y="97134"/>
                  </a:lnTo>
                  <a:lnTo>
                    <a:pt x="315468" y="123628"/>
                  </a:lnTo>
                  <a:close/>
                </a:path>
              </a:pathLst>
            </a:custGeom>
            <a:solidFill>
              <a:srgbClr val="500094"/>
            </a:solidFill>
          </p:spPr>
          <p:txBody>
            <a:bodyPr wrap="square" lIns="0" tIns="0" rIns="0" bIns="0" rtlCol="0"/>
            <a:lstStyle/>
            <a:p>
              <a:endParaRPr/>
            </a:p>
          </p:txBody>
        </p:sp>
      </p:grpSp>
      <p:grpSp>
        <p:nvGrpSpPr>
          <p:cNvPr id="200" name="object 200"/>
          <p:cNvGrpSpPr/>
          <p:nvPr/>
        </p:nvGrpSpPr>
        <p:grpSpPr>
          <a:xfrm>
            <a:off x="10165797" y="4424764"/>
            <a:ext cx="212090" cy="452120"/>
            <a:chOff x="10165797" y="4424764"/>
            <a:chExt cx="212090" cy="452120"/>
          </a:xfrm>
        </p:grpSpPr>
        <p:pic>
          <p:nvPicPr>
            <p:cNvPr id="201" name="object 201"/>
            <p:cNvPicPr/>
            <p:nvPr/>
          </p:nvPicPr>
          <p:blipFill>
            <a:blip r:embed="rId74" cstate="print"/>
            <a:stretch>
              <a:fillRect/>
            </a:stretch>
          </p:blipFill>
          <p:spPr>
            <a:xfrm>
              <a:off x="10231936" y="4424764"/>
              <a:ext cx="79433" cy="79433"/>
            </a:xfrm>
            <a:prstGeom prst="rect">
              <a:avLst/>
            </a:prstGeom>
          </p:spPr>
        </p:pic>
        <p:sp>
          <p:nvSpPr>
            <p:cNvPr id="202" name="object 202"/>
            <p:cNvSpPr/>
            <p:nvPr/>
          </p:nvSpPr>
          <p:spPr>
            <a:xfrm>
              <a:off x="10165797" y="4530667"/>
              <a:ext cx="212090" cy="346075"/>
            </a:xfrm>
            <a:custGeom>
              <a:avLst/>
              <a:gdLst/>
              <a:ahLst/>
              <a:cxnLst/>
              <a:rect l="l" t="t" r="r" b="b"/>
              <a:pathLst>
                <a:path w="212090" h="346075">
                  <a:moveTo>
                    <a:pt x="145573" y="345939"/>
                  </a:moveTo>
                  <a:lnTo>
                    <a:pt x="135275" y="343857"/>
                  </a:lnTo>
                  <a:lnTo>
                    <a:pt x="126860" y="338181"/>
                  </a:lnTo>
                  <a:lnTo>
                    <a:pt x="121184" y="329767"/>
                  </a:lnTo>
                  <a:lnTo>
                    <a:pt x="119103" y="319469"/>
                  </a:lnTo>
                  <a:lnTo>
                    <a:pt x="119103" y="218583"/>
                  </a:lnTo>
                  <a:lnTo>
                    <a:pt x="113170" y="212721"/>
                  </a:lnTo>
                  <a:lnTo>
                    <a:pt x="98540" y="212721"/>
                  </a:lnTo>
                  <a:lnTo>
                    <a:pt x="92632" y="218583"/>
                  </a:lnTo>
                  <a:lnTo>
                    <a:pt x="92632" y="319469"/>
                  </a:lnTo>
                  <a:lnTo>
                    <a:pt x="90550" y="329767"/>
                  </a:lnTo>
                  <a:lnTo>
                    <a:pt x="84872" y="338181"/>
                  </a:lnTo>
                  <a:lnTo>
                    <a:pt x="76451" y="343857"/>
                  </a:lnTo>
                  <a:lnTo>
                    <a:pt x="66139" y="345939"/>
                  </a:lnTo>
                  <a:lnTo>
                    <a:pt x="55841" y="343857"/>
                  </a:lnTo>
                  <a:lnTo>
                    <a:pt x="47427" y="338181"/>
                  </a:lnTo>
                  <a:lnTo>
                    <a:pt x="41751" y="329767"/>
                  </a:lnTo>
                  <a:lnTo>
                    <a:pt x="39669" y="319469"/>
                  </a:lnTo>
                  <a:lnTo>
                    <a:pt x="39669" y="156663"/>
                  </a:lnTo>
                  <a:lnTo>
                    <a:pt x="34675" y="158421"/>
                  </a:lnTo>
                  <a:lnTo>
                    <a:pt x="30080" y="159218"/>
                  </a:lnTo>
                  <a:lnTo>
                    <a:pt x="25907" y="159218"/>
                  </a:lnTo>
                  <a:lnTo>
                    <a:pt x="15014" y="157125"/>
                  </a:lnTo>
                  <a:lnTo>
                    <a:pt x="6869" y="151475"/>
                  </a:lnTo>
                  <a:lnTo>
                    <a:pt x="1766" y="143215"/>
                  </a:lnTo>
                  <a:lnTo>
                    <a:pt x="0" y="133288"/>
                  </a:lnTo>
                  <a:lnTo>
                    <a:pt x="0" y="53854"/>
                  </a:lnTo>
                  <a:lnTo>
                    <a:pt x="4163" y="33115"/>
                  </a:lnTo>
                  <a:lnTo>
                    <a:pt x="15514" y="15972"/>
                  </a:lnTo>
                  <a:lnTo>
                    <a:pt x="32343" y="4306"/>
                  </a:lnTo>
                  <a:lnTo>
                    <a:pt x="52939" y="0"/>
                  </a:lnTo>
                  <a:lnTo>
                    <a:pt x="158842" y="0"/>
                  </a:lnTo>
                  <a:lnTo>
                    <a:pt x="179423" y="4306"/>
                  </a:lnTo>
                  <a:lnTo>
                    <a:pt x="196262" y="15972"/>
                  </a:lnTo>
                  <a:lnTo>
                    <a:pt x="207632" y="33115"/>
                  </a:lnTo>
                  <a:lnTo>
                    <a:pt x="211806" y="53854"/>
                  </a:lnTo>
                  <a:lnTo>
                    <a:pt x="211806" y="133288"/>
                  </a:lnTo>
                  <a:lnTo>
                    <a:pt x="210028" y="143215"/>
                  </a:lnTo>
                  <a:lnTo>
                    <a:pt x="204901" y="151475"/>
                  </a:lnTo>
                  <a:lnTo>
                    <a:pt x="196732" y="157125"/>
                  </a:lnTo>
                  <a:lnTo>
                    <a:pt x="185828" y="159218"/>
                  </a:lnTo>
                  <a:lnTo>
                    <a:pt x="181655" y="159218"/>
                  </a:lnTo>
                  <a:lnTo>
                    <a:pt x="177037" y="158421"/>
                  </a:lnTo>
                  <a:lnTo>
                    <a:pt x="172043" y="156663"/>
                  </a:lnTo>
                  <a:lnTo>
                    <a:pt x="172043" y="319469"/>
                  </a:lnTo>
                  <a:lnTo>
                    <a:pt x="169961" y="329767"/>
                  </a:lnTo>
                  <a:lnTo>
                    <a:pt x="164285" y="338181"/>
                  </a:lnTo>
                  <a:lnTo>
                    <a:pt x="155871" y="343857"/>
                  </a:lnTo>
                  <a:lnTo>
                    <a:pt x="145573" y="345939"/>
                  </a:lnTo>
                  <a:close/>
                </a:path>
              </a:pathLst>
            </a:custGeom>
            <a:solidFill>
              <a:srgbClr val="500094"/>
            </a:solidFill>
          </p:spPr>
          <p:txBody>
            <a:bodyPr wrap="square" lIns="0" tIns="0" rIns="0" bIns="0" rtlCol="0"/>
            <a:lstStyle/>
            <a:p>
              <a:endParaRPr/>
            </a:p>
          </p:txBody>
        </p:sp>
      </p:grpSp>
      <p:sp>
        <p:nvSpPr>
          <p:cNvPr id="203" name="object 203"/>
          <p:cNvSpPr/>
          <p:nvPr/>
        </p:nvSpPr>
        <p:spPr>
          <a:xfrm>
            <a:off x="10611753" y="4424643"/>
            <a:ext cx="451484" cy="452120"/>
          </a:xfrm>
          <a:custGeom>
            <a:avLst/>
            <a:gdLst/>
            <a:ahLst/>
            <a:cxnLst/>
            <a:rect l="l" t="t" r="r" b="b"/>
            <a:pathLst>
              <a:path w="451484" h="452120">
                <a:moveTo>
                  <a:pt x="225730" y="451678"/>
                </a:moveTo>
                <a:lnTo>
                  <a:pt x="182681" y="447415"/>
                </a:lnTo>
                <a:lnTo>
                  <a:pt x="140981" y="434738"/>
                </a:lnTo>
                <a:lnTo>
                  <a:pt x="101874" y="413815"/>
                </a:lnTo>
                <a:lnTo>
                  <a:pt x="66605" y="384811"/>
                </a:lnTo>
                <a:lnTo>
                  <a:pt x="37454" y="349283"/>
                </a:lnTo>
                <a:lnTo>
                  <a:pt x="16640" y="310117"/>
                </a:lnTo>
                <a:lnTo>
                  <a:pt x="4157" y="268526"/>
                </a:lnTo>
                <a:lnTo>
                  <a:pt x="0" y="225722"/>
                </a:lnTo>
                <a:lnTo>
                  <a:pt x="4166" y="182917"/>
                </a:lnTo>
                <a:lnTo>
                  <a:pt x="16654" y="141326"/>
                </a:lnTo>
                <a:lnTo>
                  <a:pt x="37467" y="102160"/>
                </a:lnTo>
                <a:lnTo>
                  <a:pt x="66605" y="66632"/>
                </a:lnTo>
                <a:lnTo>
                  <a:pt x="102108" y="37487"/>
                </a:lnTo>
                <a:lnTo>
                  <a:pt x="141265" y="16664"/>
                </a:lnTo>
                <a:lnTo>
                  <a:pt x="182862" y="4166"/>
                </a:lnTo>
                <a:lnTo>
                  <a:pt x="225683" y="0"/>
                </a:lnTo>
                <a:lnTo>
                  <a:pt x="268496" y="4166"/>
                </a:lnTo>
                <a:lnTo>
                  <a:pt x="310099" y="16664"/>
                </a:lnTo>
                <a:lnTo>
                  <a:pt x="349276" y="37487"/>
                </a:lnTo>
                <a:lnTo>
                  <a:pt x="384809" y="66632"/>
                </a:lnTo>
                <a:lnTo>
                  <a:pt x="395867" y="80113"/>
                </a:lnTo>
                <a:lnTo>
                  <a:pt x="225825" y="80113"/>
                </a:lnTo>
                <a:lnTo>
                  <a:pt x="207609" y="81257"/>
                </a:lnTo>
                <a:lnTo>
                  <a:pt x="189548" y="84711"/>
                </a:lnTo>
                <a:lnTo>
                  <a:pt x="171865" y="90509"/>
                </a:lnTo>
                <a:lnTo>
                  <a:pt x="154785" y="98682"/>
                </a:lnTo>
                <a:lnTo>
                  <a:pt x="210920" y="154810"/>
                </a:lnTo>
                <a:lnTo>
                  <a:pt x="98656" y="154810"/>
                </a:lnTo>
                <a:lnTo>
                  <a:pt x="82392" y="199462"/>
                </a:lnTo>
                <a:lnTo>
                  <a:pt x="81329" y="245800"/>
                </a:lnTo>
                <a:lnTo>
                  <a:pt x="94950" y="290111"/>
                </a:lnTo>
                <a:lnTo>
                  <a:pt x="122734" y="328683"/>
                </a:lnTo>
                <a:lnTo>
                  <a:pt x="170522" y="360618"/>
                </a:lnTo>
                <a:lnTo>
                  <a:pt x="225590" y="371471"/>
                </a:lnTo>
                <a:lnTo>
                  <a:pt x="395751" y="371471"/>
                </a:lnTo>
                <a:lnTo>
                  <a:pt x="384809" y="384811"/>
                </a:lnTo>
                <a:lnTo>
                  <a:pt x="349538" y="413815"/>
                </a:lnTo>
                <a:lnTo>
                  <a:pt x="310431" y="434738"/>
                </a:lnTo>
                <a:lnTo>
                  <a:pt x="268743" y="447415"/>
                </a:lnTo>
                <a:lnTo>
                  <a:pt x="225730" y="451678"/>
                </a:lnTo>
                <a:close/>
              </a:path>
              <a:path w="451484" h="452120">
                <a:moveTo>
                  <a:pt x="438793" y="296703"/>
                </a:moveTo>
                <a:lnTo>
                  <a:pt x="352829" y="296703"/>
                </a:lnTo>
                <a:lnTo>
                  <a:pt x="368940" y="252020"/>
                </a:lnTo>
                <a:lnTo>
                  <a:pt x="369953" y="205678"/>
                </a:lnTo>
                <a:lnTo>
                  <a:pt x="356367" y="161363"/>
                </a:lnTo>
                <a:lnTo>
                  <a:pt x="328680" y="122761"/>
                </a:lnTo>
                <a:lnTo>
                  <a:pt x="280874" y="90922"/>
                </a:lnTo>
                <a:lnTo>
                  <a:pt x="225825" y="80113"/>
                </a:lnTo>
                <a:lnTo>
                  <a:pt x="395867" y="80113"/>
                </a:lnTo>
                <a:lnTo>
                  <a:pt x="413952" y="102163"/>
                </a:lnTo>
                <a:lnTo>
                  <a:pt x="434768" y="141336"/>
                </a:lnTo>
                <a:lnTo>
                  <a:pt x="447256" y="182936"/>
                </a:lnTo>
                <a:lnTo>
                  <a:pt x="451415" y="225748"/>
                </a:lnTo>
                <a:lnTo>
                  <a:pt x="447245" y="268557"/>
                </a:lnTo>
                <a:lnTo>
                  <a:pt x="438793" y="296703"/>
                </a:lnTo>
                <a:close/>
              </a:path>
              <a:path w="451484" h="452120">
                <a:moveTo>
                  <a:pt x="395751" y="371471"/>
                </a:moveTo>
                <a:lnTo>
                  <a:pt x="225590" y="371471"/>
                </a:lnTo>
                <a:lnTo>
                  <a:pt x="243815" y="370322"/>
                </a:lnTo>
                <a:lnTo>
                  <a:pt x="261875" y="366855"/>
                </a:lnTo>
                <a:lnTo>
                  <a:pt x="279552" y="361036"/>
                </a:lnTo>
                <a:lnTo>
                  <a:pt x="296630" y="352831"/>
                </a:lnTo>
                <a:lnTo>
                  <a:pt x="98656" y="154810"/>
                </a:lnTo>
                <a:lnTo>
                  <a:pt x="210920" y="154810"/>
                </a:lnTo>
                <a:lnTo>
                  <a:pt x="352829" y="296703"/>
                </a:lnTo>
                <a:lnTo>
                  <a:pt x="438793" y="296703"/>
                </a:lnTo>
                <a:lnTo>
                  <a:pt x="434749" y="310147"/>
                </a:lnTo>
                <a:lnTo>
                  <a:pt x="413934" y="349304"/>
                </a:lnTo>
                <a:lnTo>
                  <a:pt x="395751" y="371471"/>
                </a:lnTo>
                <a:close/>
              </a:path>
            </a:pathLst>
          </a:custGeom>
          <a:solidFill>
            <a:srgbClr val="500094"/>
          </a:solidFill>
        </p:spPr>
        <p:txBody>
          <a:bodyPr wrap="square" lIns="0" tIns="0" rIns="0" bIns="0" rtlCol="0"/>
          <a:lstStyle/>
          <a:p>
            <a:endParaRPr/>
          </a:p>
        </p:txBody>
      </p:sp>
      <p:sp>
        <p:nvSpPr>
          <p:cNvPr id="204" name="object 204"/>
          <p:cNvSpPr/>
          <p:nvPr/>
        </p:nvSpPr>
        <p:spPr>
          <a:xfrm>
            <a:off x="1088644" y="4974742"/>
            <a:ext cx="452120" cy="452120"/>
          </a:xfrm>
          <a:custGeom>
            <a:avLst/>
            <a:gdLst/>
            <a:ahLst/>
            <a:cxnLst/>
            <a:rect l="l" t="t" r="r" b="b"/>
            <a:pathLst>
              <a:path w="452119" h="452120">
                <a:moveTo>
                  <a:pt x="345020" y="212712"/>
                </a:moveTo>
                <a:lnTo>
                  <a:pt x="106743" y="212712"/>
                </a:lnTo>
                <a:lnTo>
                  <a:pt x="106743" y="239191"/>
                </a:lnTo>
                <a:lnTo>
                  <a:pt x="345020" y="239191"/>
                </a:lnTo>
                <a:lnTo>
                  <a:pt x="345020" y="212712"/>
                </a:lnTo>
                <a:close/>
              </a:path>
              <a:path w="452119" h="452120">
                <a:moveTo>
                  <a:pt x="451840" y="225920"/>
                </a:moveTo>
                <a:lnTo>
                  <a:pt x="447814" y="186245"/>
                </a:lnTo>
                <a:lnTo>
                  <a:pt x="434035" y="138137"/>
                </a:lnTo>
                <a:lnTo>
                  <a:pt x="413156" y="99758"/>
                </a:lnTo>
                <a:lnTo>
                  <a:pt x="385533" y="66306"/>
                </a:lnTo>
                <a:lnTo>
                  <a:pt x="371487" y="54711"/>
                </a:lnTo>
                <a:lnTo>
                  <a:pt x="371487" y="192112"/>
                </a:lnTo>
                <a:lnTo>
                  <a:pt x="371487" y="259727"/>
                </a:lnTo>
                <a:lnTo>
                  <a:pt x="365556" y="265658"/>
                </a:lnTo>
                <a:lnTo>
                  <a:pt x="86207" y="265658"/>
                </a:lnTo>
                <a:lnTo>
                  <a:pt x="80276" y="259727"/>
                </a:lnTo>
                <a:lnTo>
                  <a:pt x="80276" y="192112"/>
                </a:lnTo>
                <a:lnTo>
                  <a:pt x="86207" y="186245"/>
                </a:lnTo>
                <a:lnTo>
                  <a:pt x="365556" y="186245"/>
                </a:lnTo>
                <a:lnTo>
                  <a:pt x="371487" y="192112"/>
                </a:lnTo>
                <a:lnTo>
                  <a:pt x="371487" y="54711"/>
                </a:lnTo>
                <a:lnTo>
                  <a:pt x="352069" y="38671"/>
                </a:lnTo>
                <a:lnTo>
                  <a:pt x="313702" y="17805"/>
                </a:lnTo>
                <a:lnTo>
                  <a:pt x="271348" y="4597"/>
                </a:lnTo>
                <a:lnTo>
                  <a:pt x="225920" y="0"/>
                </a:lnTo>
                <a:lnTo>
                  <a:pt x="180492" y="4597"/>
                </a:lnTo>
                <a:lnTo>
                  <a:pt x="138137" y="17805"/>
                </a:lnTo>
                <a:lnTo>
                  <a:pt x="99771" y="38671"/>
                </a:lnTo>
                <a:lnTo>
                  <a:pt x="66306" y="66306"/>
                </a:lnTo>
                <a:lnTo>
                  <a:pt x="38684" y="99758"/>
                </a:lnTo>
                <a:lnTo>
                  <a:pt x="17805" y="138137"/>
                </a:lnTo>
                <a:lnTo>
                  <a:pt x="4597" y="180492"/>
                </a:lnTo>
                <a:lnTo>
                  <a:pt x="0" y="225920"/>
                </a:lnTo>
                <a:lnTo>
                  <a:pt x="4597" y="271360"/>
                </a:lnTo>
                <a:lnTo>
                  <a:pt x="17792" y="313728"/>
                </a:lnTo>
                <a:lnTo>
                  <a:pt x="38658" y="352094"/>
                </a:lnTo>
                <a:lnTo>
                  <a:pt x="66281" y="385559"/>
                </a:lnTo>
                <a:lnTo>
                  <a:pt x="99733" y="413169"/>
                </a:lnTo>
                <a:lnTo>
                  <a:pt x="138112" y="434035"/>
                </a:lnTo>
                <a:lnTo>
                  <a:pt x="180479" y="447230"/>
                </a:lnTo>
                <a:lnTo>
                  <a:pt x="225920" y="451840"/>
                </a:lnTo>
                <a:lnTo>
                  <a:pt x="271348" y="447230"/>
                </a:lnTo>
                <a:lnTo>
                  <a:pt x="313702" y="434035"/>
                </a:lnTo>
                <a:lnTo>
                  <a:pt x="352069" y="413169"/>
                </a:lnTo>
                <a:lnTo>
                  <a:pt x="385533" y="385559"/>
                </a:lnTo>
                <a:lnTo>
                  <a:pt x="413156" y="352094"/>
                </a:lnTo>
                <a:lnTo>
                  <a:pt x="434035" y="313728"/>
                </a:lnTo>
                <a:lnTo>
                  <a:pt x="447230" y="271360"/>
                </a:lnTo>
                <a:lnTo>
                  <a:pt x="447814" y="265658"/>
                </a:lnTo>
                <a:lnTo>
                  <a:pt x="451840" y="225920"/>
                </a:lnTo>
                <a:close/>
              </a:path>
            </a:pathLst>
          </a:custGeom>
          <a:solidFill>
            <a:srgbClr val="500094"/>
          </a:solidFill>
        </p:spPr>
        <p:txBody>
          <a:bodyPr wrap="square" lIns="0" tIns="0" rIns="0" bIns="0" rtlCol="0"/>
          <a:lstStyle/>
          <a:p>
            <a:endParaRPr/>
          </a:p>
        </p:txBody>
      </p:sp>
      <p:sp>
        <p:nvSpPr>
          <p:cNvPr id="205" name="object 205"/>
          <p:cNvSpPr/>
          <p:nvPr/>
        </p:nvSpPr>
        <p:spPr>
          <a:xfrm>
            <a:off x="3572598" y="4990591"/>
            <a:ext cx="452120" cy="420370"/>
          </a:xfrm>
          <a:custGeom>
            <a:avLst/>
            <a:gdLst/>
            <a:ahLst/>
            <a:cxnLst/>
            <a:rect l="l" t="t" r="r" b="b"/>
            <a:pathLst>
              <a:path w="452120" h="420370">
                <a:moveTo>
                  <a:pt x="239115" y="320128"/>
                </a:moveTo>
                <a:lnTo>
                  <a:pt x="233184" y="314210"/>
                </a:lnTo>
                <a:lnTo>
                  <a:pt x="225894" y="314210"/>
                </a:lnTo>
                <a:lnTo>
                  <a:pt x="218554" y="314210"/>
                </a:lnTo>
                <a:lnTo>
                  <a:pt x="212623" y="320128"/>
                </a:lnTo>
                <a:lnTo>
                  <a:pt x="212623" y="334746"/>
                </a:lnTo>
                <a:lnTo>
                  <a:pt x="218554" y="340690"/>
                </a:lnTo>
                <a:lnTo>
                  <a:pt x="233184" y="340690"/>
                </a:lnTo>
                <a:lnTo>
                  <a:pt x="239115" y="334746"/>
                </a:lnTo>
                <a:lnTo>
                  <a:pt x="239115" y="320128"/>
                </a:lnTo>
                <a:close/>
              </a:path>
              <a:path w="452120" h="420370">
                <a:moveTo>
                  <a:pt x="239115" y="108343"/>
                </a:moveTo>
                <a:lnTo>
                  <a:pt x="233184" y="102412"/>
                </a:lnTo>
                <a:lnTo>
                  <a:pt x="225894" y="102412"/>
                </a:lnTo>
                <a:lnTo>
                  <a:pt x="218554" y="102412"/>
                </a:lnTo>
                <a:lnTo>
                  <a:pt x="212623" y="108343"/>
                </a:lnTo>
                <a:lnTo>
                  <a:pt x="212623" y="228917"/>
                </a:lnTo>
                <a:lnTo>
                  <a:pt x="218554" y="234848"/>
                </a:lnTo>
                <a:lnTo>
                  <a:pt x="233184" y="234848"/>
                </a:lnTo>
                <a:lnTo>
                  <a:pt x="239115" y="228917"/>
                </a:lnTo>
                <a:lnTo>
                  <a:pt x="239115" y="108343"/>
                </a:lnTo>
                <a:close/>
              </a:path>
              <a:path w="452120" h="420370">
                <a:moveTo>
                  <a:pt x="451764" y="355892"/>
                </a:moveTo>
                <a:lnTo>
                  <a:pt x="443420" y="321906"/>
                </a:lnTo>
                <a:lnTo>
                  <a:pt x="424459" y="287743"/>
                </a:lnTo>
                <a:lnTo>
                  <a:pt x="409765" y="261251"/>
                </a:lnTo>
                <a:lnTo>
                  <a:pt x="306959" y="75933"/>
                </a:lnTo>
                <a:lnTo>
                  <a:pt x="283794" y="34201"/>
                </a:lnTo>
                <a:lnTo>
                  <a:pt x="272618" y="19240"/>
                </a:lnTo>
                <a:lnTo>
                  <a:pt x="265582" y="13881"/>
                </a:lnTo>
                <a:lnTo>
                  <a:pt x="265582" y="115671"/>
                </a:lnTo>
                <a:lnTo>
                  <a:pt x="265582" y="221576"/>
                </a:lnTo>
                <a:lnTo>
                  <a:pt x="265582" y="327482"/>
                </a:lnTo>
                <a:lnTo>
                  <a:pt x="262458" y="342912"/>
                </a:lnTo>
                <a:lnTo>
                  <a:pt x="253949" y="355523"/>
                </a:lnTo>
                <a:lnTo>
                  <a:pt x="241325" y="364032"/>
                </a:lnTo>
                <a:lnTo>
                  <a:pt x="225894" y="367157"/>
                </a:lnTo>
                <a:lnTo>
                  <a:pt x="214236" y="365404"/>
                </a:lnTo>
                <a:lnTo>
                  <a:pt x="203809" y="360464"/>
                </a:lnTo>
                <a:lnTo>
                  <a:pt x="195262" y="352729"/>
                </a:lnTo>
                <a:lnTo>
                  <a:pt x="189191" y="342658"/>
                </a:lnTo>
                <a:lnTo>
                  <a:pt x="186347" y="331241"/>
                </a:lnTo>
                <a:lnTo>
                  <a:pt x="186931" y="319722"/>
                </a:lnTo>
                <a:lnTo>
                  <a:pt x="218211" y="288493"/>
                </a:lnTo>
                <a:lnTo>
                  <a:pt x="258889" y="305384"/>
                </a:lnTo>
                <a:lnTo>
                  <a:pt x="265582" y="327482"/>
                </a:lnTo>
                <a:lnTo>
                  <a:pt x="265582" y="221576"/>
                </a:lnTo>
                <a:lnTo>
                  <a:pt x="262458" y="237007"/>
                </a:lnTo>
                <a:lnTo>
                  <a:pt x="253949" y="249618"/>
                </a:lnTo>
                <a:lnTo>
                  <a:pt x="241325" y="258127"/>
                </a:lnTo>
                <a:lnTo>
                  <a:pt x="225894" y="261251"/>
                </a:lnTo>
                <a:lnTo>
                  <a:pt x="210426" y="258127"/>
                </a:lnTo>
                <a:lnTo>
                  <a:pt x="197789" y="249618"/>
                </a:lnTo>
                <a:lnTo>
                  <a:pt x="189268" y="237007"/>
                </a:lnTo>
                <a:lnTo>
                  <a:pt x="186143" y="221576"/>
                </a:lnTo>
                <a:lnTo>
                  <a:pt x="186143" y="115671"/>
                </a:lnTo>
                <a:lnTo>
                  <a:pt x="189268" y="100203"/>
                </a:lnTo>
                <a:lnTo>
                  <a:pt x="197789" y="87566"/>
                </a:lnTo>
                <a:lnTo>
                  <a:pt x="210426" y="79057"/>
                </a:lnTo>
                <a:lnTo>
                  <a:pt x="225894" y="75933"/>
                </a:lnTo>
                <a:lnTo>
                  <a:pt x="241325" y="79057"/>
                </a:lnTo>
                <a:lnTo>
                  <a:pt x="253949" y="87566"/>
                </a:lnTo>
                <a:lnTo>
                  <a:pt x="262458" y="100203"/>
                </a:lnTo>
                <a:lnTo>
                  <a:pt x="265582" y="115671"/>
                </a:lnTo>
                <a:lnTo>
                  <a:pt x="265582" y="13881"/>
                </a:lnTo>
                <a:lnTo>
                  <a:pt x="258610" y="8547"/>
                </a:lnTo>
                <a:lnTo>
                  <a:pt x="242709" y="2133"/>
                </a:lnTo>
                <a:lnTo>
                  <a:pt x="225869" y="0"/>
                </a:lnTo>
                <a:lnTo>
                  <a:pt x="209029" y="2133"/>
                </a:lnTo>
                <a:lnTo>
                  <a:pt x="167932" y="34201"/>
                </a:lnTo>
                <a:lnTo>
                  <a:pt x="8318" y="321906"/>
                </a:lnTo>
                <a:lnTo>
                  <a:pt x="0" y="355892"/>
                </a:lnTo>
                <a:lnTo>
                  <a:pt x="9220" y="387540"/>
                </a:lnTo>
                <a:lnTo>
                  <a:pt x="32461" y="410959"/>
                </a:lnTo>
                <a:lnTo>
                  <a:pt x="66205" y="420090"/>
                </a:lnTo>
                <a:lnTo>
                  <a:pt x="385533" y="420090"/>
                </a:lnTo>
                <a:lnTo>
                  <a:pt x="419277" y="410972"/>
                </a:lnTo>
                <a:lnTo>
                  <a:pt x="442544" y="387578"/>
                </a:lnTo>
                <a:lnTo>
                  <a:pt x="448487" y="367157"/>
                </a:lnTo>
                <a:lnTo>
                  <a:pt x="451764" y="355892"/>
                </a:lnTo>
                <a:close/>
              </a:path>
            </a:pathLst>
          </a:custGeom>
          <a:solidFill>
            <a:srgbClr val="500094"/>
          </a:solidFill>
        </p:spPr>
        <p:txBody>
          <a:bodyPr wrap="square" lIns="0" tIns="0" rIns="0" bIns="0" rtlCol="0"/>
          <a:lstStyle/>
          <a:p>
            <a:endParaRPr/>
          </a:p>
        </p:txBody>
      </p:sp>
      <p:grpSp>
        <p:nvGrpSpPr>
          <p:cNvPr id="206" name="object 206"/>
          <p:cNvGrpSpPr/>
          <p:nvPr/>
        </p:nvGrpSpPr>
        <p:grpSpPr>
          <a:xfrm>
            <a:off x="7819036" y="4974727"/>
            <a:ext cx="452120" cy="452120"/>
            <a:chOff x="7819036" y="4974727"/>
            <a:chExt cx="452120" cy="452120"/>
          </a:xfrm>
        </p:grpSpPr>
        <p:sp>
          <p:nvSpPr>
            <p:cNvPr id="207" name="object 207"/>
            <p:cNvSpPr/>
            <p:nvPr/>
          </p:nvSpPr>
          <p:spPr>
            <a:xfrm>
              <a:off x="8031687" y="5319822"/>
              <a:ext cx="26670" cy="26670"/>
            </a:xfrm>
            <a:custGeom>
              <a:avLst/>
              <a:gdLst/>
              <a:ahLst/>
              <a:cxnLst/>
              <a:rect l="l" t="t" r="r" b="b"/>
              <a:pathLst>
                <a:path w="26670" h="26670">
                  <a:moveTo>
                    <a:pt x="20538" y="26470"/>
                  </a:moveTo>
                  <a:lnTo>
                    <a:pt x="5931" y="26470"/>
                  </a:lnTo>
                  <a:lnTo>
                    <a:pt x="0" y="20538"/>
                  </a:lnTo>
                  <a:lnTo>
                    <a:pt x="0" y="5838"/>
                  </a:lnTo>
                  <a:lnTo>
                    <a:pt x="5931" y="0"/>
                  </a:lnTo>
                  <a:lnTo>
                    <a:pt x="13270" y="0"/>
                  </a:lnTo>
                  <a:lnTo>
                    <a:pt x="20538" y="0"/>
                  </a:lnTo>
                  <a:lnTo>
                    <a:pt x="26470" y="5838"/>
                  </a:lnTo>
                  <a:lnTo>
                    <a:pt x="26470" y="20538"/>
                  </a:lnTo>
                  <a:lnTo>
                    <a:pt x="20538" y="26470"/>
                  </a:lnTo>
                  <a:close/>
                </a:path>
              </a:pathLst>
            </a:custGeom>
            <a:solidFill>
              <a:srgbClr val="500094"/>
            </a:solidFill>
          </p:spPr>
          <p:txBody>
            <a:bodyPr wrap="square" lIns="0" tIns="0" rIns="0" bIns="0" rtlCol="0"/>
            <a:lstStyle/>
            <a:p>
              <a:endParaRPr/>
            </a:p>
          </p:txBody>
        </p:sp>
        <p:pic>
          <p:nvPicPr>
            <p:cNvPr id="208" name="object 208"/>
            <p:cNvPicPr/>
            <p:nvPr/>
          </p:nvPicPr>
          <p:blipFill>
            <a:blip r:embed="rId75" cstate="print"/>
            <a:stretch>
              <a:fillRect/>
            </a:stretch>
          </p:blipFill>
          <p:spPr>
            <a:xfrm>
              <a:off x="7965524" y="5057044"/>
              <a:ext cx="158866" cy="182804"/>
            </a:xfrm>
            <a:prstGeom prst="rect">
              <a:avLst/>
            </a:prstGeom>
          </p:spPr>
        </p:pic>
        <p:sp>
          <p:nvSpPr>
            <p:cNvPr id="209" name="object 209"/>
            <p:cNvSpPr/>
            <p:nvPr/>
          </p:nvSpPr>
          <p:spPr>
            <a:xfrm>
              <a:off x="7819036" y="4974727"/>
              <a:ext cx="452120" cy="452120"/>
            </a:xfrm>
            <a:custGeom>
              <a:avLst/>
              <a:gdLst/>
              <a:ahLst/>
              <a:cxnLst/>
              <a:rect l="l" t="t" r="r" b="b"/>
              <a:pathLst>
                <a:path w="452120" h="452120">
                  <a:moveTo>
                    <a:pt x="225921" y="451842"/>
                  </a:moveTo>
                  <a:lnTo>
                    <a:pt x="180496" y="447239"/>
                  </a:lnTo>
                  <a:lnTo>
                    <a:pt x="138139" y="434043"/>
                  </a:lnTo>
                  <a:lnTo>
                    <a:pt x="99769" y="413173"/>
                  </a:lnTo>
                  <a:lnTo>
                    <a:pt x="66309" y="385550"/>
                  </a:lnTo>
                  <a:lnTo>
                    <a:pt x="38681" y="352093"/>
                  </a:lnTo>
                  <a:lnTo>
                    <a:pt x="17806" y="313723"/>
                  </a:lnTo>
                  <a:lnTo>
                    <a:pt x="4605" y="271359"/>
                  </a:lnTo>
                  <a:lnTo>
                    <a:pt x="0" y="225921"/>
                  </a:lnTo>
                  <a:lnTo>
                    <a:pt x="4605" y="180496"/>
                  </a:lnTo>
                  <a:lnTo>
                    <a:pt x="17806" y="138138"/>
                  </a:lnTo>
                  <a:lnTo>
                    <a:pt x="38681" y="99769"/>
                  </a:lnTo>
                  <a:lnTo>
                    <a:pt x="66309" y="66309"/>
                  </a:lnTo>
                  <a:lnTo>
                    <a:pt x="99769" y="38681"/>
                  </a:lnTo>
                  <a:lnTo>
                    <a:pt x="138139" y="17806"/>
                  </a:lnTo>
                  <a:lnTo>
                    <a:pt x="180496" y="4605"/>
                  </a:lnTo>
                  <a:lnTo>
                    <a:pt x="225921" y="0"/>
                  </a:lnTo>
                  <a:lnTo>
                    <a:pt x="271346" y="4605"/>
                  </a:lnTo>
                  <a:lnTo>
                    <a:pt x="313703" y="17806"/>
                  </a:lnTo>
                  <a:lnTo>
                    <a:pt x="352073" y="38681"/>
                  </a:lnTo>
                  <a:lnTo>
                    <a:pt x="371470" y="54698"/>
                  </a:lnTo>
                  <a:lnTo>
                    <a:pt x="225921" y="54698"/>
                  </a:lnTo>
                  <a:lnTo>
                    <a:pt x="183578" y="63112"/>
                  </a:lnTo>
                  <a:lnTo>
                    <a:pt x="150039" y="85889"/>
                  </a:lnTo>
                  <a:lnTo>
                    <a:pt x="127966" y="119336"/>
                  </a:lnTo>
                  <a:lnTo>
                    <a:pt x="120017" y="159758"/>
                  </a:lnTo>
                  <a:lnTo>
                    <a:pt x="123130" y="175194"/>
                  </a:lnTo>
                  <a:lnTo>
                    <a:pt x="131626" y="187804"/>
                  </a:lnTo>
                  <a:lnTo>
                    <a:pt x="144240" y="196308"/>
                  </a:lnTo>
                  <a:lnTo>
                    <a:pt x="159710" y="199427"/>
                  </a:lnTo>
                  <a:lnTo>
                    <a:pt x="215511" y="199427"/>
                  </a:lnTo>
                  <a:lnTo>
                    <a:pt x="206364" y="208357"/>
                  </a:lnTo>
                  <a:lnTo>
                    <a:pt x="195827" y="224476"/>
                  </a:lnTo>
                  <a:lnTo>
                    <a:pt x="189064" y="242708"/>
                  </a:lnTo>
                  <a:lnTo>
                    <a:pt x="188357" y="258357"/>
                  </a:lnTo>
                  <a:lnTo>
                    <a:pt x="193484" y="272598"/>
                  </a:lnTo>
                  <a:lnTo>
                    <a:pt x="203551" y="283898"/>
                  </a:lnTo>
                  <a:lnTo>
                    <a:pt x="217668" y="290724"/>
                  </a:lnTo>
                  <a:lnTo>
                    <a:pt x="220997" y="291592"/>
                  </a:lnTo>
                  <a:lnTo>
                    <a:pt x="224350" y="291991"/>
                  </a:lnTo>
                  <a:lnTo>
                    <a:pt x="440801" y="291991"/>
                  </a:lnTo>
                  <a:lnTo>
                    <a:pt x="434026" y="313723"/>
                  </a:lnTo>
                  <a:lnTo>
                    <a:pt x="431396" y="318554"/>
                  </a:lnTo>
                  <a:lnTo>
                    <a:pt x="225921" y="318554"/>
                  </a:lnTo>
                  <a:lnTo>
                    <a:pt x="218238" y="319303"/>
                  </a:lnTo>
                  <a:lnTo>
                    <a:pt x="186951" y="350531"/>
                  </a:lnTo>
                  <a:lnTo>
                    <a:pt x="186362" y="362049"/>
                  </a:lnTo>
                  <a:lnTo>
                    <a:pt x="189205" y="373464"/>
                  </a:lnTo>
                  <a:lnTo>
                    <a:pt x="195271" y="383554"/>
                  </a:lnTo>
                  <a:lnTo>
                    <a:pt x="203835" y="391306"/>
                  </a:lnTo>
                  <a:lnTo>
                    <a:pt x="214263" y="396279"/>
                  </a:lnTo>
                  <a:lnTo>
                    <a:pt x="225921" y="398034"/>
                  </a:lnTo>
                  <a:lnTo>
                    <a:pt x="370381" y="398034"/>
                  </a:lnTo>
                  <a:lnTo>
                    <a:pt x="352042" y="413173"/>
                  </a:lnTo>
                  <a:lnTo>
                    <a:pt x="313673" y="434043"/>
                  </a:lnTo>
                  <a:lnTo>
                    <a:pt x="271325" y="447239"/>
                  </a:lnTo>
                  <a:lnTo>
                    <a:pt x="225921" y="451842"/>
                  </a:lnTo>
                  <a:close/>
                </a:path>
                <a:path w="452120" h="452120">
                  <a:moveTo>
                    <a:pt x="440801" y="291991"/>
                  </a:moveTo>
                  <a:lnTo>
                    <a:pt x="227656" y="291991"/>
                  </a:lnTo>
                  <a:lnTo>
                    <a:pt x="240371" y="289893"/>
                  </a:lnTo>
                  <a:lnTo>
                    <a:pt x="251602" y="283949"/>
                  </a:lnTo>
                  <a:lnTo>
                    <a:pt x="260438" y="274681"/>
                  </a:lnTo>
                  <a:lnTo>
                    <a:pt x="265966" y="262613"/>
                  </a:lnTo>
                  <a:lnTo>
                    <a:pt x="266387" y="261207"/>
                  </a:lnTo>
                  <a:lnTo>
                    <a:pt x="267302" y="257549"/>
                  </a:lnTo>
                  <a:lnTo>
                    <a:pt x="274641" y="253797"/>
                  </a:lnTo>
                  <a:lnTo>
                    <a:pt x="298412" y="236977"/>
                  </a:lnTo>
                  <a:lnTo>
                    <a:pt x="316420" y="214770"/>
                  </a:lnTo>
                  <a:lnTo>
                    <a:pt x="327835" y="188566"/>
                  </a:lnTo>
                  <a:lnTo>
                    <a:pt x="331824" y="159758"/>
                  </a:lnTo>
                  <a:lnTo>
                    <a:pt x="323806" y="119129"/>
                  </a:lnTo>
                  <a:lnTo>
                    <a:pt x="301617" y="85705"/>
                  </a:lnTo>
                  <a:lnTo>
                    <a:pt x="268056" y="63042"/>
                  </a:lnTo>
                  <a:lnTo>
                    <a:pt x="225921" y="54698"/>
                  </a:lnTo>
                  <a:lnTo>
                    <a:pt x="371470" y="54698"/>
                  </a:lnTo>
                  <a:lnTo>
                    <a:pt x="413160" y="99769"/>
                  </a:lnTo>
                  <a:lnTo>
                    <a:pt x="434036" y="138138"/>
                  </a:lnTo>
                  <a:lnTo>
                    <a:pt x="447237" y="180496"/>
                  </a:lnTo>
                  <a:lnTo>
                    <a:pt x="451842" y="225921"/>
                  </a:lnTo>
                  <a:lnTo>
                    <a:pt x="447234" y="271359"/>
                  </a:lnTo>
                  <a:lnTo>
                    <a:pt x="440801" y="291991"/>
                  </a:lnTo>
                  <a:close/>
                </a:path>
                <a:path w="452120" h="452120">
                  <a:moveTo>
                    <a:pt x="215511" y="199427"/>
                  </a:moveTo>
                  <a:lnTo>
                    <a:pt x="159710" y="199427"/>
                  </a:lnTo>
                  <a:lnTo>
                    <a:pt x="175178" y="196308"/>
                  </a:lnTo>
                  <a:lnTo>
                    <a:pt x="187810" y="187804"/>
                  </a:lnTo>
                  <a:lnTo>
                    <a:pt x="196328" y="175194"/>
                  </a:lnTo>
                  <a:lnTo>
                    <a:pt x="199451" y="159758"/>
                  </a:lnTo>
                  <a:lnTo>
                    <a:pt x="201752" y="148690"/>
                  </a:lnTo>
                  <a:lnTo>
                    <a:pt x="207821" y="140479"/>
                  </a:lnTo>
                  <a:lnTo>
                    <a:pt x="216404" y="135373"/>
                  </a:lnTo>
                  <a:lnTo>
                    <a:pt x="226249" y="133616"/>
                  </a:lnTo>
                  <a:lnTo>
                    <a:pt x="232908" y="133616"/>
                  </a:lnTo>
                  <a:lnTo>
                    <a:pt x="239590" y="135984"/>
                  </a:lnTo>
                  <a:lnTo>
                    <a:pt x="244630" y="141048"/>
                  </a:lnTo>
                  <a:lnTo>
                    <a:pt x="251171" y="151813"/>
                  </a:lnTo>
                  <a:lnTo>
                    <a:pt x="252048" y="163796"/>
                  </a:lnTo>
                  <a:lnTo>
                    <a:pt x="247574" y="174961"/>
                  </a:lnTo>
                  <a:lnTo>
                    <a:pt x="238066" y="183273"/>
                  </a:lnTo>
                  <a:lnTo>
                    <a:pt x="220502" y="194555"/>
                  </a:lnTo>
                  <a:lnTo>
                    <a:pt x="215511" y="199427"/>
                  </a:lnTo>
                  <a:close/>
                </a:path>
                <a:path w="452120" h="452120">
                  <a:moveTo>
                    <a:pt x="370381" y="398034"/>
                  </a:moveTo>
                  <a:lnTo>
                    <a:pt x="225921" y="398034"/>
                  </a:lnTo>
                  <a:lnTo>
                    <a:pt x="241357" y="394881"/>
                  </a:lnTo>
                  <a:lnTo>
                    <a:pt x="253967" y="386368"/>
                  </a:lnTo>
                  <a:lnTo>
                    <a:pt x="262472" y="373752"/>
                  </a:lnTo>
                  <a:lnTo>
                    <a:pt x="265591" y="358294"/>
                  </a:lnTo>
                  <a:lnTo>
                    <a:pt x="263850" y="346626"/>
                  </a:lnTo>
                  <a:lnTo>
                    <a:pt x="236190" y="319539"/>
                  </a:lnTo>
                  <a:lnTo>
                    <a:pt x="231032" y="318554"/>
                  </a:lnTo>
                  <a:lnTo>
                    <a:pt x="431396" y="318554"/>
                  </a:lnTo>
                  <a:lnTo>
                    <a:pt x="413142" y="352093"/>
                  </a:lnTo>
                  <a:lnTo>
                    <a:pt x="385506" y="385550"/>
                  </a:lnTo>
                  <a:lnTo>
                    <a:pt x="370381" y="398034"/>
                  </a:lnTo>
                  <a:close/>
                </a:path>
              </a:pathLst>
            </a:custGeom>
            <a:solidFill>
              <a:srgbClr val="500094"/>
            </a:solidFill>
          </p:spPr>
          <p:txBody>
            <a:bodyPr wrap="square" lIns="0" tIns="0" rIns="0" bIns="0" rtlCol="0"/>
            <a:lstStyle/>
            <a:p>
              <a:endParaRPr/>
            </a:p>
          </p:txBody>
        </p:sp>
      </p:grpSp>
      <p:grpSp>
        <p:nvGrpSpPr>
          <p:cNvPr id="210" name="object 210"/>
          <p:cNvGrpSpPr/>
          <p:nvPr/>
        </p:nvGrpSpPr>
        <p:grpSpPr>
          <a:xfrm>
            <a:off x="7207167" y="4974727"/>
            <a:ext cx="452120" cy="452120"/>
            <a:chOff x="7207167" y="4974727"/>
            <a:chExt cx="452120" cy="452120"/>
          </a:xfrm>
        </p:grpSpPr>
        <p:sp>
          <p:nvSpPr>
            <p:cNvPr id="211" name="object 211"/>
            <p:cNvSpPr/>
            <p:nvPr/>
          </p:nvSpPr>
          <p:spPr>
            <a:xfrm>
              <a:off x="7207167" y="4974727"/>
              <a:ext cx="452120" cy="452120"/>
            </a:xfrm>
            <a:custGeom>
              <a:avLst/>
              <a:gdLst/>
              <a:ahLst/>
              <a:cxnLst/>
              <a:rect l="l" t="t" r="r" b="b"/>
              <a:pathLst>
                <a:path w="452120" h="452120">
                  <a:moveTo>
                    <a:pt x="225920" y="451842"/>
                  </a:moveTo>
                  <a:lnTo>
                    <a:pt x="181967" y="447462"/>
                  </a:lnTo>
                  <a:lnTo>
                    <a:pt x="140148" y="434595"/>
                  </a:lnTo>
                  <a:lnTo>
                    <a:pt x="101428" y="413653"/>
                  </a:lnTo>
                  <a:lnTo>
                    <a:pt x="66772" y="385046"/>
                  </a:lnTo>
                  <a:lnTo>
                    <a:pt x="38179" y="350380"/>
                  </a:lnTo>
                  <a:lnTo>
                    <a:pt x="17244" y="311646"/>
                  </a:lnTo>
                  <a:lnTo>
                    <a:pt x="4379" y="269831"/>
                  </a:lnTo>
                  <a:lnTo>
                    <a:pt x="0" y="225921"/>
                  </a:lnTo>
                  <a:lnTo>
                    <a:pt x="4379" y="181997"/>
                  </a:lnTo>
                  <a:lnTo>
                    <a:pt x="17244" y="140174"/>
                  </a:lnTo>
                  <a:lnTo>
                    <a:pt x="38179" y="101438"/>
                  </a:lnTo>
                  <a:lnTo>
                    <a:pt x="66772" y="66773"/>
                  </a:lnTo>
                  <a:lnTo>
                    <a:pt x="101428" y="38169"/>
                  </a:lnTo>
                  <a:lnTo>
                    <a:pt x="140148" y="17235"/>
                  </a:lnTo>
                  <a:lnTo>
                    <a:pt x="181967" y="4376"/>
                  </a:lnTo>
                  <a:lnTo>
                    <a:pt x="225920" y="0"/>
                  </a:lnTo>
                  <a:lnTo>
                    <a:pt x="269820" y="4376"/>
                  </a:lnTo>
                  <a:lnTo>
                    <a:pt x="311611" y="17235"/>
                  </a:lnTo>
                  <a:lnTo>
                    <a:pt x="350321" y="38169"/>
                  </a:lnTo>
                  <a:lnTo>
                    <a:pt x="384976" y="66773"/>
                  </a:lnTo>
                  <a:lnTo>
                    <a:pt x="413593" y="101438"/>
                  </a:lnTo>
                  <a:lnTo>
                    <a:pt x="434559" y="140174"/>
                  </a:lnTo>
                  <a:lnTo>
                    <a:pt x="434634" y="140415"/>
                  </a:lnTo>
                  <a:lnTo>
                    <a:pt x="298391" y="140415"/>
                  </a:lnTo>
                  <a:lnTo>
                    <a:pt x="290801" y="141144"/>
                  </a:lnTo>
                  <a:lnTo>
                    <a:pt x="283444" y="143331"/>
                  </a:lnTo>
                  <a:lnTo>
                    <a:pt x="276545" y="146973"/>
                  </a:lnTo>
                  <a:lnTo>
                    <a:pt x="270326" y="152067"/>
                  </a:lnTo>
                  <a:lnTo>
                    <a:pt x="244677" y="177717"/>
                  </a:lnTo>
                  <a:lnTo>
                    <a:pt x="152020" y="177717"/>
                  </a:lnTo>
                  <a:lnTo>
                    <a:pt x="115058" y="202934"/>
                  </a:lnTo>
                  <a:lnTo>
                    <a:pt x="112353" y="218359"/>
                  </a:lnTo>
                  <a:lnTo>
                    <a:pt x="115789" y="233644"/>
                  </a:lnTo>
                  <a:lnTo>
                    <a:pt x="178678" y="299821"/>
                  </a:lnTo>
                  <a:lnTo>
                    <a:pt x="206391" y="311333"/>
                  </a:lnTo>
                  <a:lnTo>
                    <a:pt x="434656" y="311333"/>
                  </a:lnTo>
                  <a:lnTo>
                    <a:pt x="434559" y="311646"/>
                  </a:lnTo>
                  <a:lnTo>
                    <a:pt x="413593" y="350380"/>
                  </a:lnTo>
                  <a:lnTo>
                    <a:pt x="384976" y="385046"/>
                  </a:lnTo>
                  <a:lnTo>
                    <a:pt x="350321" y="413653"/>
                  </a:lnTo>
                  <a:lnTo>
                    <a:pt x="311611" y="434595"/>
                  </a:lnTo>
                  <a:lnTo>
                    <a:pt x="269820" y="447462"/>
                  </a:lnTo>
                  <a:lnTo>
                    <a:pt x="225920" y="451842"/>
                  </a:lnTo>
                  <a:close/>
                </a:path>
                <a:path w="452120" h="452120">
                  <a:moveTo>
                    <a:pt x="434656" y="311333"/>
                  </a:moveTo>
                  <a:lnTo>
                    <a:pt x="207000" y="311333"/>
                  </a:lnTo>
                  <a:lnTo>
                    <a:pt x="214768" y="310556"/>
                  </a:lnTo>
                  <a:lnTo>
                    <a:pt x="222178" y="308285"/>
                  </a:lnTo>
                  <a:lnTo>
                    <a:pt x="326526" y="208266"/>
                  </a:lnTo>
                  <a:lnTo>
                    <a:pt x="338105" y="180158"/>
                  </a:lnTo>
                  <a:lnTo>
                    <a:pt x="335187" y="165210"/>
                  </a:lnTo>
                  <a:lnTo>
                    <a:pt x="298391" y="140415"/>
                  </a:lnTo>
                  <a:lnTo>
                    <a:pt x="434634" y="140415"/>
                  </a:lnTo>
                  <a:lnTo>
                    <a:pt x="447450" y="181997"/>
                  </a:lnTo>
                  <a:lnTo>
                    <a:pt x="451842" y="225921"/>
                  </a:lnTo>
                  <a:lnTo>
                    <a:pt x="447450" y="269831"/>
                  </a:lnTo>
                  <a:lnTo>
                    <a:pt x="434656" y="311333"/>
                  </a:lnTo>
                  <a:close/>
                </a:path>
                <a:path w="452120" h="452120">
                  <a:moveTo>
                    <a:pt x="206578" y="215815"/>
                  </a:moveTo>
                  <a:lnTo>
                    <a:pt x="174987" y="185016"/>
                  </a:lnTo>
                  <a:lnTo>
                    <a:pt x="152020" y="177717"/>
                  </a:lnTo>
                  <a:lnTo>
                    <a:pt x="244677" y="177717"/>
                  </a:lnTo>
                  <a:lnTo>
                    <a:pt x="206578" y="215815"/>
                  </a:lnTo>
                  <a:close/>
                </a:path>
              </a:pathLst>
            </a:custGeom>
            <a:solidFill>
              <a:srgbClr val="500094"/>
            </a:solidFill>
          </p:spPr>
          <p:txBody>
            <a:bodyPr wrap="square" lIns="0" tIns="0" rIns="0" bIns="0" rtlCol="0"/>
            <a:lstStyle/>
            <a:p>
              <a:endParaRPr/>
            </a:p>
          </p:txBody>
        </p:sp>
        <p:pic>
          <p:nvPicPr>
            <p:cNvPr id="212" name="object 212"/>
            <p:cNvPicPr/>
            <p:nvPr/>
          </p:nvPicPr>
          <p:blipFill>
            <a:blip r:embed="rId76" cstate="print"/>
            <a:stretch>
              <a:fillRect/>
            </a:stretch>
          </p:blipFill>
          <p:spPr>
            <a:xfrm>
              <a:off x="7344979" y="5141683"/>
              <a:ext cx="173629" cy="117907"/>
            </a:xfrm>
            <a:prstGeom prst="rect">
              <a:avLst/>
            </a:prstGeom>
          </p:spPr>
        </p:pic>
      </p:grpSp>
      <p:grpSp>
        <p:nvGrpSpPr>
          <p:cNvPr id="213" name="object 213"/>
          <p:cNvGrpSpPr/>
          <p:nvPr/>
        </p:nvGrpSpPr>
        <p:grpSpPr>
          <a:xfrm>
            <a:off x="6595252" y="4974727"/>
            <a:ext cx="452120" cy="452120"/>
            <a:chOff x="6595252" y="4974727"/>
            <a:chExt cx="452120" cy="452120"/>
          </a:xfrm>
        </p:grpSpPr>
        <p:pic>
          <p:nvPicPr>
            <p:cNvPr id="214" name="object 214"/>
            <p:cNvPicPr/>
            <p:nvPr/>
          </p:nvPicPr>
          <p:blipFill>
            <a:blip r:embed="rId77" cstate="print"/>
            <a:stretch>
              <a:fillRect/>
            </a:stretch>
          </p:blipFill>
          <p:spPr>
            <a:xfrm>
              <a:off x="6744014" y="5124778"/>
              <a:ext cx="154271" cy="151739"/>
            </a:xfrm>
            <a:prstGeom prst="rect">
              <a:avLst/>
            </a:prstGeom>
          </p:spPr>
        </p:pic>
        <p:sp>
          <p:nvSpPr>
            <p:cNvPr id="215" name="object 215"/>
            <p:cNvSpPr/>
            <p:nvPr/>
          </p:nvSpPr>
          <p:spPr>
            <a:xfrm>
              <a:off x="6595252" y="4974727"/>
              <a:ext cx="452120" cy="452120"/>
            </a:xfrm>
            <a:custGeom>
              <a:avLst/>
              <a:gdLst/>
              <a:ahLst/>
              <a:cxnLst/>
              <a:rect l="l" t="t" r="r" b="b"/>
              <a:pathLst>
                <a:path w="452120" h="452120">
                  <a:moveTo>
                    <a:pt x="225920" y="451842"/>
                  </a:moveTo>
                  <a:lnTo>
                    <a:pt x="181980" y="447462"/>
                  </a:lnTo>
                  <a:lnTo>
                    <a:pt x="140168" y="434595"/>
                  </a:lnTo>
                  <a:lnTo>
                    <a:pt x="101451" y="413653"/>
                  </a:lnTo>
                  <a:lnTo>
                    <a:pt x="66795" y="385046"/>
                  </a:lnTo>
                  <a:lnTo>
                    <a:pt x="38189" y="350380"/>
                  </a:lnTo>
                  <a:lnTo>
                    <a:pt x="17247" y="311646"/>
                  </a:lnTo>
                  <a:lnTo>
                    <a:pt x="4380" y="269831"/>
                  </a:lnTo>
                  <a:lnTo>
                    <a:pt x="0" y="225921"/>
                  </a:lnTo>
                  <a:lnTo>
                    <a:pt x="4380" y="181997"/>
                  </a:lnTo>
                  <a:lnTo>
                    <a:pt x="17247" y="140174"/>
                  </a:lnTo>
                  <a:lnTo>
                    <a:pt x="38189" y="101438"/>
                  </a:lnTo>
                  <a:lnTo>
                    <a:pt x="66795" y="66773"/>
                  </a:lnTo>
                  <a:lnTo>
                    <a:pt x="101451" y="38169"/>
                  </a:lnTo>
                  <a:lnTo>
                    <a:pt x="140168" y="17235"/>
                  </a:lnTo>
                  <a:lnTo>
                    <a:pt x="181980" y="4376"/>
                  </a:lnTo>
                  <a:lnTo>
                    <a:pt x="225920" y="0"/>
                  </a:lnTo>
                  <a:lnTo>
                    <a:pt x="269833" y="4376"/>
                  </a:lnTo>
                  <a:lnTo>
                    <a:pt x="311631" y="17235"/>
                  </a:lnTo>
                  <a:lnTo>
                    <a:pt x="350344" y="38169"/>
                  </a:lnTo>
                  <a:lnTo>
                    <a:pt x="384999" y="66773"/>
                  </a:lnTo>
                  <a:lnTo>
                    <a:pt x="413642" y="101438"/>
                  </a:lnTo>
                  <a:lnTo>
                    <a:pt x="425507" y="123370"/>
                  </a:lnTo>
                  <a:lnTo>
                    <a:pt x="163039" y="123370"/>
                  </a:lnTo>
                  <a:lnTo>
                    <a:pt x="155433" y="124100"/>
                  </a:lnTo>
                  <a:lnTo>
                    <a:pt x="123305" y="163145"/>
                  </a:lnTo>
                  <a:lnTo>
                    <a:pt x="126244" y="178072"/>
                  </a:lnTo>
                  <a:lnTo>
                    <a:pt x="134998" y="191174"/>
                  </a:lnTo>
                  <a:lnTo>
                    <a:pt x="169722" y="225921"/>
                  </a:lnTo>
                  <a:lnTo>
                    <a:pt x="135069" y="260644"/>
                  </a:lnTo>
                  <a:lnTo>
                    <a:pt x="126313" y="273759"/>
                  </a:lnTo>
                  <a:lnTo>
                    <a:pt x="123367" y="288690"/>
                  </a:lnTo>
                  <a:lnTo>
                    <a:pt x="126236" y="303630"/>
                  </a:lnTo>
                  <a:lnTo>
                    <a:pt x="163133" y="328471"/>
                  </a:lnTo>
                  <a:lnTo>
                    <a:pt x="425495" y="328471"/>
                  </a:lnTo>
                  <a:lnTo>
                    <a:pt x="413642" y="350380"/>
                  </a:lnTo>
                  <a:lnTo>
                    <a:pt x="384999" y="385046"/>
                  </a:lnTo>
                  <a:lnTo>
                    <a:pt x="350344" y="413653"/>
                  </a:lnTo>
                  <a:lnTo>
                    <a:pt x="311631" y="434595"/>
                  </a:lnTo>
                  <a:lnTo>
                    <a:pt x="269833" y="447462"/>
                  </a:lnTo>
                  <a:lnTo>
                    <a:pt x="225920" y="451842"/>
                  </a:lnTo>
                  <a:close/>
                </a:path>
                <a:path w="452120" h="452120">
                  <a:moveTo>
                    <a:pt x="225850" y="168503"/>
                  </a:moveTo>
                  <a:lnTo>
                    <a:pt x="191057" y="134976"/>
                  </a:lnTo>
                  <a:lnTo>
                    <a:pt x="163039" y="123370"/>
                  </a:lnTo>
                  <a:lnTo>
                    <a:pt x="288684" y="123370"/>
                  </a:lnTo>
                  <a:lnTo>
                    <a:pt x="281107" y="124100"/>
                  </a:lnTo>
                  <a:lnTo>
                    <a:pt x="273745" y="126289"/>
                  </a:lnTo>
                  <a:lnTo>
                    <a:pt x="266836" y="129938"/>
                  </a:lnTo>
                  <a:lnTo>
                    <a:pt x="260594" y="135046"/>
                  </a:lnTo>
                  <a:lnTo>
                    <a:pt x="225850" y="168503"/>
                  </a:lnTo>
                  <a:close/>
                </a:path>
                <a:path w="452120" h="452120">
                  <a:moveTo>
                    <a:pt x="425495" y="328471"/>
                  </a:moveTo>
                  <a:lnTo>
                    <a:pt x="288731" y="328471"/>
                  </a:lnTo>
                  <a:lnTo>
                    <a:pt x="296329" y="327738"/>
                  </a:lnTo>
                  <a:lnTo>
                    <a:pt x="303704" y="325541"/>
                  </a:lnTo>
                  <a:lnTo>
                    <a:pt x="310627" y="321884"/>
                  </a:lnTo>
                  <a:lnTo>
                    <a:pt x="316866" y="316772"/>
                  </a:lnTo>
                  <a:lnTo>
                    <a:pt x="325585" y="303630"/>
                  </a:lnTo>
                  <a:lnTo>
                    <a:pt x="328471" y="288690"/>
                  </a:lnTo>
                  <a:lnTo>
                    <a:pt x="325537" y="273759"/>
                  </a:lnTo>
                  <a:lnTo>
                    <a:pt x="316796" y="260644"/>
                  </a:lnTo>
                  <a:lnTo>
                    <a:pt x="282049" y="225921"/>
                  </a:lnTo>
                  <a:lnTo>
                    <a:pt x="316725" y="191174"/>
                  </a:lnTo>
                  <a:lnTo>
                    <a:pt x="325468" y="178072"/>
                  </a:lnTo>
                  <a:lnTo>
                    <a:pt x="328410" y="163145"/>
                  </a:lnTo>
                  <a:lnTo>
                    <a:pt x="325545" y="148201"/>
                  </a:lnTo>
                  <a:lnTo>
                    <a:pt x="288684" y="123370"/>
                  </a:lnTo>
                  <a:lnTo>
                    <a:pt x="425507" y="123370"/>
                  </a:lnTo>
                  <a:lnTo>
                    <a:pt x="434597" y="140174"/>
                  </a:lnTo>
                  <a:lnTo>
                    <a:pt x="447464" y="181997"/>
                  </a:lnTo>
                  <a:lnTo>
                    <a:pt x="451842" y="225921"/>
                  </a:lnTo>
                  <a:lnTo>
                    <a:pt x="447464" y="269831"/>
                  </a:lnTo>
                  <a:lnTo>
                    <a:pt x="434597" y="311646"/>
                  </a:lnTo>
                  <a:lnTo>
                    <a:pt x="425495" y="328471"/>
                  </a:lnTo>
                  <a:close/>
                </a:path>
                <a:path w="452120" h="452120">
                  <a:moveTo>
                    <a:pt x="288731" y="328471"/>
                  </a:moveTo>
                  <a:lnTo>
                    <a:pt x="163133" y="328471"/>
                  </a:lnTo>
                  <a:lnTo>
                    <a:pt x="170733" y="327738"/>
                  </a:lnTo>
                  <a:lnTo>
                    <a:pt x="178027" y="325585"/>
                  </a:lnTo>
                  <a:lnTo>
                    <a:pt x="184914" y="321973"/>
                  </a:lnTo>
                  <a:lnTo>
                    <a:pt x="191127" y="316913"/>
                  </a:lnTo>
                  <a:lnTo>
                    <a:pt x="225920" y="283386"/>
                  </a:lnTo>
                  <a:lnTo>
                    <a:pt x="260737" y="316913"/>
                  </a:lnTo>
                  <a:lnTo>
                    <a:pt x="266951" y="321973"/>
                  </a:lnTo>
                  <a:lnTo>
                    <a:pt x="273837" y="325585"/>
                  </a:lnTo>
                  <a:lnTo>
                    <a:pt x="281172" y="327750"/>
                  </a:lnTo>
                  <a:lnTo>
                    <a:pt x="288731" y="328471"/>
                  </a:lnTo>
                  <a:close/>
                </a:path>
              </a:pathLst>
            </a:custGeom>
            <a:solidFill>
              <a:srgbClr val="500094"/>
            </a:solidFill>
          </p:spPr>
          <p:txBody>
            <a:bodyPr wrap="square" lIns="0" tIns="0" rIns="0" bIns="0" rtlCol="0"/>
            <a:lstStyle/>
            <a:p>
              <a:endParaRPr/>
            </a:p>
          </p:txBody>
        </p:sp>
      </p:grpSp>
      <p:grpSp>
        <p:nvGrpSpPr>
          <p:cNvPr id="216" name="object 216"/>
          <p:cNvGrpSpPr/>
          <p:nvPr/>
        </p:nvGrpSpPr>
        <p:grpSpPr>
          <a:xfrm>
            <a:off x="9043055" y="4974727"/>
            <a:ext cx="452120" cy="452120"/>
            <a:chOff x="9043055" y="4974727"/>
            <a:chExt cx="452120" cy="452120"/>
          </a:xfrm>
        </p:grpSpPr>
        <p:sp>
          <p:nvSpPr>
            <p:cNvPr id="217" name="object 217"/>
            <p:cNvSpPr/>
            <p:nvPr/>
          </p:nvSpPr>
          <p:spPr>
            <a:xfrm>
              <a:off x="9321917" y="5056341"/>
              <a:ext cx="53340" cy="290195"/>
            </a:xfrm>
            <a:custGeom>
              <a:avLst/>
              <a:gdLst/>
              <a:ahLst/>
              <a:cxnLst/>
              <a:rect l="l" t="t" r="r" b="b"/>
              <a:pathLst>
                <a:path w="53340" h="290195">
                  <a:moveTo>
                    <a:pt x="47031" y="289880"/>
                  </a:moveTo>
                  <a:lnTo>
                    <a:pt x="32331" y="289880"/>
                  </a:lnTo>
                  <a:lnTo>
                    <a:pt x="26493" y="284019"/>
                  </a:lnTo>
                  <a:lnTo>
                    <a:pt x="26493" y="163438"/>
                  </a:lnTo>
                  <a:lnTo>
                    <a:pt x="20561" y="157577"/>
                  </a:lnTo>
                  <a:lnTo>
                    <a:pt x="0" y="157577"/>
                  </a:lnTo>
                  <a:lnTo>
                    <a:pt x="0" y="64873"/>
                  </a:lnTo>
                  <a:lnTo>
                    <a:pt x="3936" y="42376"/>
                  </a:lnTo>
                  <a:lnTo>
                    <a:pt x="14911" y="23038"/>
                  </a:lnTo>
                  <a:lnTo>
                    <a:pt x="31671" y="8399"/>
                  </a:lnTo>
                  <a:lnTo>
                    <a:pt x="52963" y="0"/>
                  </a:lnTo>
                  <a:lnTo>
                    <a:pt x="52963" y="284019"/>
                  </a:lnTo>
                  <a:lnTo>
                    <a:pt x="47031" y="289880"/>
                  </a:lnTo>
                  <a:close/>
                </a:path>
              </a:pathLst>
            </a:custGeom>
            <a:solidFill>
              <a:srgbClr val="500094"/>
            </a:solidFill>
          </p:spPr>
          <p:txBody>
            <a:bodyPr wrap="square" lIns="0" tIns="0" rIns="0" bIns="0" rtlCol="0"/>
            <a:lstStyle/>
            <a:p>
              <a:endParaRPr/>
            </a:p>
          </p:txBody>
        </p:sp>
        <p:pic>
          <p:nvPicPr>
            <p:cNvPr id="218" name="object 218"/>
            <p:cNvPicPr/>
            <p:nvPr/>
          </p:nvPicPr>
          <p:blipFill>
            <a:blip r:embed="rId78" cstate="print"/>
            <a:stretch>
              <a:fillRect/>
            </a:stretch>
          </p:blipFill>
          <p:spPr>
            <a:xfrm>
              <a:off x="9163073" y="5134485"/>
              <a:ext cx="79433" cy="211736"/>
            </a:xfrm>
            <a:prstGeom prst="rect">
              <a:avLst/>
            </a:prstGeom>
          </p:spPr>
        </p:pic>
        <p:sp>
          <p:nvSpPr>
            <p:cNvPr id="219" name="object 219"/>
            <p:cNvSpPr/>
            <p:nvPr/>
          </p:nvSpPr>
          <p:spPr>
            <a:xfrm>
              <a:off x="9043055" y="4974727"/>
              <a:ext cx="452120" cy="452120"/>
            </a:xfrm>
            <a:custGeom>
              <a:avLst/>
              <a:gdLst/>
              <a:ahLst/>
              <a:cxnLst/>
              <a:rect l="l" t="t" r="r" b="b"/>
              <a:pathLst>
                <a:path w="452120" h="452120">
                  <a:moveTo>
                    <a:pt x="412102" y="451842"/>
                  </a:moveTo>
                  <a:lnTo>
                    <a:pt x="39669" y="451842"/>
                  </a:lnTo>
                  <a:lnTo>
                    <a:pt x="24213" y="448719"/>
                  </a:lnTo>
                  <a:lnTo>
                    <a:pt x="11605" y="440207"/>
                  </a:lnTo>
                  <a:lnTo>
                    <a:pt x="3112" y="427589"/>
                  </a:lnTo>
                  <a:lnTo>
                    <a:pt x="0" y="412149"/>
                  </a:lnTo>
                  <a:lnTo>
                    <a:pt x="0" y="39740"/>
                  </a:lnTo>
                  <a:lnTo>
                    <a:pt x="3112" y="24262"/>
                  </a:lnTo>
                  <a:lnTo>
                    <a:pt x="11605" y="11631"/>
                  </a:lnTo>
                  <a:lnTo>
                    <a:pt x="24213" y="3120"/>
                  </a:lnTo>
                  <a:lnTo>
                    <a:pt x="39669" y="0"/>
                  </a:lnTo>
                  <a:lnTo>
                    <a:pt x="412102" y="0"/>
                  </a:lnTo>
                  <a:lnTo>
                    <a:pt x="427559" y="3120"/>
                  </a:lnTo>
                  <a:lnTo>
                    <a:pt x="440175" y="11631"/>
                  </a:lnTo>
                  <a:lnTo>
                    <a:pt x="448689" y="24262"/>
                  </a:lnTo>
                  <a:lnTo>
                    <a:pt x="451842" y="39740"/>
                  </a:lnTo>
                  <a:lnTo>
                    <a:pt x="451842" y="53854"/>
                  </a:lnTo>
                  <a:lnTo>
                    <a:pt x="99408" y="53854"/>
                  </a:lnTo>
                  <a:lnTo>
                    <a:pt x="93547" y="59715"/>
                  </a:lnTo>
                  <a:lnTo>
                    <a:pt x="93547" y="172957"/>
                  </a:lnTo>
                  <a:lnTo>
                    <a:pt x="95451" y="185112"/>
                  </a:lnTo>
                  <a:lnTo>
                    <a:pt x="100830" y="195887"/>
                  </a:lnTo>
                  <a:lnTo>
                    <a:pt x="109185" y="204569"/>
                  </a:lnTo>
                  <a:lnTo>
                    <a:pt x="120017" y="210447"/>
                  </a:lnTo>
                  <a:lnTo>
                    <a:pt x="120017" y="358294"/>
                  </a:lnTo>
                  <a:lnTo>
                    <a:pt x="123130" y="373751"/>
                  </a:lnTo>
                  <a:lnTo>
                    <a:pt x="131623" y="386359"/>
                  </a:lnTo>
                  <a:lnTo>
                    <a:pt x="144230" y="394852"/>
                  </a:lnTo>
                  <a:lnTo>
                    <a:pt x="159687" y="397964"/>
                  </a:lnTo>
                  <a:lnTo>
                    <a:pt x="451842" y="397964"/>
                  </a:lnTo>
                  <a:lnTo>
                    <a:pt x="451842" y="412149"/>
                  </a:lnTo>
                  <a:lnTo>
                    <a:pt x="448689" y="427589"/>
                  </a:lnTo>
                  <a:lnTo>
                    <a:pt x="440175" y="440207"/>
                  </a:lnTo>
                  <a:lnTo>
                    <a:pt x="427559" y="448719"/>
                  </a:lnTo>
                  <a:lnTo>
                    <a:pt x="412102" y="451842"/>
                  </a:lnTo>
                  <a:close/>
                </a:path>
                <a:path w="452120" h="452120">
                  <a:moveTo>
                    <a:pt x="146487" y="133288"/>
                  </a:moveTo>
                  <a:lnTo>
                    <a:pt x="120017" y="133288"/>
                  </a:lnTo>
                  <a:lnTo>
                    <a:pt x="120017" y="59715"/>
                  </a:lnTo>
                  <a:lnTo>
                    <a:pt x="114085" y="53854"/>
                  </a:lnTo>
                  <a:lnTo>
                    <a:pt x="152348" y="53854"/>
                  </a:lnTo>
                  <a:lnTo>
                    <a:pt x="146487" y="59715"/>
                  </a:lnTo>
                  <a:lnTo>
                    <a:pt x="146487" y="133288"/>
                  </a:lnTo>
                  <a:close/>
                </a:path>
                <a:path w="452120" h="452120">
                  <a:moveTo>
                    <a:pt x="199451" y="133288"/>
                  </a:moveTo>
                  <a:lnTo>
                    <a:pt x="172957" y="133288"/>
                  </a:lnTo>
                  <a:lnTo>
                    <a:pt x="172957" y="59715"/>
                  </a:lnTo>
                  <a:lnTo>
                    <a:pt x="167049" y="53854"/>
                  </a:lnTo>
                  <a:lnTo>
                    <a:pt x="205312" y="53854"/>
                  </a:lnTo>
                  <a:lnTo>
                    <a:pt x="199451" y="59715"/>
                  </a:lnTo>
                  <a:lnTo>
                    <a:pt x="199451" y="133288"/>
                  </a:lnTo>
                  <a:close/>
                </a:path>
                <a:path w="452120" h="452120">
                  <a:moveTo>
                    <a:pt x="318554" y="397964"/>
                  </a:moveTo>
                  <a:lnTo>
                    <a:pt x="159687" y="397964"/>
                  </a:lnTo>
                  <a:lnTo>
                    <a:pt x="175168" y="394852"/>
                  </a:lnTo>
                  <a:lnTo>
                    <a:pt x="187807" y="386359"/>
                  </a:lnTo>
                  <a:lnTo>
                    <a:pt x="196327" y="373751"/>
                  </a:lnTo>
                  <a:lnTo>
                    <a:pt x="199451" y="358294"/>
                  </a:lnTo>
                  <a:lnTo>
                    <a:pt x="199451" y="210447"/>
                  </a:lnTo>
                  <a:lnTo>
                    <a:pt x="210243" y="204569"/>
                  </a:lnTo>
                  <a:lnTo>
                    <a:pt x="218585" y="195887"/>
                  </a:lnTo>
                  <a:lnTo>
                    <a:pt x="223978" y="185112"/>
                  </a:lnTo>
                  <a:lnTo>
                    <a:pt x="225921" y="172957"/>
                  </a:lnTo>
                  <a:lnTo>
                    <a:pt x="225921" y="59715"/>
                  </a:lnTo>
                  <a:lnTo>
                    <a:pt x="219989" y="53854"/>
                  </a:lnTo>
                  <a:lnTo>
                    <a:pt x="345024" y="53854"/>
                  </a:lnTo>
                  <a:lnTo>
                    <a:pt x="308958" y="61131"/>
                  </a:lnTo>
                  <a:lnTo>
                    <a:pt x="279514" y="80978"/>
                  </a:lnTo>
                  <a:lnTo>
                    <a:pt x="259667" y="110421"/>
                  </a:lnTo>
                  <a:lnTo>
                    <a:pt x="252391" y="146487"/>
                  </a:lnTo>
                  <a:lnTo>
                    <a:pt x="252391" y="259729"/>
                  </a:lnTo>
                  <a:lnTo>
                    <a:pt x="258252" y="265661"/>
                  </a:lnTo>
                  <a:lnTo>
                    <a:pt x="278861" y="265661"/>
                  </a:lnTo>
                  <a:lnTo>
                    <a:pt x="278861" y="358294"/>
                  </a:lnTo>
                  <a:lnTo>
                    <a:pt x="281974" y="373751"/>
                  </a:lnTo>
                  <a:lnTo>
                    <a:pt x="290469" y="386359"/>
                  </a:lnTo>
                  <a:lnTo>
                    <a:pt x="303084" y="394852"/>
                  </a:lnTo>
                  <a:lnTo>
                    <a:pt x="318554" y="397964"/>
                  </a:lnTo>
                  <a:close/>
                </a:path>
                <a:path w="452120" h="452120">
                  <a:moveTo>
                    <a:pt x="451842" y="397964"/>
                  </a:moveTo>
                  <a:lnTo>
                    <a:pt x="318554" y="397964"/>
                  </a:lnTo>
                  <a:lnTo>
                    <a:pt x="334022" y="394852"/>
                  </a:lnTo>
                  <a:lnTo>
                    <a:pt x="346654" y="386359"/>
                  </a:lnTo>
                  <a:lnTo>
                    <a:pt x="355171" y="373751"/>
                  </a:lnTo>
                  <a:lnTo>
                    <a:pt x="358295" y="358294"/>
                  </a:lnTo>
                  <a:lnTo>
                    <a:pt x="358295" y="59715"/>
                  </a:lnTo>
                  <a:lnTo>
                    <a:pt x="352363" y="53854"/>
                  </a:lnTo>
                  <a:lnTo>
                    <a:pt x="451842" y="53854"/>
                  </a:lnTo>
                  <a:lnTo>
                    <a:pt x="451842" y="397964"/>
                  </a:lnTo>
                  <a:close/>
                </a:path>
              </a:pathLst>
            </a:custGeom>
            <a:solidFill>
              <a:srgbClr val="500094"/>
            </a:solidFill>
          </p:spPr>
          <p:txBody>
            <a:bodyPr wrap="square" lIns="0" tIns="0" rIns="0" bIns="0" rtlCol="0"/>
            <a:lstStyle/>
            <a:p>
              <a:endParaRPr/>
            </a:p>
          </p:txBody>
        </p:sp>
      </p:grpSp>
      <p:sp>
        <p:nvSpPr>
          <p:cNvPr id="220" name="object 220"/>
          <p:cNvSpPr/>
          <p:nvPr/>
        </p:nvSpPr>
        <p:spPr>
          <a:xfrm>
            <a:off x="5983351" y="4974729"/>
            <a:ext cx="452120" cy="452120"/>
          </a:xfrm>
          <a:custGeom>
            <a:avLst/>
            <a:gdLst/>
            <a:ahLst/>
            <a:cxnLst/>
            <a:rect l="l" t="t" r="r" b="b"/>
            <a:pathLst>
              <a:path w="452120" h="452120">
                <a:moveTo>
                  <a:pt x="239153" y="212699"/>
                </a:moveTo>
                <a:lnTo>
                  <a:pt x="212648" y="212699"/>
                </a:lnTo>
                <a:lnTo>
                  <a:pt x="212648" y="345097"/>
                </a:lnTo>
                <a:lnTo>
                  <a:pt x="239153" y="345097"/>
                </a:lnTo>
                <a:lnTo>
                  <a:pt x="239153" y="212699"/>
                </a:lnTo>
                <a:close/>
              </a:path>
              <a:path w="452120" h="452120">
                <a:moveTo>
                  <a:pt x="239153" y="112687"/>
                </a:moveTo>
                <a:lnTo>
                  <a:pt x="233222" y="106819"/>
                </a:lnTo>
                <a:lnTo>
                  <a:pt x="225920" y="106819"/>
                </a:lnTo>
                <a:lnTo>
                  <a:pt x="218592" y="106819"/>
                </a:lnTo>
                <a:lnTo>
                  <a:pt x="212648" y="112687"/>
                </a:lnTo>
                <a:lnTo>
                  <a:pt x="212648" y="127355"/>
                </a:lnTo>
                <a:lnTo>
                  <a:pt x="218592" y="133286"/>
                </a:lnTo>
                <a:lnTo>
                  <a:pt x="233222" y="133286"/>
                </a:lnTo>
                <a:lnTo>
                  <a:pt x="239153" y="127355"/>
                </a:lnTo>
                <a:lnTo>
                  <a:pt x="239153" y="112687"/>
                </a:lnTo>
                <a:close/>
              </a:path>
              <a:path w="452120" h="452120">
                <a:moveTo>
                  <a:pt x="451840" y="39738"/>
                </a:moveTo>
                <a:lnTo>
                  <a:pt x="448691" y="24269"/>
                </a:lnTo>
                <a:lnTo>
                  <a:pt x="440182" y="11633"/>
                </a:lnTo>
                <a:lnTo>
                  <a:pt x="427570" y="3124"/>
                </a:lnTo>
                <a:lnTo>
                  <a:pt x="412102" y="0"/>
                </a:lnTo>
                <a:lnTo>
                  <a:pt x="292087" y="0"/>
                </a:lnTo>
                <a:lnTo>
                  <a:pt x="292087" y="350939"/>
                </a:lnTo>
                <a:lnTo>
                  <a:pt x="292087" y="365633"/>
                </a:lnTo>
                <a:lnTo>
                  <a:pt x="286156" y="371563"/>
                </a:lnTo>
                <a:lnTo>
                  <a:pt x="165646" y="371563"/>
                </a:lnTo>
                <a:lnTo>
                  <a:pt x="159715" y="365633"/>
                </a:lnTo>
                <a:lnTo>
                  <a:pt x="159715" y="350939"/>
                </a:lnTo>
                <a:lnTo>
                  <a:pt x="165646" y="345097"/>
                </a:lnTo>
                <a:lnTo>
                  <a:pt x="186182" y="345097"/>
                </a:lnTo>
                <a:lnTo>
                  <a:pt x="186182" y="212699"/>
                </a:lnTo>
                <a:lnTo>
                  <a:pt x="165646" y="212699"/>
                </a:lnTo>
                <a:lnTo>
                  <a:pt x="159715" y="206794"/>
                </a:lnTo>
                <a:lnTo>
                  <a:pt x="159715" y="192087"/>
                </a:lnTo>
                <a:lnTo>
                  <a:pt x="165646" y="186232"/>
                </a:lnTo>
                <a:lnTo>
                  <a:pt x="259689" y="186232"/>
                </a:lnTo>
                <a:lnTo>
                  <a:pt x="265620" y="192087"/>
                </a:lnTo>
                <a:lnTo>
                  <a:pt x="265620" y="345097"/>
                </a:lnTo>
                <a:lnTo>
                  <a:pt x="286156" y="345097"/>
                </a:lnTo>
                <a:lnTo>
                  <a:pt x="292087" y="350939"/>
                </a:lnTo>
                <a:lnTo>
                  <a:pt x="292087" y="0"/>
                </a:lnTo>
                <a:lnTo>
                  <a:pt x="265417" y="0"/>
                </a:lnTo>
                <a:lnTo>
                  <a:pt x="265417" y="116255"/>
                </a:lnTo>
                <a:lnTo>
                  <a:pt x="264833" y="127774"/>
                </a:lnTo>
                <a:lnTo>
                  <a:pt x="233553" y="158991"/>
                </a:lnTo>
                <a:lnTo>
                  <a:pt x="225882" y="159740"/>
                </a:lnTo>
                <a:lnTo>
                  <a:pt x="220738" y="159740"/>
                </a:lnTo>
                <a:lnTo>
                  <a:pt x="187934" y="131686"/>
                </a:lnTo>
                <a:lnTo>
                  <a:pt x="186182" y="120027"/>
                </a:lnTo>
                <a:lnTo>
                  <a:pt x="189306" y="104546"/>
                </a:lnTo>
                <a:lnTo>
                  <a:pt x="197827" y="91935"/>
                </a:lnTo>
                <a:lnTo>
                  <a:pt x="210451" y="83439"/>
                </a:lnTo>
                <a:lnTo>
                  <a:pt x="225920" y="80327"/>
                </a:lnTo>
                <a:lnTo>
                  <a:pt x="237553" y="82067"/>
                </a:lnTo>
                <a:lnTo>
                  <a:pt x="247954" y="87020"/>
                </a:lnTo>
                <a:lnTo>
                  <a:pt x="256514" y="94754"/>
                </a:lnTo>
                <a:lnTo>
                  <a:pt x="262572" y="104825"/>
                </a:lnTo>
                <a:lnTo>
                  <a:pt x="265417" y="116255"/>
                </a:lnTo>
                <a:lnTo>
                  <a:pt x="265417" y="0"/>
                </a:lnTo>
                <a:lnTo>
                  <a:pt x="39700" y="0"/>
                </a:lnTo>
                <a:lnTo>
                  <a:pt x="24231" y="3124"/>
                </a:lnTo>
                <a:lnTo>
                  <a:pt x="11607" y="11633"/>
                </a:lnTo>
                <a:lnTo>
                  <a:pt x="3111" y="24269"/>
                </a:lnTo>
                <a:lnTo>
                  <a:pt x="0" y="39738"/>
                </a:lnTo>
                <a:lnTo>
                  <a:pt x="0" y="412153"/>
                </a:lnTo>
                <a:lnTo>
                  <a:pt x="3111" y="427596"/>
                </a:lnTo>
                <a:lnTo>
                  <a:pt x="11607" y="440207"/>
                </a:lnTo>
                <a:lnTo>
                  <a:pt x="24231" y="448729"/>
                </a:lnTo>
                <a:lnTo>
                  <a:pt x="39700" y="451840"/>
                </a:lnTo>
                <a:lnTo>
                  <a:pt x="412102" y="451840"/>
                </a:lnTo>
                <a:lnTo>
                  <a:pt x="427570" y="448729"/>
                </a:lnTo>
                <a:lnTo>
                  <a:pt x="440182" y="440207"/>
                </a:lnTo>
                <a:lnTo>
                  <a:pt x="448691" y="427596"/>
                </a:lnTo>
                <a:lnTo>
                  <a:pt x="451840" y="412153"/>
                </a:lnTo>
                <a:lnTo>
                  <a:pt x="451840" y="371563"/>
                </a:lnTo>
                <a:lnTo>
                  <a:pt x="451840" y="186232"/>
                </a:lnTo>
                <a:lnTo>
                  <a:pt x="451840" y="159740"/>
                </a:lnTo>
                <a:lnTo>
                  <a:pt x="451840" y="80327"/>
                </a:lnTo>
                <a:lnTo>
                  <a:pt x="451840" y="39738"/>
                </a:lnTo>
                <a:close/>
              </a:path>
            </a:pathLst>
          </a:custGeom>
          <a:solidFill>
            <a:srgbClr val="500094"/>
          </a:solidFill>
        </p:spPr>
        <p:txBody>
          <a:bodyPr wrap="square" lIns="0" tIns="0" rIns="0" bIns="0" rtlCol="0"/>
          <a:lstStyle/>
          <a:p>
            <a:endParaRPr/>
          </a:p>
        </p:txBody>
      </p:sp>
      <p:sp>
        <p:nvSpPr>
          <p:cNvPr id="221" name="object 221"/>
          <p:cNvSpPr/>
          <p:nvPr/>
        </p:nvSpPr>
        <p:spPr>
          <a:xfrm>
            <a:off x="8430921" y="4976062"/>
            <a:ext cx="452120" cy="449580"/>
          </a:xfrm>
          <a:custGeom>
            <a:avLst/>
            <a:gdLst/>
            <a:ahLst/>
            <a:cxnLst/>
            <a:rect l="l" t="t" r="r" b="b"/>
            <a:pathLst>
              <a:path w="452120" h="449579">
                <a:moveTo>
                  <a:pt x="207848" y="238531"/>
                </a:moveTo>
                <a:lnTo>
                  <a:pt x="151231" y="209016"/>
                </a:lnTo>
                <a:lnTo>
                  <a:pt x="151231" y="275463"/>
                </a:lnTo>
                <a:lnTo>
                  <a:pt x="149123" y="283578"/>
                </a:lnTo>
                <a:lnTo>
                  <a:pt x="142836" y="287324"/>
                </a:lnTo>
                <a:lnTo>
                  <a:pt x="90106" y="318160"/>
                </a:lnTo>
                <a:lnTo>
                  <a:pt x="89827" y="318389"/>
                </a:lnTo>
                <a:lnTo>
                  <a:pt x="89522" y="318465"/>
                </a:lnTo>
                <a:lnTo>
                  <a:pt x="89103" y="318668"/>
                </a:lnTo>
                <a:lnTo>
                  <a:pt x="88747" y="318884"/>
                </a:lnTo>
                <a:lnTo>
                  <a:pt x="86702" y="319582"/>
                </a:lnTo>
                <a:lnTo>
                  <a:pt x="86563" y="319582"/>
                </a:lnTo>
                <a:lnTo>
                  <a:pt x="86423" y="319659"/>
                </a:lnTo>
                <a:lnTo>
                  <a:pt x="86283" y="319659"/>
                </a:lnTo>
                <a:lnTo>
                  <a:pt x="86067" y="319722"/>
                </a:lnTo>
                <a:lnTo>
                  <a:pt x="85928" y="319722"/>
                </a:lnTo>
                <a:lnTo>
                  <a:pt x="85369" y="319874"/>
                </a:lnTo>
                <a:lnTo>
                  <a:pt x="84874" y="319874"/>
                </a:lnTo>
                <a:lnTo>
                  <a:pt x="84670" y="319938"/>
                </a:lnTo>
                <a:lnTo>
                  <a:pt x="81686" y="319938"/>
                </a:lnTo>
                <a:lnTo>
                  <a:pt x="81267" y="319874"/>
                </a:lnTo>
                <a:lnTo>
                  <a:pt x="81127" y="319874"/>
                </a:lnTo>
                <a:lnTo>
                  <a:pt x="80987" y="319798"/>
                </a:lnTo>
                <a:lnTo>
                  <a:pt x="80848" y="319798"/>
                </a:lnTo>
                <a:lnTo>
                  <a:pt x="80708" y="319722"/>
                </a:lnTo>
                <a:lnTo>
                  <a:pt x="80568" y="319722"/>
                </a:lnTo>
                <a:lnTo>
                  <a:pt x="79997" y="319582"/>
                </a:lnTo>
                <a:lnTo>
                  <a:pt x="79857" y="319582"/>
                </a:lnTo>
                <a:lnTo>
                  <a:pt x="79654" y="319443"/>
                </a:lnTo>
                <a:lnTo>
                  <a:pt x="79159" y="319303"/>
                </a:lnTo>
                <a:lnTo>
                  <a:pt x="78803" y="319239"/>
                </a:lnTo>
                <a:lnTo>
                  <a:pt x="78384" y="319024"/>
                </a:lnTo>
                <a:lnTo>
                  <a:pt x="78028" y="318884"/>
                </a:lnTo>
                <a:lnTo>
                  <a:pt x="77609" y="318668"/>
                </a:lnTo>
                <a:lnTo>
                  <a:pt x="76949" y="318389"/>
                </a:lnTo>
                <a:lnTo>
                  <a:pt x="76809" y="318223"/>
                </a:lnTo>
                <a:lnTo>
                  <a:pt x="76466" y="318084"/>
                </a:lnTo>
                <a:lnTo>
                  <a:pt x="76111" y="317804"/>
                </a:lnTo>
                <a:lnTo>
                  <a:pt x="75971" y="317741"/>
                </a:lnTo>
                <a:lnTo>
                  <a:pt x="75755" y="317588"/>
                </a:lnTo>
                <a:lnTo>
                  <a:pt x="75412" y="317309"/>
                </a:lnTo>
                <a:lnTo>
                  <a:pt x="75260" y="317246"/>
                </a:lnTo>
                <a:lnTo>
                  <a:pt x="74980" y="316966"/>
                </a:lnTo>
                <a:lnTo>
                  <a:pt x="74841" y="316890"/>
                </a:lnTo>
                <a:lnTo>
                  <a:pt x="74422" y="316471"/>
                </a:lnTo>
                <a:lnTo>
                  <a:pt x="74066" y="316191"/>
                </a:lnTo>
                <a:lnTo>
                  <a:pt x="73787" y="315836"/>
                </a:lnTo>
                <a:lnTo>
                  <a:pt x="73647" y="315760"/>
                </a:lnTo>
                <a:lnTo>
                  <a:pt x="73583" y="315620"/>
                </a:lnTo>
                <a:lnTo>
                  <a:pt x="73152" y="315201"/>
                </a:lnTo>
                <a:lnTo>
                  <a:pt x="72948" y="314845"/>
                </a:lnTo>
                <a:lnTo>
                  <a:pt x="72809" y="314706"/>
                </a:lnTo>
                <a:lnTo>
                  <a:pt x="72732" y="314566"/>
                </a:lnTo>
                <a:lnTo>
                  <a:pt x="72593" y="314426"/>
                </a:lnTo>
                <a:lnTo>
                  <a:pt x="72097" y="313728"/>
                </a:lnTo>
                <a:lnTo>
                  <a:pt x="71958" y="313448"/>
                </a:lnTo>
                <a:lnTo>
                  <a:pt x="71818" y="313169"/>
                </a:lnTo>
                <a:lnTo>
                  <a:pt x="56629" y="285686"/>
                </a:lnTo>
                <a:lnTo>
                  <a:pt x="53111" y="279260"/>
                </a:lnTo>
                <a:lnTo>
                  <a:pt x="55499" y="271221"/>
                </a:lnTo>
                <a:lnTo>
                  <a:pt x="61925" y="267677"/>
                </a:lnTo>
                <a:lnTo>
                  <a:pt x="61785" y="267677"/>
                </a:lnTo>
                <a:lnTo>
                  <a:pt x="63830" y="266573"/>
                </a:lnTo>
                <a:lnTo>
                  <a:pt x="66001" y="266039"/>
                </a:lnTo>
                <a:lnTo>
                  <a:pt x="72847" y="266039"/>
                </a:lnTo>
                <a:lnTo>
                  <a:pt x="77381" y="268528"/>
                </a:lnTo>
                <a:lnTo>
                  <a:pt x="88392" y="288518"/>
                </a:lnTo>
                <a:lnTo>
                  <a:pt x="126720" y="266039"/>
                </a:lnTo>
                <a:lnTo>
                  <a:pt x="131508" y="263220"/>
                </a:lnTo>
                <a:lnTo>
                  <a:pt x="133807" y="262636"/>
                </a:lnTo>
                <a:lnTo>
                  <a:pt x="140614" y="262636"/>
                </a:lnTo>
                <a:lnTo>
                  <a:pt x="145034" y="264985"/>
                </a:lnTo>
                <a:lnTo>
                  <a:pt x="147497" y="269176"/>
                </a:lnTo>
                <a:lnTo>
                  <a:pt x="151231" y="275463"/>
                </a:lnTo>
                <a:lnTo>
                  <a:pt x="151231" y="209016"/>
                </a:lnTo>
                <a:lnTo>
                  <a:pt x="152" y="130238"/>
                </a:lnTo>
                <a:lnTo>
                  <a:pt x="0" y="131432"/>
                </a:lnTo>
                <a:lnTo>
                  <a:pt x="0" y="320014"/>
                </a:lnTo>
                <a:lnTo>
                  <a:pt x="1168" y="328447"/>
                </a:lnTo>
                <a:lnTo>
                  <a:pt x="4508" y="336130"/>
                </a:lnTo>
                <a:lnTo>
                  <a:pt x="9779" y="342633"/>
                </a:lnTo>
                <a:lnTo>
                  <a:pt x="16751" y="347535"/>
                </a:lnTo>
                <a:lnTo>
                  <a:pt x="207848" y="448983"/>
                </a:lnTo>
                <a:lnTo>
                  <a:pt x="207848" y="319938"/>
                </a:lnTo>
                <a:lnTo>
                  <a:pt x="207848" y="262636"/>
                </a:lnTo>
                <a:lnTo>
                  <a:pt x="207848" y="238531"/>
                </a:lnTo>
                <a:close/>
              </a:path>
              <a:path w="452120" h="449579">
                <a:moveTo>
                  <a:pt x="308597" y="172440"/>
                </a:moveTo>
                <a:lnTo>
                  <a:pt x="98285" y="61188"/>
                </a:lnTo>
                <a:lnTo>
                  <a:pt x="16751" y="104444"/>
                </a:lnTo>
                <a:lnTo>
                  <a:pt x="15341" y="105181"/>
                </a:lnTo>
                <a:lnTo>
                  <a:pt x="13982" y="106019"/>
                </a:lnTo>
                <a:lnTo>
                  <a:pt x="12788" y="106934"/>
                </a:lnTo>
                <a:lnTo>
                  <a:pt x="221259" y="215658"/>
                </a:lnTo>
                <a:lnTo>
                  <a:pt x="308597" y="172440"/>
                </a:lnTo>
                <a:close/>
              </a:path>
              <a:path w="452120" h="449579">
                <a:moveTo>
                  <a:pt x="439839" y="107569"/>
                </a:moveTo>
                <a:lnTo>
                  <a:pt x="438302" y="106375"/>
                </a:lnTo>
                <a:lnTo>
                  <a:pt x="436613" y="105321"/>
                </a:lnTo>
                <a:lnTo>
                  <a:pt x="434848" y="104444"/>
                </a:lnTo>
                <a:lnTo>
                  <a:pt x="235254" y="3289"/>
                </a:lnTo>
                <a:lnTo>
                  <a:pt x="230759" y="1104"/>
                </a:lnTo>
                <a:lnTo>
                  <a:pt x="225996" y="0"/>
                </a:lnTo>
                <a:lnTo>
                  <a:pt x="221234" y="0"/>
                </a:lnTo>
                <a:lnTo>
                  <a:pt x="216319" y="0"/>
                </a:lnTo>
                <a:lnTo>
                  <a:pt x="211416" y="1168"/>
                </a:lnTo>
                <a:lnTo>
                  <a:pt x="206933" y="3492"/>
                </a:lnTo>
                <a:lnTo>
                  <a:pt x="126517" y="46215"/>
                </a:lnTo>
                <a:lnTo>
                  <a:pt x="337832" y="158051"/>
                </a:lnTo>
                <a:lnTo>
                  <a:pt x="439839" y="107569"/>
                </a:lnTo>
                <a:close/>
              </a:path>
              <a:path w="452120" h="449579">
                <a:moveTo>
                  <a:pt x="452056" y="131508"/>
                </a:moveTo>
                <a:lnTo>
                  <a:pt x="451993" y="131089"/>
                </a:lnTo>
                <a:lnTo>
                  <a:pt x="347726" y="182689"/>
                </a:lnTo>
                <a:lnTo>
                  <a:pt x="347726" y="248119"/>
                </a:lnTo>
                <a:lnTo>
                  <a:pt x="341795" y="254050"/>
                </a:lnTo>
                <a:lnTo>
                  <a:pt x="327101" y="254050"/>
                </a:lnTo>
                <a:lnTo>
                  <a:pt x="321233" y="248119"/>
                </a:lnTo>
                <a:lnTo>
                  <a:pt x="321233" y="195821"/>
                </a:lnTo>
                <a:lnTo>
                  <a:pt x="234340" y="238747"/>
                </a:lnTo>
                <a:lnTo>
                  <a:pt x="234340" y="449122"/>
                </a:lnTo>
                <a:lnTo>
                  <a:pt x="234619" y="448983"/>
                </a:lnTo>
                <a:lnTo>
                  <a:pt x="234911" y="448919"/>
                </a:lnTo>
                <a:lnTo>
                  <a:pt x="235191" y="448767"/>
                </a:lnTo>
                <a:lnTo>
                  <a:pt x="434848" y="347599"/>
                </a:lnTo>
                <a:lnTo>
                  <a:pt x="441998" y="342671"/>
                </a:lnTo>
                <a:lnTo>
                  <a:pt x="447421" y="336105"/>
                </a:lnTo>
                <a:lnTo>
                  <a:pt x="450862" y="328307"/>
                </a:lnTo>
                <a:lnTo>
                  <a:pt x="452056" y="319722"/>
                </a:lnTo>
                <a:lnTo>
                  <a:pt x="452056" y="131508"/>
                </a:lnTo>
                <a:close/>
              </a:path>
            </a:pathLst>
          </a:custGeom>
          <a:solidFill>
            <a:srgbClr val="500094"/>
          </a:solidFill>
        </p:spPr>
        <p:txBody>
          <a:bodyPr wrap="square" lIns="0" tIns="0" rIns="0" bIns="0" rtlCol="0"/>
          <a:lstStyle/>
          <a:p>
            <a:endParaRPr/>
          </a:p>
        </p:txBody>
      </p:sp>
      <p:grpSp>
        <p:nvGrpSpPr>
          <p:cNvPr id="222" name="object 222"/>
          <p:cNvGrpSpPr/>
          <p:nvPr/>
        </p:nvGrpSpPr>
        <p:grpSpPr>
          <a:xfrm>
            <a:off x="9650030" y="5001203"/>
            <a:ext cx="269875" cy="462915"/>
            <a:chOff x="9650030" y="5001203"/>
            <a:chExt cx="269875" cy="462915"/>
          </a:xfrm>
        </p:grpSpPr>
        <p:sp>
          <p:nvSpPr>
            <p:cNvPr id="223" name="object 223"/>
            <p:cNvSpPr/>
            <p:nvPr/>
          </p:nvSpPr>
          <p:spPr>
            <a:xfrm>
              <a:off x="9720526" y="5269429"/>
              <a:ext cx="130175" cy="194945"/>
            </a:xfrm>
            <a:custGeom>
              <a:avLst/>
              <a:gdLst/>
              <a:ahLst/>
              <a:cxnLst/>
              <a:rect l="l" t="t" r="r" b="b"/>
              <a:pathLst>
                <a:path w="130175" h="194945">
                  <a:moveTo>
                    <a:pt x="64801" y="0"/>
                  </a:moveTo>
                  <a:lnTo>
                    <a:pt x="64801" y="194402"/>
                  </a:lnTo>
                </a:path>
                <a:path w="130175" h="194945">
                  <a:moveTo>
                    <a:pt x="0" y="129602"/>
                  </a:moveTo>
                  <a:lnTo>
                    <a:pt x="129601" y="129602"/>
                  </a:lnTo>
                </a:path>
              </a:pathLst>
            </a:custGeom>
            <a:ln w="19030">
              <a:solidFill>
                <a:srgbClr val="500094"/>
              </a:solidFill>
            </a:ln>
          </p:spPr>
          <p:txBody>
            <a:bodyPr wrap="square" lIns="0" tIns="0" rIns="0" bIns="0" rtlCol="0"/>
            <a:lstStyle/>
            <a:p>
              <a:endParaRPr/>
            </a:p>
          </p:txBody>
        </p:sp>
        <p:sp>
          <p:nvSpPr>
            <p:cNvPr id="224" name="object 224"/>
            <p:cNvSpPr/>
            <p:nvPr/>
          </p:nvSpPr>
          <p:spPr>
            <a:xfrm>
              <a:off x="9654787" y="5005961"/>
              <a:ext cx="260350" cy="260350"/>
            </a:xfrm>
            <a:custGeom>
              <a:avLst/>
              <a:gdLst/>
              <a:ahLst/>
              <a:cxnLst/>
              <a:rect l="l" t="t" r="r" b="b"/>
              <a:pathLst>
                <a:path w="260350" h="260350">
                  <a:moveTo>
                    <a:pt x="130061" y="260122"/>
                  </a:moveTo>
                  <a:lnTo>
                    <a:pt x="79435" y="249901"/>
                  </a:lnTo>
                  <a:lnTo>
                    <a:pt x="38094" y="222028"/>
                  </a:lnTo>
                  <a:lnTo>
                    <a:pt x="10220" y="180686"/>
                  </a:lnTo>
                  <a:lnTo>
                    <a:pt x="0" y="130061"/>
                  </a:lnTo>
                  <a:lnTo>
                    <a:pt x="10220" y="79435"/>
                  </a:lnTo>
                  <a:lnTo>
                    <a:pt x="38094" y="38094"/>
                  </a:lnTo>
                  <a:lnTo>
                    <a:pt x="79435" y="10220"/>
                  </a:lnTo>
                  <a:lnTo>
                    <a:pt x="130061" y="0"/>
                  </a:lnTo>
                  <a:lnTo>
                    <a:pt x="155553" y="2522"/>
                  </a:lnTo>
                  <a:lnTo>
                    <a:pt x="202219" y="21851"/>
                  </a:lnTo>
                  <a:lnTo>
                    <a:pt x="238270" y="57903"/>
                  </a:lnTo>
                  <a:lnTo>
                    <a:pt x="257600" y="104569"/>
                  </a:lnTo>
                  <a:lnTo>
                    <a:pt x="260122" y="130061"/>
                  </a:lnTo>
                  <a:lnTo>
                    <a:pt x="249901" y="180686"/>
                  </a:lnTo>
                  <a:lnTo>
                    <a:pt x="222028" y="222028"/>
                  </a:lnTo>
                  <a:lnTo>
                    <a:pt x="180686" y="249901"/>
                  </a:lnTo>
                  <a:lnTo>
                    <a:pt x="130061" y="260122"/>
                  </a:lnTo>
                  <a:close/>
                </a:path>
              </a:pathLst>
            </a:custGeom>
            <a:solidFill>
              <a:srgbClr val="500094"/>
            </a:solidFill>
          </p:spPr>
          <p:txBody>
            <a:bodyPr wrap="square" lIns="0" tIns="0" rIns="0" bIns="0" rtlCol="0"/>
            <a:lstStyle/>
            <a:p>
              <a:endParaRPr/>
            </a:p>
          </p:txBody>
        </p:sp>
        <p:sp>
          <p:nvSpPr>
            <p:cNvPr id="225" name="object 225"/>
            <p:cNvSpPr/>
            <p:nvPr/>
          </p:nvSpPr>
          <p:spPr>
            <a:xfrm>
              <a:off x="9654787" y="5005961"/>
              <a:ext cx="260350" cy="260350"/>
            </a:xfrm>
            <a:custGeom>
              <a:avLst/>
              <a:gdLst/>
              <a:ahLst/>
              <a:cxnLst/>
              <a:rect l="l" t="t" r="r" b="b"/>
              <a:pathLst>
                <a:path w="260350" h="260350">
                  <a:moveTo>
                    <a:pt x="0" y="130061"/>
                  </a:moveTo>
                  <a:lnTo>
                    <a:pt x="10220" y="79435"/>
                  </a:lnTo>
                  <a:lnTo>
                    <a:pt x="38094" y="38094"/>
                  </a:lnTo>
                  <a:lnTo>
                    <a:pt x="79435" y="10220"/>
                  </a:lnTo>
                  <a:lnTo>
                    <a:pt x="130061" y="0"/>
                  </a:lnTo>
                  <a:lnTo>
                    <a:pt x="155553" y="2522"/>
                  </a:lnTo>
                  <a:lnTo>
                    <a:pt x="202219" y="21851"/>
                  </a:lnTo>
                  <a:lnTo>
                    <a:pt x="238270" y="57903"/>
                  </a:lnTo>
                  <a:lnTo>
                    <a:pt x="257600" y="104569"/>
                  </a:lnTo>
                  <a:lnTo>
                    <a:pt x="260122" y="130061"/>
                  </a:lnTo>
                  <a:lnTo>
                    <a:pt x="249901" y="180686"/>
                  </a:lnTo>
                  <a:lnTo>
                    <a:pt x="222028" y="222028"/>
                  </a:lnTo>
                  <a:lnTo>
                    <a:pt x="180686" y="249901"/>
                  </a:lnTo>
                  <a:lnTo>
                    <a:pt x="130061" y="260122"/>
                  </a:lnTo>
                  <a:lnTo>
                    <a:pt x="79435" y="249901"/>
                  </a:lnTo>
                  <a:lnTo>
                    <a:pt x="38094" y="222028"/>
                  </a:lnTo>
                  <a:lnTo>
                    <a:pt x="10220" y="180686"/>
                  </a:lnTo>
                  <a:lnTo>
                    <a:pt x="0" y="130061"/>
                  </a:lnTo>
                  <a:close/>
                </a:path>
              </a:pathLst>
            </a:custGeom>
            <a:ln w="9515">
              <a:solidFill>
                <a:srgbClr val="500094"/>
              </a:solidFill>
            </a:ln>
          </p:spPr>
          <p:txBody>
            <a:bodyPr wrap="square" lIns="0" tIns="0" rIns="0" bIns="0" rtlCol="0"/>
            <a:lstStyle/>
            <a:p>
              <a:endParaRPr/>
            </a:p>
          </p:txBody>
        </p:sp>
        <p:pic>
          <p:nvPicPr>
            <p:cNvPr id="226" name="object 226"/>
            <p:cNvPicPr/>
            <p:nvPr/>
          </p:nvPicPr>
          <p:blipFill>
            <a:blip r:embed="rId79" cstate="print"/>
            <a:stretch>
              <a:fillRect/>
            </a:stretch>
          </p:blipFill>
          <p:spPr>
            <a:xfrm>
              <a:off x="9685895" y="5037036"/>
              <a:ext cx="198039" cy="198038"/>
            </a:xfrm>
            <a:prstGeom prst="rect">
              <a:avLst/>
            </a:prstGeom>
          </p:spPr>
        </p:pic>
      </p:grpSp>
      <p:grpSp>
        <p:nvGrpSpPr>
          <p:cNvPr id="227" name="object 227"/>
          <p:cNvGrpSpPr/>
          <p:nvPr/>
        </p:nvGrpSpPr>
        <p:grpSpPr>
          <a:xfrm>
            <a:off x="10070162" y="5018098"/>
            <a:ext cx="383540" cy="360045"/>
            <a:chOff x="10070162" y="5018098"/>
            <a:chExt cx="383540" cy="360045"/>
          </a:xfrm>
        </p:grpSpPr>
        <p:sp>
          <p:nvSpPr>
            <p:cNvPr id="228" name="object 228"/>
            <p:cNvSpPr/>
            <p:nvPr/>
          </p:nvSpPr>
          <p:spPr>
            <a:xfrm>
              <a:off x="10074919" y="5113268"/>
              <a:ext cx="260350" cy="260350"/>
            </a:xfrm>
            <a:custGeom>
              <a:avLst/>
              <a:gdLst/>
              <a:ahLst/>
              <a:cxnLst/>
              <a:rect l="l" t="t" r="r" b="b"/>
              <a:pathLst>
                <a:path w="260350" h="260350">
                  <a:moveTo>
                    <a:pt x="130061" y="260122"/>
                  </a:moveTo>
                  <a:lnTo>
                    <a:pt x="79435" y="249901"/>
                  </a:lnTo>
                  <a:lnTo>
                    <a:pt x="38094" y="222028"/>
                  </a:lnTo>
                  <a:lnTo>
                    <a:pt x="10220" y="180686"/>
                  </a:lnTo>
                  <a:lnTo>
                    <a:pt x="0" y="130060"/>
                  </a:lnTo>
                  <a:lnTo>
                    <a:pt x="10220" y="79435"/>
                  </a:lnTo>
                  <a:lnTo>
                    <a:pt x="38094" y="38093"/>
                  </a:lnTo>
                  <a:lnTo>
                    <a:pt x="79435" y="10220"/>
                  </a:lnTo>
                  <a:lnTo>
                    <a:pt x="130061" y="0"/>
                  </a:lnTo>
                  <a:lnTo>
                    <a:pt x="155553" y="2522"/>
                  </a:lnTo>
                  <a:lnTo>
                    <a:pt x="202219" y="21851"/>
                  </a:lnTo>
                  <a:lnTo>
                    <a:pt x="238270" y="57902"/>
                  </a:lnTo>
                  <a:lnTo>
                    <a:pt x="257600" y="104568"/>
                  </a:lnTo>
                  <a:lnTo>
                    <a:pt x="260122" y="130060"/>
                  </a:lnTo>
                  <a:lnTo>
                    <a:pt x="249901" y="180686"/>
                  </a:lnTo>
                  <a:lnTo>
                    <a:pt x="222028" y="222028"/>
                  </a:lnTo>
                  <a:lnTo>
                    <a:pt x="180686" y="249901"/>
                  </a:lnTo>
                  <a:lnTo>
                    <a:pt x="130061" y="260122"/>
                  </a:lnTo>
                  <a:close/>
                </a:path>
              </a:pathLst>
            </a:custGeom>
            <a:solidFill>
              <a:srgbClr val="500094"/>
            </a:solidFill>
          </p:spPr>
          <p:txBody>
            <a:bodyPr wrap="square" lIns="0" tIns="0" rIns="0" bIns="0" rtlCol="0"/>
            <a:lstStyle/>
            <a:p>
              <a:endParaRPr/>
            </a:p>
          </p:txBody>
        </p:sp>
        <p:sp>
          <p:nvSpPr>
            <p:cNvPr id="229" name="object 229"/>
            <p:cNvSpPr/>
            <p:nvPr/>
          </p:nvSpPr>
          <p:spPr>
            <a:xfrm>
              <a:off x="10074919" y="5113268"/>
              <a:ext cx="260350" cy="260350"/>
            </a:xfrm>
            <a:custGeom>
              <a:avLst/>
              <a:gdLst/>
              <a:ahLst/>
              <a:cxnLst/>
              <a:rect l="l" t="t" r="r" b="b"/>
              <a:pathLst>
                <a:path w="260350" h="260350">
                  <a:moveTo>
                    <a:pt x="0" y="130060"/>
                  </a:moveTo>
                  <a:lnTo>
                    <a:pt x="10220" y="79435"/>
                  </a:lnTo>
                  <a:lnTo>
                    <a:pt x="38094" y="38093"/>
                  </a:lnTo>
                  <a:lnTo>
                    <a:pt x="79435" y="10220"/>
                  </a:lnTo>
                  <a:lnTo>
                    <a:pt x="130061" y="0"/>
                  </a:lnTo>
                  <a:lnTo>
                    <a:pt x="155553" y="2522"/>
                  </a:lnTo>
                  <a:lnTo>
                    <a:pt x="202219" y="21851"/>
                  </a:lnTo>
                  <a:lnTo>
                    <a:pt x="238270" y="57902"/>
                  </a:lnTo>
                  <a:lnTo>
                    <a:pt x="257600" y="104568"/>
                  </a:lnTo>
                  <a:lnTo>
                    <a:pt x="260122" y="130060"/>
                  </a:lnTo>
                  <a:lnTo>
                    <a:pt x="249901" y="180686"/>
                  </a:lnTo>
                  <a:lnTo>
                    <a:pt x="222028" y="222028"/>
                  </a:lnTo>
                  <a:lnTo>
                    <a:pt x="180686" y="249901"/>
                  </a:lnTo>
                  <a:lnTo>
                    <a:pt x="130061" y="260122"/>
                  </a:lnTo>
                  <a:lnTo>
                    <a:pt x="79435" y="249901"/>
                  </a:lnTo>
                  <a:lnTo>
                    <a:pt x="38094" y="222028"/>
                  </a:lnTo>
                  <a:lnTo>
                    <a:pt x="10220" y="180686"/>
                  </a:lnTo>
                  <a:lnTo>
                    <a:pt x="0" y="130060"/>
                  </a:lnTo>
                  <a:close/>
                </a:path>
              </a:pathLst>
            </a:custGeom>
            <a:ln w="9515">
              <a:solidFill>
                <a:srgbClr val="500094"/>
              </a:solidFill>
            </a:ln>
          </p:spPr>
          <p:txBody>
            <a:bodyPr wrap="square" lIns="0" tIns="0" rIns="0" bIns="0" rtlCol="0"/>
            <a:lstStyle/>
            <a:p>
              <a:endParaRPr/>
            </a:p>
          </p:txBody>
        </p:sp>
        <p:pic>
          <p:nvPicPr>
            <p:cNvPr id="230" name="object 230"/>
            <p:cNvPicPr/>
            <p:nvPr/>
          </p:nvPicPr>
          <p:blipFill>
            <a:blip r:embed="rId80" cstate="print"/>
            <a:stretch>
              <a:fillRect/>
            </a:stretch>
          </p:blipFill>
          <p:spPr>
            <a:xfrm>
              <a:off x="10106027" y="5018098"/>
              <a:ext cx="347449" cy="324283"/>
            </a:xfrm>
            <a:prstGeom prst="rect">
              <a:avLst/>
            </a:prstGeom>
          </p:spPr>
        </p:pic>
      </p:grpSp>
      <p:grpSp>
        <p:nvGrpSpPr>
          <p:cNvPr id="231" name="object 231"/>
          <p:cNvGrpSpPr/>
          <p:nvPr/>
        </p:nvGrpSpPr>
        <p:grpSpPr>
          <a:xfrm>
            <a:off x="10599256" y="5100086"/>
            <a:ext cx="537210" cy="269875"/>
            <a:chOff x="10599256" y="5100086"/>
            <a:chExt cx="537210" cy="269875"/>
          </a:xfrm>
        </p:grpSpPr>
        <p:sp>
          <p:nvSpPr>
            <p:cNvPr id="232" name="object 232"/>
            <p:cNvSpPr/>
            <p:nvPr/>
          </p:nvSpPr>
          <p:spPr>
            <a:xfrm>
              <a:off x="10867473" y="5234913"/>
              <a:ext cx="248285" cy="0"/>
            </a:xfrm>
            <a:custGeom>
              <a:avLst/>
              <a:gdLst/>
              <a:ahLst/>
              <a:cxnLst/>
              <a:rect l="l" t="t" r="r" b="b"/>
              <a:pathLst>
                <a:path w="248284">
                  <a:moveTo>
                    <a:pt x="248244" y="0"/>
                  </a:moveTo>
                  <a:lnTo>
                    <a:pt x="0" y="0"/>
                  </a:lnTo>
                </a:path>
              </a:pathLst>
            </a:custGeom>
            <a:ln w="19030">
              <a:solidFill>
                <a:srgbClr val="500094"/>
              </a:solidFill>
            </a:ln>
          </p:spPr>
          <p:txBody>
            <a:bodyPr wrap="square" lIns="0" tIns="0" rIns="0" bIns="0" rtlCol="0"/>
            <a:lstStyle/>
            <a:p>
              <a:endParaRPr/>
            </a:p>
          </p:txBody>
        </p:sp>
        <p:sp>
          <p:nvSpPr>
            <p:cNvPr id="233" name="object 233"/>
            <p:cNvSpPr/>
            <p:nvPr/>
          </p:nvSpPr>
          <p:spPr>
            <a:xfrm>
              <a:off x="10954624" y="5144188"/>
              <a:ext cx="0" cy="181610"/>
            </a:xfrm>
            <a:custGeom>
              <a:avLst/>
              <a:gdLst/>
              <a:ahLst/>
              <a:cxnLst/>
              <a:rect l="l" t="t" r="r" b="b"/>
              <a:pathLst>
                <a:path h="181610">
                  <a:moveTo>
                    <a:pt x="0" y="0"/>
                  </a:moveTo>
                  <a:lnTo>
                    <a:pt x="0" y="181433"/>
                  </a:lnTo>
                </a:path>
              </a:pathLst>
            </a:custGeom>
            <a:ln w="19030">
              <a:solidFill>
                <a:srgbClr val="500094"/>
              </a:solidFill>
            </a:ln>
          </p:spPr>
          <p:txBody>
            <a:bodyPr wrap="square" lIns="0" tIns="0" rIns="0" bIns="0" rtlCol="0"/>
            <a:lstStyle/>
            <a:p>
              <a:endParaRPr/>
            </a:p>
          </p:txBody>
        </p:sp>
        <p:sp>
          <p:nvSpPr>
            <p:cNvPr id="234" name="object 234"/>
            <p:cNvSpPr/>
            <p:nvPr/>
          </p:nvSpPr>
          <p:spPr>
            <a:xfrm>
              <a:off x="11042876" y="5151319"/>
              <a:ext cx="83820" cy="167640"/>
            </a:xfrm>
            <a:custGeom>
              <a:avLst/>
              <a:gdLst/>
              <a:ahLst/>
              <a:cxnLst/>
              <a:rect l="l" t="t" r="r" b="b"/>
              <a:pathLst>
                <a:path w="83820" h="167639">
                  <a:moveTo>
                    <a:pt x="0" y="167107"/>
                  </a:moveTo>
                  <a:lnTo>
                    <a:pt x="83593" y="83593"/>
                  </a:lnTo>
                  <a:lnTo>
                    <a:pt x="0" y="0"/>
                  </a:lnTo>
                </a:path>
              </a:pathLst>
            </a:custGeom>
            <a:ln w="19030">
              <a:solidFill>
                <a:srgbClr val="500094"/>
              </a:solidFill>
            </a:ln>
          </p:spPr>
          <p:txBody>
            <a:bodyPr wrap="square" lIns="0" tIns="0" rIns="0" bIns="0" rtlCol="0"/>
            <a:lstStyle/>
            <a:p>
              <a:endParaRPr/>
            </a:p>
          </p:txBody>
        </p:sp>
        <p:sp>
          <p:nvSpPr>
            <p:cNvPr id="235" name="object 235"/>
            <p:cNvSpPr/>
            <p:nvPr/>
          </p:nvSpPr>
          <p:spPr>
            <a:xfrm>
              <a:off x="10604014" y="5104843"/>
              <a:ext cx="260350" cy="260350"/>
            </a:xfrm>
            <a:custGeom>
              <a:avLst/>
              <a:gdLst/>
              <a:ahLst/>
              <a:cxnLst/>
              <a:rect l="l" t="t" r="r" b="b"/>
              <a:pathLst>
                <a:path w="260350" h="260350">
                  <a:moveTo>
                    <a:pt x="130061" y="260122"/>
                  </a:moveTo>
                  <a:lnTo>
                    <a:pt x="79435" y="249901"/>
                  </a:lnTo>
                  <a:lnTo>
                    <a:pt x="38093" y="222028"/>
                  </a:lnTo>
                  <a:lnTo>
                    <a:pt x="10220" y="180686"/>
                  </a:lnTo>
                  <a:lnTo>
                    <a:pt x="0" y="130060"/>
                  </a:lnTo>
                  <a:lnTo>
                    <a:pt x="10220" y="79435"/>
                  </a:lnTo>
                  <a:lnTo>
                    <a:pt x="38093" y="38093"/>
                  </a:lnTo>
                  <a:lnTo>
                    <a:pt x="79435" y="10220"/>
                  </a:lnTo>
                  <a:lnTo>
                    <a:pt x="130061" y="0"/>
                  </a:lnTo>
                  <a:lnTo>
                    <a:pt x="155552" y="2522"/>
                  </a:lnTo>
                  <a:lnTo>
                    <a:pt x="202218" y="21851"/>
                  </a:lnTo>
                  <a:lnTo>
                    <a:pt x="238269" y="57902"/>
                  </a:lnTo>
                  <a:lnTo>
                    <a:pt x="257599" y="104568"/>
                  </a:lnTo>
                  <a:lnTo>
                    <a:pt x="260121" y="130060"/>
                  </a:lnTo>
                  <a:lnTo>
                    <a:pt x="249900" y="180686"/>
                  </a:lnTo>
                  <a:lnTo>
                    <a:pt x="222027" y="222028"/>
                  </a:lnTo>
                  <a:lnTo>
                    <a:pt x="180686" y="249901"/>
                  </a:lnTo>
                  <a:lnTo>
                    <a:pt x="130061" y="260122"/>
                  </a:lnTo>
                  <a:close/>
                </a:path>
              </a:pathLst>
            </a:custGeom>
            <a:solidFill>
              <a:srgbClr val="500094"/>
            </a:solidFill>
          </p:spPr>
          <p:txBody>
            <a:bodyPr wrap="square" lIns="0" tIns="0" rIns="0" bIns="0" rtlCol="0"/>
            <a:lstStyle/>
            <a:p>
              <a:endParaRPr/>
            </a:p>
          </p:txBody>
        </p:sp>
        <p:sp>
          <p:nvSpPr>
            <p:cNvPr id="236" name="object 236"/>
            <p:cNvSpPr/>
            <p:nvPr/>
          </p:nvSpPr>
          <p:spPr>
            <a:xfrm>
              <a:off x="10604014" y="5104843"/>
              <a:ext cx="260350" cy="260350"/>
            </a:xfrm>
            <a:custGeom>
              <a:avLst/>
              <a:gdLst/>
              <a:ahLst/>
              <a:cxnLst/>
              <a:rect l="l" t="t" r="r" b="b"/>
              <a:pathLst>
                <a:path w="260350" h="260350">
                  <a:moveTo>
                    <a:pt x="0" y="130060"/>
                  </a:moveTo>
                  <a:lnTo>
                    <a:pt x="10220" y="79435"/>
                  </a:lnTo>
                  <a:lnTo>
                    <a:pt x="38093" y="38093"/>
                  </a:lnTo>
                  <a:lnTo>
                    <a:pt x="79435" y="10220"/>
                  </a:lnTo>
                  <a:lnTo>
                    <a:pt x="130061" y="0"/>
                  </a:lnTo>
                  <a:lnTo>
                    <a:pt x="155552" y="2522"/>
                  </a:lnTo>
                  <a:lnTo>
                    <a:pt x="202218" y="21851"/>
                  </a:lnTo>
                  <a:lnTo>
                    <a:pt x="238269" y="57902"/>
                  </a:lnTo>
                  <a:lnTo>
                    <a:pt x="257599" y="104568"/>
                  </a:lnTo>
                  <a:lnTo>
                    <a:pt x="260121" y="130060"/>
                  </a:lnTo>
                  <a:lnTo>
                    <a:pt x="249900" y="180686"/>
                  </a:lnTo>
                  <a:lnTo>
                    <a:pt x="222027" y="222028"/>
                  </a:lnTo>
                  <a:lnTo>
                    <a:pt x="180686" y="249901"/>
                  </a:lnTo>
                  <a:lnTo>
                    <a:pt x="130061" y="260122"/>
                  </a:lnTo>
                  <a:lnTo>
                    <a:pt x="79435" y="249901"/>
                  </a:lnTo>
                  <a:lnTo>
                    <a:pt x="38093" y="222028"/>
                  </a:lnTo>
                  <a:lnTo>
                    <a:pt x="10220" y="180686"/>
                  </a:lnTo>
                  <a:lnTo>
                    <a:pt x="0" y="130060"/>
                  </a:lnTo>
                  <a:close/>
                </a:path>
              </a:pathLst>
            </a:custGeom>
            <a:ln w="9515">
              <a:solidFill>
                <a:srgbClr val="500094"/>
              </a:solidFill>
            </a:ln>
          </p:spPr>
          <p:txBody>
            <a:bodyPr wrap="square" lIns="0" tIns="0" rIns="0" bIns="0" rtlCol="0"/>
            <a:lstStyle/>
            <a:p>
              <a:endParaRPr/>
            </a:p>
          </p:txBody>
        </p:sp>
        <p:pic>
          <p:nvPicPr>
            <p:cNvPr id="237" name="object 237"/>
            <p:cNvPicPr/>
            <p:nvPr/>
          </p:nvPicPr>
          <p:blipFill>
            <a:blip r:embed="rId81" cstate="print"/>
            <a:stretch>
              <a:fillRect/>
            </a:stretch>
          </p:blipFill>
          <p:spPr>
            <a:xfrm>
              <a:off x="10635122" y="5135918"/>
              <a:ext cx="198038" cy="198039"/>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3149" y="1159644"/>
            <a:ext cx="6331585" cy="574040"/>
          </a:xfrm>
          <a:prstGeom prst="rect">
            <a:avLst/>
          </a:prstGeom>
        </p:spPr>
        <p:txBody>
          <a:bodyPr vert="horz" wrap="square" lIns="0" tIns="12065" rIns="0" bIns="0" rtlCol="0">
            <a:spAutoFit/>
          </a:bodyPr>
          <a:lstStyle/>
          <a:p>
            <a:pPr marL="12700">
              <a:lnSpc>
                <a:spcPct val="100000"/>
              </a:lnSpc>
              <a:spcBef>
                <a:spcPts val="95"/>
              </a:spcBef>
            </a:pPr>
            <a:r>
              <a:rPr spc="-10" dirty="0">
                <a:solidFill>
                  <a:srgbClr val="500094"/>
                </a:solidFill>
              </a:rPr>
              <a:t>ELEMENTOS</a:t>
            </a:r>
            <a:r>
              <a:rPr spc="-170" dirty="0">
                <a:solidFill>
                  <a:srgbClr val="500094"/>
                </a:solidFill>
              </a:rPr>
              <a:t> </a:t>
            </a:r>
            <a:r>
              <a:rPr spc="-10" dirty="0"/>
              <a:t>COMPLEMENTARIOS</a:t>
            </a:r>
          </a:p>
        </p:txBody>
      </p:sp>
      <p:sp>
        <p:nvSpPr>
          <p:cNvPr id="3" name="object 3"/>
          <p:cNvSpPr/>
          <p:nvPr/>
        </p:nvSpPr>
        <p:spPr>
          <a:xfrm>
            <a:off x="8910228" y="2425263"/>
            <a:ext cx="386715" cy="196215"/>
          </a:xfrm>
          <a:custGeom>
            <a:avLst/>
            <a:gdLst/>
            <a:ahLst/>
            <a:cxnLst/>
            <a:rect l="l" t="t" r="r" b="b"/>
            <a:pathLst>
              <a:path w="386715" h="196214">
                <a:moveTo>
                  <a:pt x="288362" y="195945"/>
                </a:moveTo>
                <a:lnTo>
                  <a:pt x="208783" y="195945"/>
                </a:lnTo>
                <a:lnTo>
                  <a:pt x="271989" y="132745"/>
                </a:lnTo>
                <a:lnTo>
                  <a:pt x="0" y="132745"/>
                </a:lnTo>
                <a:lnTo>
                  <a:pt x="0" y="64088"/>
                </a:lnTo>
                <a:lnTo>
                  <a:pt x="271989" y="64088"/>
                </a:lnTo>
                <a:lnTo>
                  <a:pt x="208783" y="0"/>
                </a:lnTo>
                <a:lnTo>
                  <a:pt x="288362" y="0"/>
                </a:lnTo>
                <a:lnTo>
                  <a:pt x="386344" y="97972"/>
                </a:lnTo>
                <a:lnTo>
                  <a:pt x="288362" y="195945"/>
                </a:lnTo>
                <a:close/>
              </a:path>
            </a:pathLst>
          </a:custGeom>
          <a:solidFill>
            <a:srgbClr val="999999"/>
          </a:solidFill>
        </p:spPr>
        <p:txBody>
          <a:bodyPr wrap="square" lIns="0" tIns="0" rIns="0" bIns="0" rtlCol="0"/>
          <a:lstStyle/>
          <a:p>
            <a:endParaRPr/>
          </a:p>
        </p:txBody>
      </p:sp>
      <p:sp>
        <p:nvSpPr>
          <p:cNvPr id="4" name="object 4"/>
          <p:cNvSpPr/>
          <p:nvPr/>
        </p:nvSpPr>
        <p:spPr>
          <a:xfrm>
            <a:off x="8283894" y="2388712"/>
            <a:ext cx="358140" cy="269240"/>
          </a:xfrm>
          <a:custGeom>
            <a:avLst/>
            <a:gdLst/>
            <a:ahLst/>
            <a:cxnLst/>
            <a:rect l="l" t="t" r="r" b="b"/>
            <a:pathLst>
              <a:path w="358140" h="269239">
                <a:moveTo>
                  <a:pt x="223379" y="269044"/>
                </a:moveTo>
                <a:lnTo>
                  <a:pt x="177561" y="224245"/>
                </a:lnTo>
                <a:lnTo>
                  <a:pt x="234294" y="167518"/>
                </a:lnTo>
                <a:lnTo>
                  <a:pt x="0" y="167518"/>
                </a:lnTo>
                <a:lnTo>
                  <a:pt x="0" y="102414"/>
                </a:lnTo>
                <a:lnTo>
                  <a:pt x="234294" y="102414"/>
                </a:lnTo>
                <a:lnTo>
                  <a:pt x="177561" y="45686"/>
                </a:lnTo>
                <a:lnTo>
                  <a:pt x="223379" y="0"/>
                </a:lnTo>
                <a:lnTo>
                  <a:pt x="357915" y="134522"/>
                </a:lnTo>
                <a:lnTo>
                  <a:pt x="223379" y="269044"/>
                </a:lnTo>
                <a:close/>
              </a:path>
            </a:pathLst>
          </a:custGeom>
          <a:solidFill>
            <a:srgbClr val="999999"/>
          </a:solidFill>
        </p:spPr>
        <p:txBody>
          <a:bodyPr wrap="square" lIns="0" tIns="0" rIns="0" bIns="0" rtlCol="0"/>
          <a:lstStyle/>
          <a:p>
            <a:endParaRPr/>
          </a:p>
        </p:txBody>
      </p:sp>
      <p:sp>
        <p:nvSpPr>
          <p:cNvPr id="5" name="object 5"/>
          <p:cNvSpPr/>
          <p:nvPr/>
        </p:nvSpPr>
        <p:spPr>
          <a:xfrm>
            <a:off x="9581001" y="2402038"/>
            <a:ext cx="347345" cy="243840"/>
          </a:xfrm>
          <a:custGeom>
            <a:avLst/>
            <a:gdLst/>
            <a:ahLst/>
            <a:cxnLst/>
            <a:rect l="l" t="t" r="r" b="b"/>
            <a:pathLst>
              <a:path w="347345" h="243839">
                <a:moveTo>
                  <a:pt x="231502" y="243409"/>
                </a:moveTo>
                <a:lnTo>
                  <a:pt x="215129" y="243409"/>
                </a:lnTo>
                <a:lnTo>
                  <a:pt x="206879" y="240109"/>
                </a:lnTo>
                <a:lnTo>
                  <a:pt x="200406" y="233764"/>
                </a:lnTo>
                <a:lnTo>
                  <a:pt x="193196" y="223000"/>
                </a:lnTo>
                <a:lnTo>
                  <a:pt x="190792" y="210857"/>
                </a:lnTo>
                <a:lnTo>
                  <a:pt x="193196" y="198713"/>
                </a:lnTo>
                <a:lnTo>
                  <a:pt x="200406" y="187950"/>
                </a:lnTo>
                <a:lnTo>
                  <a:pt x="224267" y="164218"/>
                </a:lnTo>
                <a:lnTo>
                  <a:pt x="227949" y="160538"/>
                </a:lnTo>
                <a:lnTo>
                  <a:pt x="225156" y="154193"/>
                </a:lnTo>
                <a:lnTo>
                  <a:pt x="31983" y="154193"/>
                </a:lnTo>
                <a:lnTo>
                  <a:pt x="19650" y="151621"/>
                </a:lnTo>
                <a:lnTo>
                  <a:pt x="9471" y="144659"/>
                </a:lnTo>
                <a:lnTo>
                  <a:pt x="2552" y="134437"/>
                </a:lnTo>
                <a:lnTo>
                  <a:pt x="0" y="122085"/>
                </a:lnTo>
                <a:lnTo>
                  <a:pt x="2552" y="109220"/>
                </a:lnTo>
                <a:lnTo>
                  <a:pt x="9471" y="98734"/>
                </a:lnTo>
                <a:lnTo>
                  <a:pt x="19650" y="91675"/>
                </a:lnTo>
                <a:lnTo>
                  <a:pt x="31983" y="89089"/>
                </a:lnTo>
                <a:lnTo>
                  <a:pt x="225156" y="89089"/>
                </a:lnTo>
                <a:lnTo>
                  <a:pt x="227949" y="82743"/>
                </a:lnTo>
                <a:lnTo>
                  <a:pt x="224267" y="79063"/>
                </a:lnTo>
                <a:lnTo>
                  <a:pt x="200406" y="55331"/>
                </a:lnTo>
                <a:lnTo>
                  <a:pt x="193196" y="44568"/>
                </a:lnTo>
                <a:lnTo>
                  <a:pt x="190792" y="32424"/>
                </a:lnTo>
                <a:lnTo>
                  <a:pt x="193196" y="20281"/>
                </a:lnTo>
                <a:lnTo>
                  <a:pt x="200406" y="9518"/>
                </a:lnTo>
                <a:lnTo>
                  <a:pt x="206753" y="3172"/>
                </a:lnTo>
                <a:lnTo>
                  <a:pt x="214748" y="0"/>
                </a:lnTo>
                <a:lnTo>
                  <a:pt x="222871" y="0"/>
                </a:lnTo>
                <a:lnTo>
                  <a:pt x="339511" y="102922"/>
                </a:lnTo>
                <a:lnTo>
                  <a:pt x="347126" y="121974"/>
                </a:lnTo>
                <a:lnTo>
                  <a:pt x="345222" y="131815"/>
                </a:lnTo>
                <a:lnTo>
                  <a:pt x="339511" y="140360"/>
                </a:lnTo>
                <a:lnTo>
                  <a:pt x="246225" y="233764"/>
                </a:lnTo>
                <a:lnTo>
                  <a:pt x="239752" y="240109"/>
                </a:lnTo>
                <a:lnTo>
                  <a:pt x="231502" y="243409"/>
                </a:lnTo>
                <a:close/>
              </a:path>
            </a:pathLst>
          </a:custGeom>
          <a:solidFill>
            <a:srgbClr val="999999"/>
          </a:solidFill>
        </p:spPr>
        <p:txBody>
          <a:bodyPr wrap="square" lIns="0" tIns="0" rIns="0" bIns="0" rtlCol="0"/>
          <a:lstStyle/>
          <a:p>
            <a:endParaRPr/>
          </a:p>
        </p:txBody>
      </p:sp>
      <p:sp>
        <p:nvSpPr>
          <p:cNvPr id="6" name="object 6"/>
          <p:cNvSpPr/>
          <p:nvPr/>
        </p:nvSpPr>
        <p:spPr>
          <a:xfrm>
            <a:off x="10195159" y="2388712"/>
            <a:ext cx="341630" cy="269240"/>
          </a:xfrm>
          <a:custGeom>
            <a:avLst/>
            <a:gdLst/>
            <a:ahLst/>
            <a:cxnLst/>
            <a:rect l="l" t="t" r="r" b="b"/>
            <a:pathLst>
              <a:path w="341629" h="269239">
                <a:moveTo>
                  <a:pt x="206880" y="269044"/>
                </a:moveTo>
                <a:lnTo>
                  <a:pt x="206880" y="167518"/>
                </a:lnTo>
                <a:lnTo>
                  <a:pt x="0" y="167518"/>
                </a:lnTo>
                <a:lnTo>
                  <a:pt x="0" y="102414"/>
                </a:lnTo>
                <a:lnTo>
                  <a:pt x="206880" y="102414"/>
                </a:lnTo>
                <a:lnTo>
                  <a:pt x="206880" y="0"/>
                </a:lnTo>
                <a:lnTo>
                  <a:pt x="341542" y="134522"/>
                </a:lnTo>
                <a:lnTo>
                  <a:pt x="206880" y="269044"/>
                </a:lnTo>
                <a:close/>
              </a:path>
            </a:pathLst>
          </a:custGeom>
          <a:solidFill>
            <a:srgbClr val="999999"/>
          </a:solidFill>
        </p:spPr>
        <p:txBody>
          <a:bodyPr wrap="square" lIns="0" tIns="0" rIns="0" bIns="0" rtlCol="0"/>
          <a:lstStyle/>
          <a:p>
            <a:endParaRPr/>
          </a:p>
        </p:txBody>
      </p:sp>
      <p:sp>
        <p:nvSpPr>
          <p:cNvPr id="7" name="object 7"/>
          <p:cNvSpPr/>
          <p:nvPr/>
        </p:nvSpPr>
        <p:spPr>
          <a:xfrm>
            <a:off x="8289315" y="2842069"/>
            <a:ext cx="347345" cy="295275"/>
          </a:xfrm>
          <a:custGeom>
            <a:avLst/>
            <a:gdLst/>
            <a:ahLst/>
            <a:cxnLst/>
            <a:rect l="l" t="t" r="r" b="b"/>
            <a:pathLst>
              <a:path w="347345" h="295275">
                <a:moveTo>
                  <a:pt x="191401" y="147332"/>
                </a:moveTo>
                <a:lnTo>
                  <a:pt x="43916" y="0"/>
                </a:lnTo>
                <a:lnTo>
                  <a:pt x="0" y="44792"/>
                </a:lnTo>
                <a:lnTo>
                  <a:pt x="103441" y="147332"/>
                </a:lnTo>
                <a:lnTo>
                  <a:pt x="0" y="250761"/>
                </a:lnTo>
                <a:lnTo>
                  <a:pt x="43916" y="294678"/>
                </a:lnTo>
                <a:lnTo>
                  <a:pt x="191401" y="147332"/>
                </a:lnTo>
                <a:close/>
              </a:path>
              <a:path w="347345" h="295275">
                <a:moveTo>
                  <a:pt x="347002" y="147332"/>
                </a:moveTo>
                <a:lnTo>
                  <a:pt x="199529" y="0"/>
                </a:lnTo>
                <a:lnTo>
                  <a:pt x="155613" y="44792"/>
                </a:lnTo>
                <a:lnTo>
                  <a:pt x="258165" y="147332"/>
                </a:lnTo>
                <a:lnTo>
                  <a:pt x="155613" y="250761"/>
                </a:lnTo>
                <a:lnTo>
                  <a:pt x="199529" y="294678"/>
                </a:lnTo>
                <a:lnTo>
                  <a:pt x="347002" y="147332"/>
                </a:lnTo>
                <a:close/>
              </a:path>
            </a:pathLst>
          </a:custGeom>
          <a:solidFill>
            <a:srgbClr val="999999"/>
          </a:solidFill>
        </p:spPr>
        <p:txBody>
          <a:bodyPr wrap="square" lIns="0" tIns="0" rIns="0" bIns="0" rtlCol="0"/>
          <a:lstStyle/>
          <a:p>
            <a:endParaRPr/>
          </a:p>
        </p:txBody>
      </p:sp>
      <p:pic>
        <p:nvPicPr>
          <p:cNvPr id="8" name="object 8"/>
          <p:cNvPicPr/>
          <p:nvPr/>
        </p:nvPicPr>
        <p:blipFill>
          <a:blip r:embed="rId2" cstate="print"/>
          <a:stretch>
            <a:fillRect/>
          </a:stretch>
        </p:blipFill>
        <p:spPr>
          <a:xfrm>
            <a:off x="8934169" y="2895560"/>
            <a:ext cx="338749" cy="187696"/>
          </a:xfrm>
          <a:prstGeom prst="rect">
            <a:avLst/>
          </a:prstGeom>
        </p:spPr>
      </p:pic>
      <p:grpSp>
        <p:nvGrpSpPr>
          <p:cNvPr id="9" name="object 9"/>
          <p:cNvGrpSpPr/>
          <p:nvPr/>
        </p:nvGrpSpPr>
        <p:grpSpPr>
          <a:xfrm>
            <a:off x="9616040" y="2895560"/>
            <a:ext cx="291465" cy="187960"/>
            <a:chOff x="9616040" y="2895560"/>
            <a:chExt cx="291465" cy="187960"/>
          </a:xfrm>
        </p:grpSpPr>
        <p:pic>
          <p:nvPicPr>
            <p:cNvPr id="10" name="object 10"/>
            <p:cNvPicPr/>
            <p:nvPr/>
          </p:nvPicPr>
          <p:blipFill>
            <a:blip r:embed="rId3" cstate="print"/>
            <a:stretch>
              <a:fillRect/>
            </a:stretch>
          </p:blipFill>
          <p:spPr>
            <a:xfrm>
              <a:off x="9616040" y="2895560"/>
              <a:ext cx="135296" cy="187696"/>
            </a:xfrm>
            <a:prstGeom prst="rect">
              <a:avLst/>
            </a:prstGeom>
          </p:spPr>
        </p:pic>
        <p:pic>
          <p:nvPicPr>
            <p:cNvPr id="11" name="object 11"/>
            <p:cNvPicPr/>
            <p:nvPr/>
          </p:nvPicPr>
          <p:blipFill>
            <a:blip r:embed="rId4" cstate="print"/>
            <a:stretch>
              <a:fillRect/>
            </a:stretch>
          </p:blipFill>
          <p:spPr>
            <a:xfrm>
              <a:off x="9771647" y="2895560"/>
              <a:ext cx="135294" cy="187696"/>
            </a:xfrm>
            <a:prstGeom prst="rect">
              <a:avLst/>
            </a:prstGeom>
          </p:spPr>
        </p:pic>
      </p:grpSp>
      <p:sp>
        <p:nvSpPr>
          <p:cNvPr id="12" name="object 12"/>
          <p:cNvSpPr/>
          <p:nvPr/>
        </p:nvSpPr>
        <p:spPr>
          <a:xfrm>
            <a:off x="10218585" y="2858554"/>
            <a:ext cx="295275" cy="262255"/>
          </a:xfrm>
          <a:custGeom>
            <a:avLst/>
            <a:gdLst/>
            <a:ahLst/>
            <a:cxnLst/>
            <a:rect l="l" t="t" r="r" b="b"/>
            <a:pathLst>
              <a:path w="295275" h="262255">
                <a:moveTo>
                  <a:pt x="130975" y="130835"/>
                </a:moveTo>
                <a:lnTo>
                  <a:pt x="0" y="0"/>
                </a:lnTo>
                <a:lnTo>
                  <a:pt x="0" y="261683"/>
                </a:lnTo>
                <a:lnTo>
                  <a:pt x="130975" y="130835"/>
                </a:lnTo>
                <a:close/>
              </a:path>
              <a:path w="295275" h="262255">
                <a:moveTo>
                  <a:pt x="294830" y="130835"/>
                </a:moveTo>
                <a:lnTo>
                  <a:pt x="163842" y="0"/>
                </a:lnTo>
                <a:lnTo>
                  <a:pt x="163842" y="261683"/>
                </a:lnTo>
                <a:lnTo>
                  <a:pt x="294830" y="130835"/>
                </a:lnTo>
                <a:close/>
              </a:path>
            </a:pathLst>
          </a:custGeom>
          <a:solidFill>
            <a:srgbClr val="999999"/>
          </a:solidFill>
        </p:spPr>
        <p:txBody>
          <a:bodyPr wrap="square" lIns="0" tIns="0" rIns="0" bIns="0" rtlCol="0"/>
          <a:lstStyle/>
          <a:p>
            <a:endParaRPr/>
          </a:p>
        </p:txBody>
      </p:sp>
      <p:pic>
        <p:nvPicPr>
          <p:cNvPr id="13" name="object 13"/>
          <p:cNvPicPr/>
          <p:nvPr/>
        </p:nvPicPr>
        <p:blipFill>
          <a:blip r:embed="rId5" cstate="print"/>
          <a:stretch>
            <a:fillRect/>
          </a:stretch>
        </p:blipFill>
        <p:spPr>
          <a:xfrm>
            <a:off x="8998208" y="3738880"/>
            <a:ext cx="210560" cy="224245"/>
          </a:xfrm>
          <a:prstGeom prst="rect">
            <a:avLst/>
          </a:prstGeom>
        </p:spPr>
      </p:pic>
      <p:pic>
        <p:nvPicPr>
          <p:cNvPr id="14" name="object 14"/>
          <p:cNvPicPr/>
          <p:nvPr/>
        </p:nvPicPr>
        <p:blipFill>
          <a:blip r:embed="rId6" cstate="print"/>
          <a:stretch>
            <a:fillRect/>
          </a:stretch>
        </p:blipFill>
        <p:spPr>
          <a:xfrm>
            <a:off x="9607901" y="3739357"/>
            <a:ext cx="251683" cy="223357"/>
          </a:xfrm>
          <a:prstGeom prst="rect">
            <a:avLst/>
          </a:prstGeom>
        </p:spPr>
      </p:pic>
      <p:pic>
        <p:nvPicPr>
          <p:cNvPr id="15" name="object 15"/>
          <p:cNvPicPr/>
          <p:nvPr/>
        </p:nvPicPr>
        <p:blipFill>
          <a:blip r:embed="rId7" cstate="print"/>
          <a:stretch>
            <a:fillRect/>
          </a:stretch>
        </p:blipFill>
        <p:spPr>
          <a:xfrm>
            <a:off x="10292754" y="3745769"/>
            <a:ext cx="146212" cy="210667"/>
          </a:xfrm>
          <a:prstGeom prst="rect">
            <a:avLst/>
          </a:prstGeom>
        </p:spPr>
      </p:pic>
      <p:pic>
        <p:nvPicPr>
          <p:cNvPr id="16" name="object 16"/>
          <p:cNvPicPr/>
          <p:nvPr/>
        </p:nvPicPr>
        <p:blipFill>
          <a:blip r:embed="rId8" cstate="print"/>
          <a:stretch>
            <a:fillRect/>
          </a:stretch>
        </p:blipFill>
        <p:spPr>
          <a:xfrm>
            <a:off x="8274323" y="3778228"/>
            <a:ext cx="377079" cy="145563"/>
          </a:xfrm>
          <a:prstGeom prst="rect">
            <a:avLst/>
          </a:prstGeom>
        </p:spPr>
      </p:pic>
      <p:grpSp>
        <p:nvGrpSpPr>
          <p:cNvPr id="17" name="object 17"/>
          <p:cNvGrpSpPr/>
          <p:nvPr/>
        </p:nvGrpSpPr>
        <p:grpSpPr>
          <a:xfrm>
            <a:off x="10191697" y="3341668"/>
            <a:ext cx="349250" cy="186055"/>
            <a:chOff x="10191697" y="3341668"/>
            <a:chExt cx="349250" cy="186055"/>
          </a:xfrm>
        </p:grpSpPr>
        <p:pic>
          <p:nvPicPr>
            <p:cNvPr id="18" name="object 18"/>
            <p:cNvPicPr/>
            <p:nvPr/>
          </p:nvPicPr>
          <p:blipFill>
            <a:blip r:embed="rId9" cstate="print"/>
            <a:stretch>
              <a:fillRect/>
            </a:stretch>
          </p:blipFill>
          <p:spPr>
            <a:xfrm>
              <a:off x="10335370" y="3341668"/>
              <a:ext cx="205102" cy="185792"/>
            </a:xfrm>
            <a:prstGeom prst="rect">
              <a:avLst/>
            </a:prstGeom>
          </p:spPr>
        </p:pic>
        <p:sp>
          <p:nvSpPr>
            <p:cNvPr id="19" name="object 19"/>
            <p:cNvSpPr/>
            <p:nvPr/>
          </p:nvSpPr>
          <p:spPr>
            <a:xfrm>
              <a:off x="10191686" y="3417696"/>
              <a:ext cx="114935" cy="34290"/>
            </a:xfrm>
            <a:custGeom>
              <a:avLst/>
              <a:gdLst/>
              <a:ahLst/>
              <a:cxnLst/>
              <a:rect l="l" t="t" r="r" b="b"/>
              <a:pathLst>
                <a:path w="114934" h="34289">
                  <a:moveTo>
                    <a:pt x="28308" y="0"/>
                  </a:moveTo>
                  <a:lnTo>
                    <a:pt x="0" y="0"/>
                  </a:lnTo>
                  <a:lnTo>
                    <a:pt x="0" y="33883"/>
                  </a:lnTo>
                  <a:lnTo>
                    <a:pt x="28308" y="33883"/>
                  </a:lnTo>
                  <a:lnTo>
                    <a:pt x="28308" y="0"/>
                  </a:lnTo>
                  <a:close/>
                </a:path>
                <a:path w="114934" h="34289">
                  <a:moveTo>
                    <a:pt x="114363" y="0"/>
                  </a:moveTo>
                  <a:lnTo>
                    <a:pt x="60413" y="0"/>
                  </a:lnTo>
                  <a:lnTo>
                    <a:pt x="60413" y="33883"/>
                  </a:lnTo>
                  <a:lnTo>
                    <a:pt x="114363" y="33883"/>
                  </a:lnTo>
                  <a:lnTo>
                    <a:pt x="114363" y="0"/>
                  </a:lnTo>
                  <a:close/>
                </a:path>
              </a:pathLst>
            </a:custGeom>
            <a:solidFill>
              <a:srgbClr val="999999"/>
            </a:solidFill>
          </p:spPr>
          <p:txBody>
            <a:bodyPr wrap="square" lIns="0" tIns="0" rIns="0" bIns="0" rtlCol="0"/>
            <a:lstStyle/>
            <a:p>
              <a:endParaRPr/>
            </a:p>
          </p:txBody>
        </p:sp>
      </p:grpSp>
      <p:grpSp>
        <p:nvGrpSpPr>
          <p:cNvPr id="20" name="object 20"/>
          <p:cNvGrpSpPr/>
          <p:nvPr/>
        </p:nvGrpSpPr>
        <p:grpSpPr>
          <a:xfrm>
            <a:off x="9565514" y="3348992"/>
            <a:ext cx="340360" cy="171450"/>
            <a:chOff x="9565514" y="3348992"/>
            <a:chExt cx="340360" cy="171450"/>
          </a:xfrm>
        </p:grpSpPr>
        <p:pic>
          <p:nvPicPr>
            <p:cNvPr id="21" name="object 21"/>
            <p:cNvPicPr/>
            <p:nvPr/>
          </p:nvPicPr>
          <p:blipFill>
            <a:blip r:embed="rId10" cstate="print"/>
            <a:stretch>
              <a:fillRect/>
            </a:stretch>
          </p:blipFill>
          <p:spPr>
            <a:xfrm>
              <a:off x="9708140" y="3348992"/>
              <a:ext cx="197345" cy="171325"/>
            </a:xfrm>
            <a:prstGeom prst="rect">
              <a:avLst/>
            </a:prstGeom>
          </p:spPr>
        </p:pic>
        <p:sp>
          <p:nvSpPr>
            <p:cNvPr id="22" name="object 22"/>
            <p:cNvSpPr/>
            <p:nvPr/>
          </p:nvSpPr>
          <p:spPr>
            <a:xfrm>
              <a:off x="9565513" y="3417912"/>
              <a:ext cx="113664" cy="34290"/>
            </a:xfrm>
            <a:custGeom>
              <a:avLst/>
              <a:gdLst/>
              <a:ahLst/>
              <a:cxnLst/>
              <a:rect l="l" t="t" r="r" b="b"/>
              <a:pathLst>
                <a:path w="113665" h="34289">
                  <a:moveTo>
                    <a:pt x="35471" y="16941"/>
                  </a:moveTo>
                  <a:lnTo>
                    <a:pt x="31356" y="5295"/>
                  </a:lnTo>
                  <a:lnTo>
                    <a:pt x="18999" y="0"/>
                  </a:lnTo>
                  <a:lnTo>
                    <a:pt x="17221" y="0"/>
                  </a:lnTo>
                  <a:lnTo>
                    <a:pt x="4305" y="5295"/>
                  </a:lnTo>
                  <a:lnTo>
                    <a:pt x="0" y="16941"/>
                  </a:lnTo>
                  <a:lnTo>
                    <a:pt x="4305" y="28587"/>
                  </a:lnTo>
                  <a:lnTo>
                    <a:pt x="17221" y="33883"/>
                  </a:lnTo>
                  <a:lnTo>
                    <a:pt x="18999" y="33883"/>
                  </a:lnTo>
                  <a:lnTo>
                    <a:pt x="31356" y="28587"/>
                  </a:lnTo>
                  <a:lnTo>
                    <a:pt x="35471" y="16941"/>
                  </a:lnTo>
                  <a:close/>
                </a:path>
                <a:path w="113665" h="34289">
                  <a:moveTo>
                    <a:pt x="113055" y="16941"/>
                  </a:moveTo>
                  <a:lnTo>
                    <a:pt x="108762" y="5295"/>
                  </a:lnTo>
                  <a:lnTo>
                    <a:pt x="95910" y="0"/>
                  </a:lnTo>
                  <a:lnTo>
                    <a:pt x="76619" y="0"/>
                  </a:lnTo>
                  <a:lnTo>
                    <a:pt x="63766" y="5295"/>
                  </a:lnTo>
                  <a:lnTo>
                    <a:pt x="59486" y="16941"/>
                  </a:lnTo>
                  <a:lnTo>
                    <a:pt x="63766" y="28587"/>
                  </a:lnTo>
                  <a:lnTo>
                    <a:pt x="76619" y="33883"/>
                  </a:lnTo>
                  <a:lnTo>
                    <a:pt x="95910" y="33883"/>
                  </a:lnTo>
                  <a:lnTo>
                    <a:pt x="108762" y="28587"/>
                  </a:lnTo>
                  <a:lnTo>
                    <a:pt x="113055" y="16941"/>
                  </a:lnTo>
                  <a:close/>
                </a:path>
              </a:pathLst>
            </a:custGeom>
            <a:solidFill>
              <a:srgbClr val="999999"/>
            </a:solidFill>
          </p:spPr>
          <p:txBody>
            <a:bodyPr wrap="square" lIns="0" tIns="0" rIns="0" bIns="0" rtlCol="0"/>
            <a:lstStyle/>
            <a:p>
              <a:endParaRPr/>
            </a:p>
          </p:txBody>
        </p:sp>
      </p:grpSp>
      <p:sp>
        <p:nvSpPr>
          <p:cNvPr id="23" name="object 23"/>
          <p:cNvSpPr/>
          <p:nvPr/>
        </p:nvSpPr>
        <p:spPr>
          <a:xfrm>
            <a:off x="8332368" y="4190910"/>
            <a:ext cx="260985" cy="266700"/>
          </a:xfrm>
          <a:custGeom>
            <a:avLst/>
            <a:gdLst/>
            <a:ahLst/>
            <a:cxnLst/>
            <a:rect l="l" t="t" r="r" b="b"/>
            <a:pathLst>
              <a:path w="260984" h="266700">
                <a:moveTo>
                  <a:pt x="141008" y="132753"/>
                </a:moveTo>
                <a:lnTo>
                  <a:pt x="36690" y="0"/>
                </a:lnTo>
                <a:lnTo>
                  <a:pt x="0" y="0"/>
                </a:lnTo>
                <a:lnTo>
                  <a:pt x="104457" y="132753"/>
                </a:lnTo>
                <a:lnTo>
                  <a:pt x="0" y="266382"/>
                </a:lnTo>
                <a:lnTo>
                  <a:pt x="36690" y="266382"/>
                </a:lnTo>
                <a:lnTo>
                  <a:pt x="141008" y="132753"/>
                </a:lnTo>
                <a:close/>
              </a:path>
              <a:path w="260984" h="266700">
                <a:moveTo>
                  <a:pt x="201422" y="132753"/>
                </a:moveTo>
                <a:lnTo>
                  <a:pt x="97104" y="0"/>
                </a:lnTo>
                <a:lnTo>
                  <a:pt x="59524" y="0"/>
                </a:lnTo>
                <a:lnTo>
                  <a:pt x="163855" y="132753"/>
                </a:lnTo>
                <a:lnTo>
                  <a:pt x="59524" y="266382"/>
                </a:lnTo>
                <a:lnTo>
                  <a:pt x="97104" y="266382"/>
                </a:lnTo>
                <a:lnTo>
                  <a:pt x="201422" y="132753"/>
                </a:lnTo>
                <a:close/>
              </a:path>
              <a:path w="260984" h="266700">
                <a:moveTo>
                  <a:pt x="260946" y="132753"/>
                </a:moveTo>
                <a:lnTo>
                  <a:pt x="156629" y="0"/>
                </a:lnTo>
                <a:lnTo>
                  <a:pt x="119938" y="0"/>
                </a:lnTo>
                <a:lnTo>
                  <a:pt x="224269" y="132753"/>
                </a:lnTo>
                <a:lnTo>
                  <a:pt x="119938" y="266382"/>
                </a:lnTo>
                <a:lnTo>
                  <a:pt x="156629" y="266382"/>
                </a:lnTo>
                <a:lnTo>
                  <a:pt x="260946" y="132753"/>
                </a:lnTo>
                <a:close/>
              </a:path>
            </a:pathLst>
          </a:custGeom>
          <a:solidFill>
            <a:srgbClr val="999999"/>
          </a:solidFill>
        </p:spPr>
        <p:txBody>
          <a:bodyPr wrap="square" lIns="0" tIns="0" rIns="0" bIns="0" rtlCol="0"/>
          <a:lstStyle/>
          <a:p>
            <a:endParaRPr/>
          </a:p>
        </p:txBody>
      </p:sp>
      <p:pic>
        <p:nvPicPr>
          <p:cNvPr id="24" name="object 24"/>
          <p:cNvPicPr/>
          <p:nvPr/>
        </p:nvPicPr>
        <p:blipFill>
          <a:blip r:embed="rId11" cstate="print"/>
          <a:stretch>
            <a:fillRect/>
          </a:stretch>
        </p:blipFill>
        <p:spPr>
          <a:xfrm>
            <a:off x="8952021" y="4205427"/>
            <a:ext cx="303085" cy="237063"/>
          </a:xfrm>
          <a:prstGeom prst="rect">
            <a:avLst/>
          </a:prstGeom>
        </p:spPr>
      </p:pic>
      <p:sp>
        <p:nvSpPr>
          <p:cNvPr id="25" name="object 25"/>
          <p:cNvSpPr/>
          <p:nvPr/>
        </p:nvSpPr>
        <p:spPr>
          <a:xfrm>
            <a:off x="9643979" y="4187707"/>
            <a:ext cx="175895" cy="273050"/>
          </a:xfrm>
          <a:custGeom>
            <a:avLst/>
            <a:gdLst/>
            <a:ahLst/>
            <a:cxnLst/>
            <a:rect l="l" t="t" r="r" b="b"/>
            <a:pathLst>
              <a:path w="175895" h="273050">
                <a:moveTo>
                  <a:pt x="39980" y="272597"/>
                </a:moveTo>
                <a:lnTo>
                  <a:pt x="4176" y="249790"/>
                </a:lnTo>
                <a:lnTo>
                  <a:pt x="0" y="39087"/>
                </a:lnTo>
                <a:lnTo>
                  <a:pt x="3303" y="23075"/>
                </a:lnTo>
                <a:lnTo>
                  <a:pt x="12057" y="10739"/>
                </a:lnTo>
                <a:lnTo>
                  <a:pt x="24523" y="2805"/>
                </a:lnTo>
                <a:lnTo>
                  <a:pt x="38964" y="0"/>
                </a:lnTo>
                <a:lnTo>
                  <a:pt x="46096" y="700"/>
                </a:lnTo>
                <a:lnTo>
                  <a:pt x="163854" y="109648"/>
                </a:lnTo>
                <a:lnTo>
                  <a:pt x="175467" y="137393"/>
                </a:lnTo>
                <a:lnTo>
                  <a:pt x="172563" y="151926"/>
                </a:lnTo>
                <a:lnTo>
                  <a:pt x="66760" y="261556"/>
                </a:lnTo>
                <a:lnTo>
                  <a:pt x="39980" y="272597"/>
                </a:lnTo>
                <a:close/>
              </a:path>
            </a:pathLst>
          </a:custGeom>
          <a:solidFill>
            <a:srgbClr val="999999"/>
          </a:solidFill>
        </p:spPr>
        <p:txBody>
          <a:bodyPr wrap="square" lIns="0" tIns="0" rIns="0" bIns="0" rtlCol="0"/>
          <a:lstStyle/>
          <a:p>
            <a:endParaRPr/>
          </a:p>
        </p:txBody>
      </p:sp>
      <p:sp>
        <p:nvSpPr>
          <p:cNvPr id="26" name="object 26"/>
          <p:cNvSpPr/>
          <p:nvPr/>
        </p:nvSpPr>
        <p:spPr>
          <a:xfrm>
            <a:off x="7668276" y="4068129"/>
            <a:ext cx="308610" cy="339725"/>
          </a:xfrm>
          <a:custGeom>
            <a:avLst/>
            <a:gdLst/>
            <a:ahLst/>
            <a:cxnLst/>
            <a:rect l="l" t="t" r="r" b="b"/>
            <a:pathLst>
              <a:path w="308609" h="339725">
                <a:moveTo>
                  <a:pt x="101536" y="339604"/>
                </a:moveTo>
                <a:lnTo>
                  <a:pt x="152812" y="244424"/>
                </a:lnTo>
                <a:lnTo>
                  <a:pt x="0" y="244424"/>
                </a:lnTo>
                <a:lnTo>
                  <a:pt x="0" y="95180"/>
                </a:lnTo>
                <a:lnTo>
                  <a:pt x="152812" y="95180"/>
                </a:lnTo>
                <a:lnTo>
                  <a:pt x="101536" y="0"/>
                </a:lnTo>
                <a:lnTo>
                  <a:pt x="308416" y="169294"/>
                </a:lnTo>
                <a:lnTo>
                  <a:pt x="101536" y="339604"/>
                </a:lnTo>
                <a:close/>
              </a:path>
            </a:pathLst>
          </a:custGeom>
          <a:solidFill>
            <a:srgbClr val="999999"/>
          </a:solidFill>
        </p:spPr>
        <p:txBody>
          <a:bodyPr wrap="square" lIns="0" tIns="0" rIns="0" bIns="0" rtlCol="0"/>
          <a:lstStyle/>
          <a:p>
            <a:endParaRPr/>
          </a:p>
        </p:txBody>
      </p:sp>
      <p:sp>
        <p:nvSpPr>
          <p:cNvPr id="27" name="object 27"/>
          <p:cNvSpPr/>
          <p:nvPr/>
        </p:nvSpPr>
        <p:spPr>
          <a:xfrm>
            <a:off x="5795340" y="2459324"/>
            <a:ext cx="248285" cy="340995"/>
          </a:xfrm>
          <a:custGeom>
            <a:avLst/>
            <a:gdLst/>
            <a:ahLst/>
            <a:cxnLst/>
            <a:rect l="l" t="t" r="r" b="b"/>
            <a:pathLst>
              <a:path w="248285" h="340994">
                <a:moveTo>
                  <a:pt x="0" y="340492"/>
                </a:moveTo>
                <a:lnTo>
                  <a:pt x="99759" y="170309"/>
                </a:lnTo>
                <a:lnTo>
                  <a:pt x="0" y="0"/>
                </a:lnTo>
                <a:lnTo>
                  <a:pt x="248002" y="170309"/>
                </a:lnTo>
                <a:lnTo>
                  <a:pt x="0" y="340492"/>
                </a:lnTo>
                <a:close/>
              </a:path>
            </a:pathLst>
          </a:custGeom>
          <a:solidFill>
            <a:srgbClr val="999999"/>
          </a:solidFill>
        </p:spPr>
        <p:txBody>
          <a:bodyPr wrap="square" lIns="0" tIns="0" rIns="0" bIns="0" rtlCol="0"/>
          <a:lstStyle/>
          <a:p>
            <a:endParaRPr/>
          </a:p>
        </p:txBody>
      </p:sp>
      <p:sp>
        <p:nvSpPr>
          <p:cNvPr id="28" name="object 28"/>
          <p:cNvSpPr/>
          <p:nvPr/>
        </p:nvSpPr>
        <p:spPr>
          <a:xfrm>
            <a:off x="5728453" y="4100998"/>
            <a:ext cx="382270" cy="274320"/>
          </a:xfrm>
          <a:custGeom>
            <a:avLst/>
            <a:gdLst/>
            <a:ahLst/>
            <a:cxnLst/>
            <a:rect l="l" t="t" r="r" b="b"/>
            <a:pathLst>
              <a:path w="382270" h="274320">
                <a:moveTo>
                  <a:pt x="0" y="273739"/>
                </a:moveTo>
                <a:lnTo>
                  <a:pt x="92525" y="136425"/>
                </a:lnTo>
                <a:lnTo>
                  <a:pt x="0" y="0"/>
                </a:lnTo>
                <a:lnTo>
                  <a:pt x="381776" y="136425"/>
                </a:lnTo>
                <a:lnTo>
                  <a:pt x="0" y="273739"/>
                </a:lnTo>
                <a:close/>
              </a:path>
            </a:pathLst>
          </a:custGeom>
          <a:solidFill>
            <a:srgbClr val="999999"/>
          </a:solidFill>
        </p:spPr>
        <p:txBody>
          <a:bodyPr wrap="square" lIns="0" tIns="0" rIns="0" bIns="0" rtlCol="0"/>
          <a:lstStyle/>
          <a:p>
            <a:endParaRPr/>
          </a:p>
        </p:txBody>
      </p:sp>
      <p:sp>
        <p:nvSpPr>
          <p:cNvPr id="29" name="object 29"/>
          <p:cNvSpPr/>
          <p:nvPr/>
        </p:nvSpPr>
        <p:spPr>
          <a:xfrm>
            <a:off x="5764688" y="3020677"/>
            <a:ext cx="309880" cy="234315"/>
          </a:xfrm>
          <a:custGeom>
            <a:avLst/>
            <a:gdLst/>
            <a:ahLst/>
            <a:cxnLst/>
            <a:rect l="l" t="t" r="r" b="b"/>
            <a:pathLst>
              <a:path w="309879" h="234314">
                <a:moveTo>
                  <a:pt x="200407" y="234271"/>
                </a:moveTo>
                <a:lnTo>
                  <a:pt x="173880" y="208636"/>
                </a:lnTo>
                <a:lnTo>
                  <a:pt x="243432" y="135410"/>
                </a:lnTo>
                <a:lnTo>
                  <a:pt x="0" y="135410"/>
                </a:lnTo>
                <a:lnTo>
                  <a:pt x="0" y="98861"/>
                </a:lnTo>
                <a:lnTo>
                  <a:pt x="243432" y="98861"/>
                </a:lnTo>
                <a:lnTo>
                  <a:pt x="173880" y="25635"/>
                </a:lnTo>
                <a:lnTo>
                  <a:pt x="200407" y="0"/>
                </a:lnTo>
                <a:lnTo>
                  <a:pt x="309431" y="117135"/>
                </a:lnTo>
                <a:lnTo>
                  <a:pt x="200407" y="234271"/>
                </a:lnTo>
                <a:close/>
              </a:path>
            </a:pathLst>
          </a:custGeom>
          <a:solidFill>
            <a:srgbClr val="999999"/>
          </a:solidFill>
        </p:spPr>
        <p:txBody>
          <a:bodyPr wrap="square" lIns="0" tIns="0" rIns="0" bIns="0" rtlCol="0"/>
          <a:lstStyle/>
          <a:p>
            <a:endParaRPr/>
          </a:p>
        </p:txBody>
      </p:sp>
      <p:sp>
        <p:nvSpPr>
          <p:cNvPr id="30" name="object 30"/>
          <p:cNvSpPr/>
          <p:nvPr/>
        </p:nvSpPr>
        <p:spPr>
          <a:xfrm>
            <a:off x="7104236" y="2982985"/>
            <a:ext cx="191135" cy="309880"/>
          </a:xfrm>
          <a:custGeom>
            <a:avLst/>
            <a:gdLst/>
            <a:ahLst/>
            <a:cxnLst/>
            <a:rect l="l" t="t" r="r" b="b"/>
            <a:pathLst>
              <a:path w="191134" h="309879">
                <a:moveTo>
                  <a:pt x="46809" y="309654"/>
                </a:moveTo>
                <a:lnTo>
                  <a:pt x="24007" y="302908"/>
                </a:lnTo>
                <a:lnTo>
                  <a:pt x="7559" y="285669"/>
                </a:lnTo>
                <a:lnTo>
                  <a:pt x="2296" y="262433"/>
                </a:lnTo>
                <a:lnTo>
                  <a:pt x="13048" y="237698"/>
                </a:lnTo>
                <a:lnTo>
                  <a:pt x="88058" y="156223"/>
                </a:lnTo>
                <a:lnTo>
                  <a:pt x="13048" y="74748"/>
                </a:lnTo>
                <a:lnTo>
                  <a:pt x="0" y="49470"/>
                </a:lnTo>
                <a:lnTo>
                  <a:pt x="4608" y="25286"/>
                </a:lnTo>
                <a:lnTo>
                  <a:pt x="21402" y="7146"/>
                </a:lnTo>
                <a:lnTo>
                  <a:pt x="44906" y="0"/>
                </a:lnTo>
                <a:lnTo>
                  <a:pt x="53243" y="914"/>
                </a:lnTo>
                <a:lnTo>
                  <a:pt x="178680" y="126907"/>
                </a:lnTo>
                <a:lnTo>
                  <a:pt x="190610" y="154446"/>
                </a:lnTo>
                <a:lnTo>
                  <a:pt x="190610" y="158000"/>
                </a:lnTo>
                <a:lnTo>
                  <a:pt x="77016" y="296329"/>
                </a:lnTo>
                <a:lnTo>
                  <a:pt x="54492" y="308893"/>
                </a:lnTo>
                <a:lnTo>
                  <a:pt x="46809" y="309654"/>
                </a:lnTo>
                <a:close/>
              </a:path>
            </a:pathLst>
          </a:custGeom>
          <a:solidFill>
            <a:srgbClr val="999999"/>
          </a:solidFill>
        </p:spPr>
        <p:txBody>
          <a:bodyPr wrap="square" lIns="0" tIns="0" rIns="0" bIns="0" rtlCol="0"/>
          <a:lstStyle/>
          <a:p>
            <a:endParaRPr/>
          </a:p>
        </p:txBody>
      </p:sp>
      <p:pic>
        <p:nvPicPr>
          <p:cNvPr id="31" name="object 31"/>
          <p:cNvPicPr/>
          <p:nvPr/>
        </p:nvPicPr>
        <p:blipFill>
          <a:blip r:embed="rId12" cstate="print"/>
          <a:stretch>
            <a:fillRect/>
          </a:stretch>
        </p:blipFill>
        <p:spPr>
          <a:xfrm>
            <a:off x="6450410" y="2518440"/>
            <a:ext cx="227101" cy="222468"/>
          </a:xfrm>
          <a:prstGeom prst="rect">
            <a:avLst/>
          </a:prstGeom>
        </p:spPr>
      </p:pic>
      <p:sp>
        <p:nvSpPr>
          <p:cNvPr id="32" name="object 32"/>
          <p:cNvSpPr/>
          <p:nvPr/>
        </p:nvSpPr>
        <p:spPr>
          <a:xfrm>
            <a:off x="7067080" y="3537635"/>
            <a:ext cx="246379" cy="305435"/>
          </a:xfrm>
          <a:custGeom>
            <a:avLst/>
            <a:gdLst/>
            <a:ahLst/>
            <a:cxnLst/>
            <a:rect l="l" t="t" r="r" b="b"/>
            <a:pathLst>
              <a:path w="246379" h="305435">
                <a:moveTo>
                  <a:pt x="178574" y="146443"/>
                </a:moveTo>
                <a:lnTo>
                  <a:pt x="49504" y="0"/>
                </a:lnTo>
                <a:lnTo>
                  <a:pt x="13716" y="0"/>
                </a:lnTo>
                <a:lnTo>
                  <a:pt x="11938" y="876"/>
                </a:lnTo>
                <a:lnTo>
                  <a:pt x="141008" y="146443"/>
                </a:lnTo>
                <a:lnTo>
                  <a:pt x="0" y="304825"/>
                </a:lnTo>
                <a:lnTo>
                  <a:pt x="37566" y="304825"/>
                </a:lnTo>
                <a:lnTo>
                  <a:pt x="178574" y="146443"/>
                </a:lnTo>
                <a:close/>
              </a:path>
              <a:path w="246379" h="305435">
                <a:moveTo>
                  <a:pt x="246227" y="146443"/>
                </a:moveTo>
                <a:lnTo>
                  <a:pt x="116255" y="0"/>
                </a:lnTo>
                <a:lnTo>
                  <a:pt x="80594" y="0"/>
                </a:lnTo>
                <a:lnTo>
                  <a:pt x="79705" y="876"/>
                </a:lnTo>
                <a:lnTo>
                  <a:pt x="208788" y="146443"/>
                </a:lnTo>
                <a:lnTo>
                  <a:pt x="67779" y="304825"/>
                </a:lnTo>
                <a:lnTo>
                  <a:pt x="105346" y="304825"/>
                </a:lnTo>
                <a:lnTo>
                  <a:pt x="246227" y="146443"/>
                </a:lnTo>
                <a:close/>
              </a:path>
            </a:pathLst>
          </a:custGeom>
          <a:solidFill>
            <a:srgbClr val="999999"/>
          </a:solidFill>
        </p:spPr>
        <p:txBody>
          <a:bodyPr wrap="square" lIns="0" tIns="0" rIns="0" bIns="0" rtlCol="0"/>
          <a:lstStyle/>
          <a:p>
            <a:endParaRPr/>
          </a:p>
        </p:txBody>
      </p:sp>
      <p:grpSp>
        <p:nvGrpSpPr>
          <p:cNvPr id="33" name="object 33"/>
          <p:cNvGrpSpPr/>
          <p:nvPr/>
        </p:nvGrpSpPr>
        <p:grpSpPr>
          <a:xfrm>
            <a:off x="6430794" y="4088171"/>
            <a:ext cx="268605" cy="299720"/>
            <a:chOff x="6430794" y="4088171"/>
            <a:chExt cx="268605" cy="299720"/>
          </a:xfrm>
        </p:grpSpPr>
        <p:sp>
          <p:nvSpPr>
            <p:cNvPr id="34" name="object 34"/>
            <p:cNvSpPr/>
            <p:nvPr/>
          </p:nvSpPr>
          <p:spPr>
            <a:xfrm>
              <a:off x="6521536" y="4088171"/>
              <a:ext cx="178435" cy="299720"/>
            </a:xfrm>
            <a:custGeom>
              <a:avLst/>
              <a:gdLst/>
              <a:ahLst/>
              <a:cxnLst/>
              <a:rect l="l" t="t" r="r" b="b"/>
              <a:pathLst>
                <a:path w="178434" h="299720">
                  <a:moveTo>
                    <a:pt x="34076" y="299501"/>
                  </a:moveTo>
                  <a:lnTo>
                    <a:pt x="28110" y="299501"/>
                  </a:lnTo>
                  <a:lnTo>
                    <a:pt x="13457" y="295026"/>
                  </a:lnTo>
                  <a:lnTo>
                    <a:pt x="3028" y="283686"/>
                  </a:lnTo>
                  <a:lnTo>
                    <a:pt x="0" y="268609"/>
                  </a:lnTo>
                  <a:lnTo>
                    <a:pt x="7549" y="252926"/>
                  </a:lnTo>
                  <a:lnTo>
                    <a:pt x="110989" y="149497"/>
                  </a:lnTo>
                  <a:lnTo>
                    <a:pt x="7549" y="46955"/>
                  </a:lnTo>
                  <a:lnTo>
                    <a:pt x="12" y="30999"/>
                  </a:lnTo>
                  <a:lnTo>
                    <a:pt x="2933" y="15815"/>
                  </a:lnTo>
                  <a:lnTo>
                    <a:pt x="13207" y="4463"/>
                  </a:lnTo>
                  <a:lnTo>
                    <a:pt x="27729" y="0"/>
                  </a:lnTo>
                  <a:lnTo>
                    <a:pt x="33822" y="0"/>
                  </a:lnTo>
                  <a:lnTo>
                    <a:pt x="40168" y="2284"/>
                  </a:lnTo>
                  <a:lnTo>
                    <a:pt x="46006" y="7614"/>
                  </a:lnTo>
                  <a:lnTo>
                    <a:pt x="169627" y="129318"/>
                  </a:lnTo>
                  <a:lnTo>
                    <a:pt x="169627" y="128430"/>
                  </a:lnTo>
                  <a:lnTo>
                    <a:pt x="175767" y="138230"/>
                  </a:lnTo>
                  <a:lnTo>
                    <a:pt x="177813" y="149052"/>
                  </a:lnTo>
                  <a:lnTo>
                    <a:pt x="175767" y="159875"/>
                  </a:lnTo>
                  <a:lnTo>
                    <a:pt x="169627" y="169675"/>
                  </a:lnTo>
                  <a:lnTo>
                    <a:pt x="46006" y="292268"/>
                  </a:lnTo>
                  <a:lnTo>
                    <a:pt x="40295" y="297344"/>
                  </a:lnTo>
                  <a:lnTo>
                    <a:pt x="34076" y="299501"/>
                  </a:lnTo>
                  <a:close/>
                </a:path>
              </a:pathLst>
            </a:custGeom>
            <a:solidFill>
              <a:srgbClr val="999999"/>
            </a:solidFill>
          </p:spPr>
          <p:txBody>
            <a:bodyPr wrap="square" lIns="0" tIns="0" rIns="0" bIns="0" rtlCol="0"/>
            <a:lstStyle/>
            <a:p>
              <a:endParaRPr/>
            </a:p>
          </p:txBody>
        </p:sp>
        <p:pic>
          <p:nvPicPr>
            <p:cNvPr id="35" name="object 35"/>
            <p:cNvPicPr/>
            <p:nvPr/>
          </p:nvPicPr>
          <p:blipFill>
            <a:blip r:embed="rId13" cstate="print"/>
            <a:stretch>
              <a:fillRect/>
            </a:stretch>
          </p:blipFill>
          <p:spPr>
            <a:xfrm>
              <a:off x="6430794" y="4146422"/>
              <a:ext cx="119360" cy="181985"/>
            </a:xfrm>
            <a:prstGeom prst="rect">
              <a:avLst/>
            </a:prstGeom>
          </p:spPr>
        </p:pic>
      </p:grpSp>
      <p:sp>
        <p:nvSpPr>
          <p:cNvPr id="36" name="object 36"/>
          <p:cNvSpPr/>
          <p:nvPr/>
        </p:nvSpPr>
        <p:spPr>
          <a:xfrm>
            <a:off x="6449786" y="3551865"/>
            <a:ext cx="220979" cy="276860"/>
          </a:xfrm>
          <a:custGeom>
            <a:avLst/>
            <a:gdLst/>
            <a:ahLst/>
            <a:cxnLst/>
            <a:rect l="l" t="t" r="r" b="b"/>
            <a:pathLst>
              <a:path w="220979" h="276860">
                <a:moveTo>
                  <a:pt x="96078" y="276404"/>
                </a:moveTo>
                <a:lnTo>
                  <a:pt x="0" y="276404"/>
                </a:lnTo>
                <a:lnTo>
                  <a:pt x="0" y="0"/>
                </a:lnTo>
                <a:lnTo>
                  <a:pt x="96078" y="0"/>
                </a:lnTo>
                <a:lnTo>
                  <a:pt x="220586" y="138202"/>
                </a:lnTo>
                <a:lnTo>
                  <a:pt x="96078" y="276404"/>
                </a:lnTo>
                <a:close/>
              </a:path>
            </a:pathLst>
          </a:custGeom>
          <a:solidFill>
            <a:srgbClr val="999999"/>
          </a:solidFill>
        </p:spPr>
        <p:txBody>
          <a:bodyPr wrap="square" lIns="0" tIns="0" rIns="0" bIns="0" rtlCol="0"/>
          <a:lstStyle/>
          <a:p>
            <a:endParaRPr/>
          </a:p>
        </p:txBody>
      </p:sp>
      <p:sp>
        <p:nvSpPr>
          <p:cNvPr id="37" name="object 37"/>
          <p:cNvSpPr/>
          <p:nvPr/>
        </p:nvSpPr>
        <p:spPr>
          <a:xfrm>
            <a:off x="10199285" y="4185866"/>
            <a:ext cx="333375" cy="276860"/>
          </a:xfrm>
          <a:custGeom>
            <a:avLst/>
            <a:gdLst/>
            <a:ahLst/>
            <a:cxnLst/>
            <a:rect l="l" t="t" r="r" b="b"/>
            <a:pathLst>
              <a:path w="333375" h="276860">
                <a:moveTo>
                  <a:pt x="208656" y="276404"/>
                </a:moveTo>
                <a:lnTo>
                  <a:pt x="0" y="276404"/>
                </a:lnTo>
                <a:lnTo>
                  <a:pt x="112578" y="138202"/>
                </a:lnTo>
                <a:lnTo>
                  <a:pt x="0" y="0"/>
                </a:lnTo>
                <a:lnTo>
                  <a:pt x="208656" y="0"/>
                </a:lnTo>
                <a:lnTo>
                  <a:pt x="333165" y="138202"/>
                </a:lnTo>
                <a:lnTo>
                  <a:pt x="208656" y="276404"/>
                </a:lnTo>
                <a:close/>
              </a:path>
            </a:pathLst>
          </a:custGeom>
          <a:solidFill>
            <a:srgbClr val="999999"/>
          </a:solidFill>
        </p:spPr>
        <p:txBody>
          <a:bodyPr wrap="square" lIns="0" tIns="0" rIns="0" bIns="0" rtlCol="0"/>
          <a:lstStyle/>
          <a:p>
            <a:endParaRPr/>
          </a:p>
        </p:txBody>
      </p:sp>
      <p:sp>
        <p:nvSpPr>
          <p:cNvPr id="38" name="object 38"/>
          <p:cNvSpPr/>
          <p:nvPr/>
        </p:nvSpPr>
        <p:spPr>
          <a:xfrm>
            <a:off x="5778459" y="3551865"/>
            <a:ext cx="281940" cy="276860"/>
          </a:xfrm>
          <a:custGeom>
            <a:avLst/>
            <a:gdLst/>
            <a:ahLst/>
            <a:cxnLst/>
            <a:rect l="l" t="t" r="r" b="b"/>
            <a:pathLst>
              <a:path w="281939" h="276860">
                <a:moveTo>
                  <a:pt x="156492" y="276404"/>
                </a:moveTo>
                <a:lnTo>
                  <a:pt x="60413" y="276404"/>
                </a:lnTo>
                <a:lnTo>
                  <a:pt x="113466" y="210412"/>
                </a:lnTo>
                <a:lnTo>
                  <a:pt x="0" y="210412"/>
                </a:lnTo>
                <a:lnTo>
                  <a:pt x="0" y="64976"/>
                </a:lnTo>
                <a:lnTo>
                  <a:pt x="113466" y="64976"/>
                </a:lnTo>
                <a:lnTo>
                  <a:pt x="60413" y="0"/>
                </a:lnTo>
                <a:lnTo>
                  <a:pt x="156492" y="0"/>
                </a:lnTo>
                <a:lnTo>
                  <a:pt x="281890" y="138202"/>
                </a:lnTo>
                <a:lnTo>
                  <a:pt x="156492" y="276404"/>
                </a:lnTo>
                <a:close/>
              </a:path>
            </a:pathLst>
          </a:custGeom>
          <a:solidFill>
            <a:srgbClr val="999999"/>
          </a:solidFill>
        </p:spPr>
        <p:txBody>
          <a:bodyPr wrap="square" lIns="0" tIns="0" rIns="0" bIns="0" rtlCol="0"/>
          <a:lstStyle/>
          <a:p>
            <a:endParaRPr/>
          </a:p>
        </p:txBody>
      </p:sp>
      <p:grpSp>
        <p:nvGrpSpPr>
          <p:cNvPr id="39" name="object 39"/>
          <p:cNvGrpSpPr/>
          <p:nvPr/>
        </p:nvGrpSpPr>
        <p:grpSpPr>
          <a:xfrm>
            <a:off x="7728688" y="2970250"/>
            <a:ext cx="197485" cy="335280"/>
            <a:chOff x="7728688" y="2970250"/>
            <a:chExt cx="197485" cy="335280"/>
          </a:xfrm>
        </p:grpSpPr>
        <p:sp>
          <p:nvSpPr>
            <p:cNvPr id="40" name="object 40"/>
            <p:cNvSpPr/>
            <p:nvPr/>
          </p:nvSpPr>
          <p:spPr>
            <a:xfrm>
              <a:off x="7728686" y="2970250"/>
              <a:ext cx="52705" cy="335280"/>
            </a:xfrm>
            <a:custGeom>
              <a:avLst/>
              <a:gdLst/>
              <a:ahLst/>
              <a:cxnLst/>
              <a:rect l="l" t="t" r="r" b="b"/>
              <a:pathLst>
                <a:path w="52704" h="335279">
                  <a:moveTo>
                    <a:pt x="52628" y="308521"/>
                  </a:moveTo>
                  <a:lnTo>
                    <a:pt x="50914" y="297624"/>
                  </a:lnTo>
                  <a:lnTo>
                    <a:pt x="45173" y="288899"/>
                  </a:lnTo>
                  <a:lnTo>
                    <a:pt x="36537" y="283083"/>
                  </a:lnTo>
                  <a:lnTo>
                    <a:pt x="26111" y="280974"/>
                  </a:lnTo>
                  <a:lnTo>
                    <a:pt x="10744" y="285813"/>
                  </a:lnTo>
                  <a:lnTo>
                    <a:pt x="1498" y="297700"/>
                  </a:lnTo>
                  <a:lnTo>
                    <a:pt x="0" y="312674"/>
                  </a:lnTo>
                  <a:lnTo>
                    <a:pt x="7835" y="326796"/>
                  </a:lnTo>
                  <a:lnTo>
                    <a:pt x="13157" y="332498"/>
                  </a:lnTo>
                  <a:lnTo>
                    <a:pt x="19888" y="335038"/>
                  </a:lnTo>
                  <a:lnTo>
                    <a:pt x="26492" y="335038"/>
                  </a:lnTo>
                  <a:lnTo>
                    <a:pt x="36195" y="333146"/>
                  </a:lnTo>
                  <a:lnTo>
                    <a:pt x="44564" y="327774"/>
                  </a:lnTo>
                  <a:lnTo>
                    <a:pt x="50419" y="319405"/>
                  </a:lnTo>
                  <a:lnTo>
                    <a:pt x="52628" y="308521"/>
                  </a:lnTo>
                  <a:close/>
                </a:path>
                <a:path w="52704" h="335279">
                  <a:moveTo>
                    <a:pt x="52628" y="237959"/>
                  </a:moveTo>
                  <a:lnTo>
                    <a:pt x="51066" y="227876"/>
                  </a:lnTo>
                  <a:lnTo>
                    <a:pt x="45694" y="219417"/>
                  </a:lnTo>
                  <a:lnTo>
                    <a:pt x="37553" y="213601"/>
                  </a:lnTo>
                  <a:lnTo>
                    <a:pt x="27635" y="211429"/>
                  </a:lnTo>
                  <a:lnTo>
                    <a:pt x="26111" y="211429"/>
                  </a:lnTo>
                  <a:lnTo>
                    <a:pt x="10744" y="216128"/>
                  </a:lnTo>
                  <a:lnTo>
                    <a:pt x="1498" y="227711"/>
                  </a:lnTo>
                  <a:lnTo>
                    <a:pt x="0" y="242379"/>
                  </a:lnTo>
                  <a:lnTo>
                    <a:pt x="7835" y="256362"/>
                  </a:lnTo>
                  <a:lnTo>
                    <a:pt x="13157" y="262064"/>
                  </a:lnTo>
                  <a:lnTo>
                    <a:pt x="19888" y="264604"/>
                  </a:lnTo>
                  <a:lnTo>
                    <a:pt x="26492" y="264604"/>
                  </a:lnTo>
                  <a:lnTo>
                    <a:pt x="36195" y="262686"/>
                  </a:lnTo>
                  <a:lnTo>
                    <a:pt x="44564" y="257276"/>
                  </a:lnTo>
                  <a:lnTo>
                    <a:pt x="50419" y="248869"/>
                  </a:lnTo>
                  <a:lnTo>
                    <a:pt x="52628" y="237959"/>
                  </a:lnTo>
                  <a:close/>
                </a:path>
                <a:path w="52704" h="335279">
                  <a:moveTo>
                    <a:pt x="52628" y="167525"/>
                  </a:moveTo>
                  <a:lnTo>
                    <a:pt x="50914" y="157226"/>
                  </a:lnTo>
                  <a:lnTo>
                    <a:pt x="45173" y="148793"/>
                  </a:lnTo>
                  <a:lnTo>
                    <a:pt x="36537" y="143090"/>
                  </a:lnTo>
                  <a:lnTo>
                    <a:pt x="26111" y="140995"/>
                  </a:lnTo>
                  <a:lnTo>
                    <a:pt x="10744" y="145694"/>
                  </a:lnTo>
                  <a:lnTo>
                    <a:pt x="1498" y="157327"/>
                  </a:lnTo>
                  <a:lnTo>
                    <a:pt x="0" y="172212"/>
                  </a:lnTo>
                  <a:lnTo>
                    <a:pt x="7835" y="186690"/>
                  </a:lnTo>
                  <a:lnTo>
                    <a:pt x="13030" y="192011"/>
                  </a:lnTo>
                  <a:lnTo>
                    <a:pt x="19507" y="194424"/>
                  </a:lnTo>
                  <a:lnTo>
                    <a:pt x="25984" y="194424"/>
                  </a:lnTo>
                  <a:lnTo>
                    <a:pt x="35877" y="192506"/>
                  </a:lnTo>
                  <a:lnTo>
                    <a:pt x="44399" y="187071"/>
                  </a:lnTo>
                  <a:lnTo>
                    <a:pt x="50380" y="178574"/>
                  </a:lnTo>
                  <a:lnTo>
                    <a:pt x="52628" y="167525"/>
                  </a:lnTo>
                  <a:close/>
                </a:path>
                <a:path w="52704" h="335279">
                  <a:moveTo>
                    <a:pt x="52628" y="97091"/>
                  </a:moveTo>
                  <a:lnTo>
                    <a:pt x="50914" y="86741"/>
                  </a:lnTo>
                  <a:lnTo>
                    <a:pt x="45173" y="78308"/>
                  </a:lnTo>
                  <a:lnTo>
                    <a:pt x="36537" y="72644"/>
                  </a:lnTo>
                  <a:lnTo>
                    <a:pt x="26111" y="70561"/>
                  </a:lnTo>
                  <a:lnTo>
                    <a:pt x="10744" y="75260"/>
                  </a:lnTo>
                  <a:lnTo>
                    <a:pt x="1498" y="86893"/>
                  </a:lnTo>
                  <a:lnTo>
                    <a:pt x="0" y="101777"/>
                  </a:lnTo>
                  <a:lnTo>
                    <a:pt x="7835" y="116255"/>
                  </a:lnTo>
                  <a:lnTo>
                    <a:pt x="13030" y="121577"/>
                  </a:lnTo>
                  <a:lnTo>
                    <a:pt x="19507" y="123863"/>
                  </a:lnTo>
                  <a:lnTo>
                    <a:pt x="25984" y="123863"/>
                  </a:lnTo>
                  <a:lnTo>
                    <a:pt x="35877" y="121945"/>
                  </a:lnTo>
                  <a:lnTo>
                    <a:pt x="44399" y="116522"/>
                  </a:lnTo>
                  <a:lnTo>
                    <a:pt x="50380" y="108077"/>
                  </a:lnTo>
                  <a:lnTo>
                    <a:pt x="52628" y="97091"/>
                  </a:lnTo>
                  <a:close/>
                </a:path>
                <a:path w="52704" h="335279">
                  <a:moveTo>
                    <a:pt x="52628" y="26530"/>
                  </a:moveTo>
                  <a:lnTo>
                    <a:pt x="50914" y="16230"/>
                  </a:lnTo>
                  <a:lnTo>
                    <a:pt x="45173" y="7797"/>
                  </a:lnTo>
                  <a:lnTo>
                    <a:pt x="36537" y="2095"/>
                  </a:lnTo>
                  <a:lnTo>
                    <a:pt x="26111" y="0"/>
                  </a:lnTo>
                  <a:lnTo>
                    <a:pt x="10744" y="4724"/>
                  </a:lnTo>
                  <a:lnTo>
                    <a:pt x="1498" y="16395"/>
                  </a:lnTo>
                  <a:lnTo>
                    <a:pt x="0" y="31330"/>
                  </a:lnTo>
                  <a:lnTo>
                    <a:pt x="7835" y="45821"/>
                  </a:lnTo>
                  <a:lnTo>
                    <a:pt x="13030" y="51028"/>
                  </a:lnTo>
                  <a:lnTo>
                    <a:pt x="19507" y="53428"/>
                  </a:lnTo>
                  <a:lnTo>
                    <a:pt x="25984" y="53428"/>
                  </a:lnTo>
                  <a:lnTo>
                    <a:pt x="35877" y="51511"/>
                  </a:lnTo>
                  <a:lnTo>
                    <a:pt x="44399" y="46075"/>
                  </a:lnTo>
                  <a:lnTo>
                    <a:pt x="50380" y="37592"/>
                  </a:lnTo>
                  <a:lnTo>
                    <a:pt x="52628" y="26530"/>
                  </a:lnTo>
                  <a:close/>
                </a:path>
              </a:pathLst>
            </a:custGeom>
            <a:solidFill>
              <a:srgbClr val="999999"/>
            </a:solidFill>
          </p:spPr>
          <p:txBody>
            <a:bodyPr wrap="square" lIns="0" tIns="0" rIns="0" bIns="0" rtlCol="0"/>
            <a:lstStyle/>
            <a:p>
              <a:endParaRPr/>
            </a:p>
          </p:txBody>
        </p:sp>
        <p:pic>
          <p:nvPicPr>
            <p:cNvPr id="41" name="object 41"/>
            <p:cNvPicPr/>
            <p:nvPr/>
          </p:nvPicPr>
          <p:blipFill>
            <a:blip r:embed="rId14" cstate="print"/>
            <a:stretch>
              <a:fillRect/>
            </a:stretch>
          </p:blipFill>
          <p:spPr>
            <a:xfrm>
              <a:off x="7800550" y="3040810"/>
              <a:ext cx="125464" cy="194041"/>
            </a:xfrm>
            <a:prstGeom prst="rect">
              <a:avLst/>
            </a:prstGeom>
          </p:spPr>
        </p:pic>
      </p:grpSp>
      <p:sp>
        <p:nvSpPr>
          <p:cNvPr id="42" name="object 42"/>
          <p:cNvSpPr/>
          <p:nvPr/>
        </p:nvSpPr>
        <p:spPr>
          <a:xfrm>
            <a:off x="7629918" y="3523043"/>
            <a:ext cx="385445" cy="334645"/>
          </a:xfrm>
          <a:custGeom>
            <a:avLst/>
            <a:gdLst/>
            <a:ahLst/>
            <a:cxnLst/>
            <a:rect l="l" t="t" r="r" b="b"/>
            <a:pathLst>
              <a:path w="385445" h="334645">
                <a:moveTo>
                  <a:pt x="172999" y="167525"/>
                </a:moveTo>
                <a:lnTo>
                  <a:pt x="63080" y="0"/>
                </a:lnTo>
                <a:lnTo>
                  <a:pt x="0" y="0"/>
                </a:lnTo>
                <a:lnTo>
                  <a:pt x="109791" y="167525"/>
                </a:lnTo>
                <a:lnTo>
                  <a:pt x="0" y="334022"/>
                </a:lnTo>
                <a:lnTo>
                  <a:pt x="63080" y="334022"/>
                </a:lnTo>
                <a:lnTo>
                  <a:pt x="172999" y="167525"/>
                </a:lnTo>
                <a:close/>
              </a:path>
              <a:path w="385445" h="334645">
                <a:moveTo>
                  <a:pt x="385330" y="167525"/>
                </a:moveTo>
                <a:lnTo>
                  <a:pt x="275539" y="0"/>
                </a:lnTo>
                <a:lnTo>
                  <a:pt x="111696" y="0"/>
                </a:lnTo>
                <a:lnTo>
                  <a:pt x="221475" y="167525"/>
                </a:lnTo>
                <a:lnTo>
                  <a:pt x="111696" y="334022"/>
                </a:lnTo>
                <a:lnTo>
                  <a:pt x="275539" y="334022"/>
                </a:lnTo>
                <a:lnTo>
                  <a:pt x="385330" y="167525"/>
                </a:lnTo>
                <a:close/>
              </a:path>
            </a:pathLst>
          </a:custGeom>
          <a:solidFill>
            <a:srgbClr val="999999"/>
          </a:solidFill>
        </p:spPr>
        <p:txBody>
          <a:bodyPr wrap="square" lIns="0" tIns="0" rIns="0" bIns="0" rtlCol="0"/>
          <a:lstStyle/>
          <a:p>
            <a:endParaRPr/>
          </a:p>
        </p:txBody>
      </p:sp>
      <p:pic>
        <p:nvPicPr>
          <p:cNvPr id="43" name="object 43"/>
          <p:cNvPicPr/>
          <p:nvPr/>
        </p:nvPicPr>
        <p:blipFill>
          <a:blip r:embed="rId15" cstate="print"/>
          <a:stretch>
            <a:fillRect/>
          </a:stretch>
        </p:blipFill>
        <p:spPr>
          <a:xfrm>
            <a:off x="6426050" y="3035984"/>
            <a:ext cx="354316" cy="203494"/>
          </a:xfrm>
          <a:prstGeom prst="rect">
            <a:avLst/>
          </a:prstGeom>
        </p:spPr>
      </p:pic>
      <p:pic>
        <p:nvPicPr>
          <p:cNvPr id="44" name="object 44"/>
          <p:cNvPicPr/>
          <p:nvPr/>
        </p:nvPicPr>
        <p:blipFill>
          <a:blip r:embed="rId16" cstate="print"/>
          <a:stretch>
            <a:fillRect/>
          </a:stretch>
        </p:blipFill>
        <p:spPr>
          <a:xfrm>
            <a:off x="6980078" y="4054953"/>
            <a:ext cx="439057" cy="366360"/>
          </a:xfrm>
          <a:prstGeom prst="rect">
            <a:avLst/>
          </a:prstGeom>
        </p:spPr>
      </p:pic>
      <p:sp>
        <p:nvSpPr>
          <p:cNvPr id="45" name="object 45"/>
          <p:cNvSpPr/>
          <p:nvPr/>
        </p:nvSpPr>
        <p:spPr>
          <a:xfrm>
            <a:off x="7008506" y="2447942"/>
            <a:ext cx="363855" cy="363855"/>
          </a:xfrm>
          <a:custGeom>
            <a:avLst/>
            <a:gdLst/>
            <a:ahLst/>
            <a:cxnLst/>
            <a:rect l="l" t="t" r="r" b="b"/>
            <a:pathLst>
              <a:path w="363854" h="363855">
                <a:moveTo>
                  <a:pt x="181692" y="363384"/>
                </a:moveTo>
                <a:lnTo>
                  <a:pt x="133409" y="356890"/>
                </a:lnTo>
                <a:lnTo>
                  <a:pt x="90011" y="338566"/>
                </a:lnTo>
                <a:lnTo>
                  <a:pt x="53235" y="310148"/>
                </a:lnTo>
                <a:lnTo>
                  <a:pt x="24817" y="273372"/>
                </a:lnTo>
                <a:lnTo>
                  <a:pt x="6493" y="229975"/>
                </a:lnTo>
                <a:lnTo>
                  <a:pt x="0" y="181692"/>
                </a:lnTo>
                <a:lnTo>
                  <a:pt x="6493" y="133409"/>
                </a:lnTo>
                <a:lnTo>
                  <a:pt x="24817" y="90011"/>
                </a:lnTo>
                <a:lnTo>
                  <a:pt x="53235" y="53235"/>
                </a:lnTo>
                <a:lnTo>
                  <a:pt x="90011" y="24817"/>
                </a:lnTo>
                <a:lnTo>
                  <a:pt x="133409" y="6493"/>
                </a:lnTo>
                <a:lnTo>
                  <a:pt x="181692" y="0"/>
                </a:lnTo>
                <a:lnTo>
                  <a:pt x="229975" y="6493"/>
                </a:lnTo>
                <a:lnTo>
                  <a:pt x="273373" y="24817"/>
                </a:lnTo>
                <a:lnTo>
                  <a:pt x="310149" y="53235"/>
                </a:lnTo>
                <a:lnTo>
                  <a:pt x="334497" y="84745"/>
                </a:lnTo>
                <a:lnTo>
                  <a:pt x="138184" y="84745"/>
                </a:lnTo>
                <a:lnTo>
                  <a:pt x="137373" y="84904"/>
                </a:lnTo>
                <a:lnTo>
                  <a:pt x="136632" y="85274"/>
                </a:lnTo>
                <a:lnTo>
                  <a:pt x="134695" y="86727"/>
                </a:lnTo>
                <a:lnTo>
                  <a:pt x="133240" y="88666"/>
                </a:lnTo>
                <a:lnTo>
                  <a:pt x="133240" y="274719"/>
                </a:lnTo>
                <a:lnTo>
                  <a:pt x="134695" y="276657"/>
                </a:lnTo>
                <a:lnTo>
                  <a:pt x="136632" y="278111"/>
                </a:lnTo>
                <a:lnTo>
                  <a:pt x="137118" y="278595"/>
                </a:lnTo>
                <a:lnTo>
                  <a:pt x="334531" y="278595"/>
                </a:lnTo>
                <a:lnTo>
                  <a:pt x="310149" y="310148"/>
                </a:lnTo>
                <a:lnTo>
                  <a:pt x="273373" y="338566"/>
                </a:lnTo>
                <a:lnTo>
                  <a:pt x="229975" y="356890"/>
                </a:lnTo>
                <a:lnTo>
                  <a:pt x="181692" y="363384"/>
                </a:lnTo>
                <a:close/>
              </a:path>
              <a:path w="363854" h="363855">
                <a:moveTo>
                  <a:pt x="334531" y="278595"/>
                </a:moveTo>
                <a:lnTo>
                  <a:pt x="140508" y="278595"/>
                </a:lnTo>
                <a:lnTo>
                  <a:pt x="141479" y="278111"/>
                </a:lnTo>
                <a:lnTo>
                  <a:pt x="142931" y="277626"/>
                </a:lnTo>
                <a:lnTo>
                  <a:pt x="276172" y="186538"/>
                </a:lnTo>
                <a:lnTo>
                  <a:pt x="277626" y="185569"/>
                </a:lnTo>
                <a:lnTo>
                  <a:pt x="278595" y="183629"/>
                </a:lnTo>
                <a:lnTo>
                  <a:pt x="278595" y="179754"/>
                </a:lnTo>
                <a:lnTo>
                  <a:pt x="277626" y="177816"/>
                </a:lnTo>
                <a:lnTo>
                  <a:pt x="276172" y="176848"/>
                </a:lnTo>
                <a:lnTo>
                  <a:pt x="142931" y="85758"/>
                </a:lnTo>
                <a:lnTo>
                  <a:pt x="141733" y="85159"/>
                </a:lnTo>
                <a:lnTo>
                  <a:pt x="140351" y="84745"/>
                </a:lnTo>
                <a:lnTo>
                  <a:pt x="334497" y="84745"/>
                </a:lnTo>
                <a:lnTo>
                  <a:pt x="338566" y="90011"/>
                </a:lnTo>
                <a:lnTo>
                  <a:pt x="356890" y="133409"/>
                </a:lnTo>
                <a:lnTo>
                  <a:pt x="363384" y="181692"/>
                </a:lnTo>
                <a:lnTo>
                  <a:pt x="356890" y="229975"/>
                </a:lnTo>
                <a:lnTo>
                  <a:pt x="338566" y="273372"/>
                </a:lnTo>
                <a:lnTo>
                  <a:pt x="334531" y="278595"/>
                </a:lnTo>
                <a:close/>
              </a:path>
            </a:pathLst>
          </a:custGeom>
          <a:solidFill>
            <a:srgbClr val="999999"/>
          </a:solidFill>
        </p:spPr>
        <p:txBody>
          <a:bodyPr wrap="square" lIns="0" tIns="0" rIns="0" bIns="0" rtlCol="0"/>
          <a:lstStyle/>
          <a:p>
            <a:endParaRPr/>
          </a:p>
        </p:txBody>
      </p:sp>
      <p:sp>
        <p:nvSpPr>
          <p:cNvPr id="46" name="object 46"/>
          <p:cNvSpPr/>
          <p:nvPr/>
        </p:nvSpPr>
        <p:spPr>
          <a:xfrm>
            <a:off x="7667715" y="2508010"/>
            <a:ext cx="309880" cy="243204"/>
          </a:xfrm>
          <a:custGeom>
            <a:avLst/>
            <a:gdLst/>
            <a:ahLst/>
            <a:cxnLst/>
            <a:rect l="l" t="t" r="r" b="b"/>
            <a:pathLst>
              <a:path w="309879" h="243205">
                <a:moveTo>
                  <a:pt x="7595" y="182284"/>
                </a:moveTo>
                <a:lnTo>
                  <a:pt x="0" y="182284"/>
                </a:lnTo>
                <a:lnTo>
                  <a:pt x="0" y="60761"/>
                </a:lnTo>
                <a:lnTo>
                  <a:pt x="7595" y="60761"/>
                </a:lnTo>
                <a:lnTo>
                  <a:pt x="7595" y="182284"/>
                </a:lnTo>
                <a:close/>
              </a:path>
              <a:path w="309879" h="243205">
                <a:moveTo>
                  <a:pt x="30380" y="182284"/>
                </a:moveTo>
                <a:lnTo>
                  <a:pt x="15190" y="182284"/>
                </a:lnTo>
                <a:lnTo>
                  <a:pt x="15190" y="60761"/>
                </a:lnTo>
                <a:lnTo>
                  <a:pt x="30380" y="60761"/>
                </a:lnTo>
                <a:lnTo>
                  <a:pt x="30380" y="182284"/>
                </a:lnTo>
                <a:close/>
              </a:path>
              <a:path w="309879" h="243205">
                <a:moveTo>
                  <a:pt x="187754" y="243046"/>
                </a:moveTo>
                <a:lnTo>
                  <a:pt x="187754" y="182284"/>
                </a:lnTo>
                <a:lnTo>
                  <a:pt x="37975" y="182284"/>
                </a:lnTo>
                <a:lnTo>
                  <a:pt x="37975" y="60761"/>
                </a:lnTo>
                <a:lnTo>
                  <a:pt x="187754" y="60761"/>
                </a:lnTo>
                <a:lnTo>
                  <a:pt x="187754" y="0"/>
                </a:lnTo>
                <a:lnTo>
                  <a:pt x="309277" y="121523"/>
                </a:lnTo>
                <a:lnTo>
                  <a:pt x="187754" y="243046"/>
                </a:lnTo>
                <a:close/>
              </a:path>
            </a:pathLst>
          </a:custGeom>
          <a:solidFill>
            <a:srgbClr val="999999"/>
          </a:solidFill>
        </p:spPr>
        <p:txBody>
          <a:bodyPr wrap="square" lIns="0" tIns="0" rIns="0" bIns="0" rtlCol="0"/>
          <a:lstStyle/>
          <a:p>
            <a:endParaRPr/>
          </a:p>
        </p:txBody>
      </p:sp>
      <p:pic>
        <p:nvPicPr>
          <p:cNvPr id="47" name="object 47"/>
          <p:cNvPicPr/>
          <p:nvPr/>
        </p:nvPicPr>
        <p:blipFill>
          <a:blip r:embed="rId17" cstate="print"/>
          <a:stretch>
            <a:fillRect/>
          </a:stretch>
        </p:blipFill>
        <p:spPr>
          <a:xfrm>
            <a:off x="8339599" y="3311436"/>
            <a:ext cx="246343" cy="243898"/>
          </a:xfrm>
          <a:prstGeom prst="rect">
            <a:avLst/>
          </a:prstGeom>
        </p:spPr>
      </p:pic>
      <p:pic>
        <p:nvPicPr>
          <p:cNvPr id="48" name="object 48"/>
          <p:cNvPicPr/>
          <p:nvPr/>
        </p:nvPicPr>
        <p:blipFill>
          <a:blip r:embed="rId18" cstate="print"/>
          <a:stretch>
            <a:fillRect/>
          </a:stretch>
        </p:blipFill>
        <p:spPr>
          <a:xfrm>
            <a:off x="8980309" y="3311436"/>
            <a:ext cx="246343" cy="243898"/>
          </a:xfrm>
          <a:prstGeom prst="rect">
            <a:avLst/>
          </a:prstGeom>
        </p:spPr>
      </p:pic>
      <p:sp>
        <p:nvSpPr>
          <p:cNvPr id="49" name="object 49"/>
          <p:cNvSpPr/>
          <p:nvPr/>
        </p:nvSpPr>
        <p:spPr>
          <a:xfrm>
            <a:off x="6187309" y="4647527"/>
            <a:ext cx="367030" cy="490855"/>
          </a:xfrm>
          <a:custGeom>
            <a:avLst/>
            <a:gdLst/>
            <a:ahLst/>
            <a:cxnLst/>
            <a:rect l="l" t="t" r="r" b="b"/>
            <a:pathLst>
              <a:path w="367029" h="490854">
                <a:moveTo>
                  <a:pt x="183181" y="490762"/>
                </a:moveTo>
                <a:lnTo>
                  <a:pt x="157095" y="334824"/>
                </a:lnTo>
                <a:lnTo>
                  <a:pt x="40547" y="334824"/>
                </a:lnTo>
                <a:lnTo>
                  <a:pt x="34366" y="333556"/>
                </a:lnTo>
                <a:lnTo>
                  <a:pt x="28694" y="331165"/>
                </a:lnTo>
                <a:lnTo>
                  <a:pt x="9532" y="316758"/>
                </a:lnTo>
                <a:lnTo>
                  <a:pt x="0" y="296108"/>
                </a:lnTo>
                <a:lnTo>
                  <a:pt x="923" y="273399"/>
                </a:lnTo>
                <a:lnTo>
                  <a:pt x="13129" y="252817"/>
                </a:lnTo>
                <a:lnTo>
                  <a:pt x="39379" y="223707"/>
                </a:lnTo>
                <a:lnTo>
                  <a:pt x="57378" y="198130"/>
                </a:lnTo>
                <a:lnTo>
                  <a:pt x="69151" y="175680"/>
                </a:lnTo>
                <a:lnTo>
                  <a:pt x="76722" y="155951"/>
                </a:lnTo>
                <a:lnTo>
                  <a:pt x="78643" y="150488"/>
                </a:lnTo>
                <a:lnTo>
                  <a:pt x="81869" y="131923"/>
                </a:lnTo>
                <a:lnTo>
                  <a:pt x="81613" y="111959"/>
                </a:lnTo>
                <a:lnTo>
                  <a:pt x="77853" y="90092"/>
                </a:lnTo>
                <a:lnTo>
                  <a:pt x="70566" y="65815"/>
                </a:lnTo>
                <a:lnTo>
                  <a:pt x="68475" y="61332"/>
                </a:lnTo>
                <a:lnTo>
                  <a:pt x="67025" y="54654"/>
                </a:lnTo>
                <a:lnTo>
                  <a:pt x="67025" y="47976"/>
                </a:lnTo>
                <a:lnTo>
                  <a:pt x="70985" y="29568"/>
                </a:lnTo>
                <a:lnTo>
                  <a:pt x="81507" y="14289"/>
                </a:lnTo>
                <a:lnTo>
                  <a:pt x="96814" y="3859"/>
                </a:lnTo>
                <a:lnTo>
                  <a:pt x="115131" y="0"/>
                </a:lnTo>
                <a:lnTo>
                  <a:pt x="251531" y="353"/>
                </a:lnTo>
                <a:lnTo>
                  <a:pt x="270164" y="4121"/>
                </a:lnTo>
                <a:lnTo>
                  <a:pt x="285392" y="14394"/>
                </a:lnTo>
                <a:lnTo>
                  <a:pt x="295739" y="29623"/>
                </a:lnTo>
                <a:lnTo>
                  <a:pt x="299624" y="48263"/>
                </a:lnTo>
                <a:lnTo>
                  <a:pt x="299624" y="55124"/>
                </a:lnTo>
                <a:lnTo>
                  <a:pt x="298173" y="61854"/>
                </a:lnTo>
                <a:lnTo>
                  <a:pt x="295324" y="68128"/>
                </a:lnTo>
                <a:lnTo>
                  <a:pt x="288061" y="93000"/>
                </a:lnTo>
                <a:lnTo>
                  <a:pt x="284665" y="115631"/>
                </a:lnTo>
                <a:lnTo>
                  <a:pt x="285149" y="136467"/>
                </a:lnTo>
                <a:lnTo>
                  <a:pt x="289522" y="155951"/>
                </a:lnTo>
                <a:lnTo>
                  <a:pt x="297122" y="175673"/>
                </a:lnTo>
                <a:lnTo>
                  <a:pt x="308905" y="198111"/>
                </a:lnTo>
                <a:lnTo>
                  <a:pt x="326894" y="223685"/>
                </a:lnTo>
                <a:lnTo>
                  <a:pt x="353115" y="252817"/>
                </a:lnTo>
                <a:lnTo>
                  <a:pt x="361568" y="264284"/>
                </a:lnTo>
                <a:lnTo>
                  <a:pt x="366239" y="277440"/>
                </a:lnTo>
                <a:lnTo>
                  <a:pt x="366946" y="291383"/>
                </a:lnTo>
                <a:lnTo>
                  <a:pt x="363505" y="305210"/>
                </a:lnTo>
                <a:lnTo>
                  <a:pt x="331747" y="333609"/>
                </a:lnTo>
                <a:lnTo>
                  <a:pt x="325514" y="334890"/>
                </a:lnTo>
                <a:lnTo>
                  <a:pt x="209136" y="334890"/>
                </a:lnTo>
                <a:lnTo>
                  <a:pt x="183181" y="490762"/>
                </a:lnTo>
                <a:close/>
              </a:path>
            </a:pathLst>
          </a:custGeom>
          <a:solidFill>
            <a:srgbClr val="999999"/>
          </a:solidFill>
        </p:spPr>
        <p:txBody>
          <a:bodyPr wrap="square" lIns="0" tIns="0" rIns="0" bIns="0" rtlCol="0"/>
          <a:lstStyle/>
          <a:p>
            <a:endParaRPr/>
          </a:p>
        </p:txBody>
      </p:sp>
      <p:sp>
        <p:nvSpPr>
          <p:cNvPr id="50" name="object 50"/>
          <p:cNvSpPr/>
          <p:nvPr/>
        </p:nvSpPr>
        <p:spPr>
          <a:xfrm>
            <a:off x="7153465" y="4664557"/>
            <a:ext cx="320675" cy="457200"/>
          </a:xfrm>
          <a:custGeom>
            <a:avLst/>
            <a:gdLst/>
            <a:ahLst/>
            <a:cxnLst/>
            <a:rect l="l" t="t" r="r" b="b"/>
            <a:pathLst>
              <a:path w="320675" h="457200">
                <a:moveTo>
                  <a:pt x="320243" y="0"/>
                </a:moveTo>
                <a:lnTo>
                  <a:pt x="61633" y="0"/>
                </a:lnTo>
                <a:lnTo>
                  <a:pt x="47371" y="0"/>
                </a:lnTo>
                <a:lnTo>
                  <a:pt x="44208" y="0"/>
                </a:lnTo>
                <a:lnTo>
                  <a:pt x="44208" y="434873"/>
                </a:lnTo>
                <a:lnTo>
                  <a:pt x="33185" y="435317"/>
                </a:lnTo>
                <a:lnTo>
                  <a:pt x="15913" y="437692"/>
                </a:lnTo>
                <a:lnTo>
                  <a:pt x="4267" y="441236"/>
                </a:lnTo>
                <a:lnTo>
                  <a:pt x="0" y="445592"/>
                </a:lnTo>
                <a:lnTo>
                  <a:pt x="4267" y="449922"/>
                </a:lnTo>
                <a:lnTo>
                  <a:pt x="15913" y="453453"/>
                </a:lnTo>
                <a:lnTo>
                  <a:pt x="33185" y="455828"/>
                </a:lnTo>
                <a:lnTo>
                  <a:pt x="54330" y="456692"/>
                </a:lnTo>
                <a:lnTo>
                  <a:pt x="75450" y="455828"/>
                </a:lnTo>
                <a:lnTo>
                  <a:pt x="92697" y="453453"/>
                </a:lnTo>
                <a:lnTo>
                  <a:pt x="104330" y="449922"/>
                </a:lnTo>
                <a:lnTo>
                  <a:pt x="108597" y="445592"/>
                </a:lnTo>
                <a:lnTo>
                  <a:pt x="104330" y="441236"/>
                </a:lnTo>
                <a:lnTo>
                  <a:pt x="92697" y="437692"/>
                </a:lnTo>
                <a:lnTo>
                  <a:pt x="75450" y="435317"/>
                </a:lnTo>
                <a:lnTo>
                  <a:pt x="61633" y="434746"/>
                </a:lnTo>
                <a:lnTo>
                  <a:pt x="61633" y="122593"/>
                </a:lnTo>
                <a:lnTo>
                  <a:pt x="320243" y="122593"/>
                </a:lnTo>
                <a:lnTo>
                  <a:pt x="275691" y="58534"/>
                </a:lnTo>
                <a:lnTo>
                  <a:pt x="320243" y="0"/>
                </a:lnTo>
                <a:close/>
              </a:path>
            </a:pathLst>
          </a:custGeom>
          <a:solidFill>
            <a:srgbClr val="999999"/>
          </a:solidFill>
        </p:spPr>
        <p:txBody>
          <a:bodyPr wrap="square" lIns="0" tIns="0" rIns="0" bIns="0" rtlCol="0"/>
          <a:lstStyle/>
          <a:p>
            <a:endParaRPr/>
          </a:p>
        </p:txBody>
      </p:sp>
      <p:sp>
        <p:nvSpPr>
          <p:cNvPr id="51" name="object 51"/>
          <p:cNvSpPr/>
          <p:nvPr/>
        </p:nvSpPr>
        <p:spPr>
          <a:xfrm>
            <a:off x="7604353" y="4664557"/>
            <a:ext cx="295910" cy="457200"/>
          </a:xfrm>
          <a:custGeom>
            <a:avLst/>
            <a:gdLst/>
            <a:ahLst/>
            <a:cxnLst/>
            <a:rect l="l" t="t" r="r" b="b"/>
            <a:pathLst>
              <a:path w="295909" h="457200">
                <a:moveTo>
                  <a:pt x="295351" y="56413"/>
                </a:moveTo>
                <a:lnTo>
                  <a:pt x="61582" y="0"/>
                </a:lnTo>
                <a:lnTo>
                  <a:pt x="44145" y="0"/>
                </a:lnTo>
                <a:lnTo>
                  <a:pt x="44145" y="434873"/>
                </a:lnTo>
                <a:lnTo>
                  <a:pt x="33121" y="435317"/>
                </a:lnTo>
                <a:lnTo>
                  <a:pt x="15875" y="437692"/>
                </a:lnTo>
                <a:lnTo>
                  <a:pt x="4254" y="441236"/>
                </a:lnTo>
                <a:lnTo>
                  <a:pt x="0" y="445592"/>
                </a:lnTo>
                <a:lnTo>
                  <a:pt x="4254" y="449922"/>
                </a:lnTo>
                <a:lnTo>
                  <a:pt x="15875" y="453453"/>
                </a:lnTo>
                <a:lnTo>
                  <a:pt x="33121" y="455828"/>
                </a:lnTo>
                <a:lnTo>
                  <a:pt x="54267" y="456692"/>
                </a:lnTo>
                <a:lnTo>
                  <a:pt x="75425" y="455828"/>
                </a:lnTo>
                <a:lnTo>
                  <a:pt x="92697" y="453453"/>
                </a:lnTo>
                <a:lnTo>
                  <a:pt x="104343" y="449922"/>
                </a:lnTo>
                <a:lnTo>
                  <a:pt x="108610" y="445592"/>
                </a:lnTo>
                <a:lnTo>
                  <a:pt x="104343" y="441236"/>
                </a:lnTo>
                <a:lnTo>
                  <a:pt x="92697" y="437692"/>
                </a:lnTo>
                <a:lnTo>
                  <a:pt x="75425" y="435317"/>
                </a:lnTo>
                <a:lnTo>
                  <a:pt x="61582" y="434746"/>
                </a:lnTo>
                <a:lnTo>
                  <a:pt x="61582" y="138798"/>
                </a:lnTo>
                <a:lnTo>
                  <a:pt x="295351" y="56413"/>
                </a:lnTo>
                <a:close/>
              </a:path>
            </a:pathLst>
          </a:custGeom>
          <a:solidFill>
            <a:srgbClr val="999999"/>
          </a:solidFill>
        </p:spPr>
        <p:txBody>
          <a:bodyPr wrap="square" lIns="0" tIns="0" rIns="0" bIns="0" rtlCol="0"/>
          <a:lstStyle/>
          <a:p>
            <a:endParaRPr/>
          </a:p>
        </p:txBody>
      </p:sp>
      <p:sp>
        <p:nvSpPr>
          <p:cNvPr id="52" name="object 52"/>
          <p:cNvSpPr/>
          <p:nvPr/>
        </p:nvSpPr>
        <p:spPr>
          <a:xfrm>
            <a:off x="6667419" y="4654189"/>
            <a:ext cx="355600" cy="478155"/>
          </a:xfrm>
          <a:custGeom>
            <a:avLst/>
            <a:gdLst/>
            <a:ahLst/>
            <a:cxnLst/>
            <a:rect l="l" t="t" r="r" b="b"/>
            <a:pathLst>
              <a:path w="355600" h="478154">
                <a:moveTo>
                  <a:pt x="179158" y="477578"/>
                </a:moveTo>
                <a:lnTo>
                  <a:pt x="174312" y="477578"/>
                </a:lnTo>
                <a:lnTo>
                  <a:pt x="158553" y="462457"/>
                </a:lnTo>
                <a:lnTo>
                  <a:pt x="131278" y="433995"/>
                </a:lnTo>
                <a:lnTo>
                  <a:pt x="97568" y="394646"/>
                </a:lnTo>
                <a:lnTo>
                  <a:pt x="62503" y="346862"/>
                </a:lnTo>
                <a:lnTo>
                  <a:pt x="31167" y="293097"/>
                </a:lnTo>
                <a:lnTo>
                  <a:pt x="8638" y="235805"/>
                </a:lnTo>
                <a:lnTo>
                  <a:pt x="0" y="177438"/>
                </a:lnTo>
                <a:lnTo>
                  <a:pt x="6315" y="130102"/>
                </a:lnTo>
                <a:lnTo>
                  <a:pt x="24155" y="87669"/>
                </a:lnTo>
                <a:lnTo>
                  <a:pt x="51861" y="51791"/>
                </a:lnTo>
                <a:lnTo>
                  <a:pt x="87774" y="24119"/>
                </a:lnTo>
                <a:lnTo>
                  <a:pt x="130235" y="6305"/>
                </a:lnTo>
                <a:lnTo>
                  <a:pt x="177586" y="0"/>
                </a:lnTo>
                <a:lnTo>
                  <a:pt x="224336" y="6305"/>
                </a:lnTo>
                <a:lnTo>
                  <a:pt x="266607" y="24119"/>
                </a:lnTo>
                <a:lnTo>
                  <a:pt x="276116" y="31428"/>
                </a:lnTo>
                <a:lnTo>
                  <a:pt x="178765" y="31428"/>
                </a:lnTo>
                <a:lnTo>
                  <a:pt x="135451" y="38115"/>
                </a:lnTo>
                <a:lnTo>
                  <a:pt x="96186" y="57266"/>
                </a:lnTo>
                <a:lnTo>
                  <a:pt x="64264" y="87518"/>
                </a:lnTo>
                <a:lnTo>
                  <a:pt x="42978" y="127506"/>
                </a:lnTo>
                <a:lnTo>
                  <a:pt x="35622" y="175866"/>
                </a:lnTo>
                <a:lnTo>
                  <a:pt x="42943" y="220184"/>
                </a:lnTo>
                <a:lnTo>
                  <a:pt x="63264" y="258713"/>
                </a:lnTo>
                <a:lnTo>
                  <a:pt x="94121" y="289121"/>
                </a:lnTo>
                <a:lnTo>
                  <a:pt x="133050" y="309076"/>
                </a:lnTo>
                <a:lnTo>
                  <a:pt x="177586" y="316246"/>
                </a:lnTo>
                <a:lnTo>
                  <a:pt x="312353" y="316246"/>
                </a:lnTo>
                <a:lnTo>
                  <a:pt x="292414" y="350270"/>
                </a:lnTo>
                <a:lnTo>
                  <a:pt x="257180" y="397202"/>
                </a:lnTo>
                <a:lnTo>
                  <a:pt x="223191" y="435415"/>
                </a:lnTo>
                <a:lnTo>
                  <a:pt x="195498" y="462883"/>
                </a:lnTo>
                <a:lnTo>
                  <a:pt x="179158" y="477578"/>
                </a:lnTo>
                <a:close/>
              </a:path>
              <a:path w="355600" h="478154">
                <a:moveTo>
                  <a:pt x="312353" y="316246"/>
                </a:moveTo>
                <a:lnTo>
                  <a:pt x="177586" y="316246"/>
                </a:lnTo>
                <a:lnTo>
                  <a:pt x="222177" y="309481"/>
                </a:lnTo>
                <a:lnTo>
                  <a:pt x="259686" y="290874"/>
                </a:lnTo>
                <a:lnTo>
                  <a:pt x="289069" y="262962"/>
                </a:lnTo>
                <a:lnTo>
                  <a:pt x="309286" y="228280"/>
                </a:lnTo>
                <a:lnTo>
                  <a:pt x="319294" y="189362"/>
                </a:lnTo>
                <a:lnTo>
                  <a:pt x="318050" y="148744"/>
                </a:lnTo>
                <a:lnTo>
                  <a:pt x="304514" y="108960"/>
                </a:lnTo>
                <a:lnTo>
                  <a:pt x="277642" y="72547"/>
                </a:lnTo>
                <a:lnTo>
                  <a:pt x="230364" y="41331"/>
                </a:lnTo>
                <a:lnTo>
                  <a:pt x="178765" y="31428"/>
                </a:lnTo>
                <a:lnTo>
                  <a:pt x="276116" y="31428"/>
                </a:lnTo>
                <a:lnTo>
                  <a:pt x="302607" y="51791"/>
                </a:lnTo>
                <a:lnTo>
                  <a:pt x="330542" y="87669"/>
                </a:lnTo>
                <a:lnTo>
                  <a:pt x="348618" y="130102"/>
                </a:lnTo>
                <a:lnTo>
                  <a:pt x="355042" y="177438"/>
                </a:lnTo>
                <a:lnTo>
                  <a:pt x="346399" y="238361"/>
                </a:lnTo>
                <a:lnTo>
                  <a:pt x="323838" y="296648"/>
                </a:lnTo>
                <a:lnTo>
                  <a:pt x="312353" y="316246"/>
                </a:lnTo>
                <a:close/>
              </a:path>
            </a:pathLst>
          </a:custGeom>
          <a:solidFill>
            <a:srgbClr val="999999"/>
          </a:solidFill>
        </p:spPr>
        <p:txBody>
          <a:bodyPr wrap="square" lIns="0" tIns="0" rIns="0" bIns="0" rtlCol="0"/>
          <a:lstStyle/>
          <a:p>
            <a:endParaRPr/>
          </a:p>
        </p:txBody>
      </p:sp>
      <p:grpSp>
        <p:nvGrpSpPr>
          <p:cNvPr id="53" name="object 53"/>
          <p:cNvGrpSpPr/>
          <p:nvPr/>
        </p:nvGrpSpPr>
        <p:grpSpPr>
          <a:xfrm>
            <a:off x="8030957" y="4737559"/>
            <a:ext cx="310515" cy="310515"/>
            <a:chOff x="8030957" y="4737559"/>
            <a:chExt cx="310515" cy="310515"/>
          </a:xfrm>
        </p:grpSpPr>
        <p:sp>
          <p:nvSpPr>
            <p:cNvPr id="54" name="object 54"/>
            <p:cNvSpPr/>
            <p:nvPr/>
          </p:nvSpPr>
          <p:spPr>
            <a:xfrm>
              <a:off x="8030957" y="4737559"/>
              <a:ext cx="310515" cy="310515"/>
            </a:xfrm>
            <a:custGeom>
              <a:avLst/>
              <a:gdLst/>
              <a:ahLst/>
              <a:cxnLst/>
              <a:rect l="l" t="t" r="r" b="b"/>
              <a:pathLst>
                <a:path w="310515" h="310514">
                  <a:moveTo>
                    <a:pt x="155180" y="310360"/>
                  </a:moveTo>
                  <a:lnTo>
                    <a:pt x="106131" y="302449"/>
                  </a:lnTo>
                  <a:lnTo>
                    <a:pt x="63532" y="280419"/>
                  </a:lnTo>
                  <a:lnTo>
                    <a:pt x="29940" y="246827"/>
                  </a:lnTo>
                  <a:lnTo>
                    <a:pt x="7911" y="204229"/>
                  </a:lnTo>
                  <a:lnTo>
                    <a:pt x="0" y="155180"/>
                  </a:lnTo>
                  <a:lnTo>
                    <a:pt x="7911" y="106131"/>
                  </a:lnTo>
                  <a:lnTo>
                    <a:pt x="29940" y="63532"/>
                  </a:lnTo>
                  <a:lnTo>
                    <a:pt x="63532" y="29940"/>
                  </a:lnTo>
                  <a:lnTo>
                    <a:pt x="106131" y="7911"/>
                  </a:lnTo>
                  <a:lnTo>
                    <a:pt x="155180" y="0"/>
                  </a:lnTo>
                  <a:lnTo>
                    <a:pt x="185596" y="3009"/>
                  </a:lnTo>
                  <a:lnTo>
                    <a:pt x="241274" y="26072"/>
                  </a:lnTo>
                  <a:lnTo>
                    <a:pt x="284288" y="69086"/>
                  </a:lnTo>
                  <a:lnTo>
                    <a:pt x="307351" y="124764"/>
                  </a:lnTo>
                  <a:lnTo>
                    <a:pt x="310360" y="155180"/>
                  </a:lnTo>
                  <a:lnTo>
                    <a:pt x="302449" y="204229"/>
                  </a:lnTo>
                  <a:lnTo>
                    <a:pt x="280420" y="246827"/>
                  </a:lnTo>
                  <a:lnTo>
                    <a:pt x="246827" y="280419"/>
                  </a:lnTo>
                  <a:lnTo>
                    <a:pt x="204229" y="302449"/>
                  </a:lnTo>
                  <a:lnTo>
                    <a:pt x="155180" y="310360"/>
                  </a:lnTo>
                  <a:close/>
                </a:path>
              </a:pathLst>
            </a:custGeom>
            <a:solidFill>
              <a:srgbClr val="999999"/>
            </a:solidFill>
          </p:spPr>
          <p:txBody>
            <a:bodyPr wrap="square" lIns="0" tIns="0" rIns="0" bIns="0" rtlCol="0"/>
            <a:lstStyle/>
            <a:p>
              <a:endParaRPr/>
            </a:p>
          </p:txBody>
        </p:sp>
        <p:pic>
          <p:nvPicPr>
            <p:cNvPr id="55" name="object 55"/>
            <p:cNvPicPr/>
            <p:nvPr/>
          </p:nvPicPr>
          <p:blipFill>
            <a:blip r:embed="rId19" cstate="print"/>
            <a:stretch>
              <a:fillRect/>
            </a:stretch>
          </p:blipFill>
          <p:spPr>
            <a:xfrm>
              <a:off x="8130082" y="4836684"/>
              <a:ext cx="112109" cy="112109"/>
            </a:xfrm>
            <a:prstGeom prst="rect">
              <a:avLst/>
            </a:prstGeom>
          </p:spPr>
        </p:pic>
      </p:grpSp>
      <p:sp>
        <p:nvSpPr>
          <p:cNvPr id="56" name="object 56"/>
          <p:cNvSpPr/>
          <p:nvPr/>
        </p:nvSpPr>
        <p:spPr>
          <a:xfrm>
            <a:off x="8529345" y="4730805"/>
            <a:ext cx="320675" cy="324485"/>
          </a:xfrm>
          <a:custGeom>
            <a:avLst/>
            <a:gdLst/>
            <a:ahLst/>
            <a:cxnLst/>
            <a:rect l="l" t="t" r="r" b="b"/>
            <a:pathLst>
              <a:path w="320675" h="324485">
                <a:moveTo>
                  <a:pt x="130918" y="323892"/>
                </a:moveTo>
                <a:lnTo>
                  <a:pt x="116811" y="323892"/>
                </a:lnTo>
                <a:lnTo>
                  <a:pt x="110603" y="319377"/>
                </a:lnTo>
                <a:lnTo>
                  <a:pt x="107783" y="312606"/>
                </a:lnTo>
                <a:lnTo>
                  <a:pt x="2256" y="23117"/>
                </a:lnTo>
                <a:lnTo>
                  <a:pt x="0" y="16908"/>
                </a:lnTo>
                <a:lnTo>
                  <a:pt x="1691" y="9572"/>
                </a:lnTo>
                <a:lnTo>
                  <a:pt x="6771" y="5059"/>
                </a:lnTo>
                <a:lnTo>
                  <a:pt x="10201" y="1629"/>
                </a:lnTo>
                <a:lnTo>
                  <a:pt x="14662" y="0"/>
                </a:lnTo>
                <a:lnTo>
                  <a:pt x="19107" y="0"/>
                </a:lnTo>
                <a:lnTo>
                  <a:pt x="21245" y="0"/>
                </a:lnTo>
                <a:lnTo>
                  <a:pt x="309805" y="120178"/>
                </a:lnTo>
                <a:lnTo>
                  <a:pt x="320526" y="129206"/>
                </a:lnTo>
                <a:lnTo>
                  <a:pt x="319962" y="136542"/>
                </a:lnTo>
                <a:lnTo>
                  <a:pt x="319962" y="143314"/>
                </a:lnTo>
                <a:lnTo>
                  <a:pt x="316011" y="149522"/>
                </a:lnTo>
                <a:lnTo>
                  <a:pt x="309241" y="152343"/>
                </a:lnTo>
                <a:lnTo>
                  <a:pt x="198072" y="195231"/>
                </a:lnTo>
                <a:lnTo>
                  <a:pt x="194121" y="196923"/>
                </a:lnTo>
                <a:lnTo>
                  <a:pt x="190171" y="200308"/>
                </a:lnTo>
                <a:lnTo>
                  <a:pt x="188477" y="204823"/>
                </a:lnTo>
                <a:lnTo>
                  <a:pt x="140512" y="313735"/>
                </a:lnTo>
                <a:lnTo>
                  <a:pt x="137690" y="319942"/>
                </a:lnTo>
                <a:lnTo>
                  <a:pt x="130918" y="323892"/>
                </a:lnTo>
                <a:close/>
              </a:path>
            </a:pathLst>
          </a:custGeom>
          <a:solidFill>
            <a:srgbClr val="999999"/>
          </a:solidFill>
        </p:spPr>
        <p:txBody>
          <a:bodyPr wrap="square" lIns="0" tIns="0" rIns="0" bIns="0" rtlCol="0"/>
          <a:lstStyle/>
          <a:p>
            <a:endParaRPr/>
          </a:p>
        </p:txBody>
      </p:sp>
      <p:sp>
        <p:nvSpPr>
          <p:cNvPr id="57" name="object 57"/>
          <p:cNvSpPr/>
          <p:nvPr/>
        </p:nvSpPr>
        <p:spPr>
          <a:xfrm>
            <a:off x="5728451" y="4675527"/>
            <a:ext cx="295910" cy="434975"/>
          </a:xfrm>
          <a:custGeom>
            <a:avLst/>
            <a:gdLst/>
            <a:ahLst/>
            <a:cxnLst/>
            <a:rect l="l" t="t" r="r" b="b"/>
            <a:pathLst>
              <a:path w="295910" h="434975">
                <a:moveTo>
                  <a:pt x="153106" y="434618"/>
                </a:moveTo>
                <a:lnTo>
                  <a:pt x="40005" y="252883"/>
                </a:lnTo>
                <a:lnTo>
                  <a:pt x="23707" y="223358"/>
                </a:lnTo>
                <a:lnTo>
                  <a:pt x="7408" y="185129"/>
                </a:lnTo>
                <a:lnTo>
                  <a:pt x="0" y="147178"/>
                </a:lnTo>
                <a:lnTo>
                  <a:pt x="7538" y="100768"/>
                </a:lnTo>
                <a:lnTo>
                  <a:pt x="28542" y="60380"/>
                </a:lnTo>
                <a:lnTo>
                  <a:pt x="60594" y="28479"/>
                </a:lnTo>
                <a:lnTo>
                  <a:pt x="101275" y="7530"/>
                </a:lnTo>
                <a:lnTo>
                  <a:pt x="148166" y="0"/>
                </a:lnTo>
                <a:lnTo>
                  <a:pt x="194575" y="7530"/>
                </a:lnTo>
                <a:lnTo>
                  <a:pt x="234964" y="28479"/>
                </a:lnTo>
                <a:lnTo>
                  <a:pt x="264762" y="58277"/>
                </a:lnTo>
                <a:lnTo>
                  <a:pt x="149154" y="58277"/>
                </a:lnTo>
                <a:lnTo>
                  <a:pt x="115879" y="64883"/>
                </a:lnTo>
                <a:lnTo>
                  <a:pt x="88900" y="82972"/>
                </a:lnTo>
                <a:lnTo>
                  <a:pt x="70811" y="109950"/>
                </a:lnTo>
                <a:lnTo>
                  <a:pt x="64205" y="143225"/>
                </a:lnTo>
                <a:lnTo>
                  <a:pt x="70811" y="175931"/>
                </a:lnTo>
                <a:lnTo>
                  <a:pt x="88900" y="202616"/>
                </a:lnTo>
                <a:lnTo>
                  <a:pt x="115879" y="220596"/>
                </a:lnTo>
                <a:lnTo>
                  <a:pt x="149154" y="227186"/>
                </a:lnTo>
                <a:lnTo>
                  <a:pt x="272002" y="227186"/>
                </a:lnTo>
                <a:lnTo>
                  <a:pt x="261174" y="250523"/>
                </a:lnTo>
                <a:lnTo>
                  <a:pt x="254846" y="262747"/>
                </a:lnTo>
                <a:lnTo>
                  <a:pt x="153106" y="434618"/>
                </a:lnTo>
                <a:close/>
              </a:path>
              <a:path w="295910" h="434975">
                <a:moveTo>
                  <a:pt x="272002" y="227186"/>
                </a:moveTo>
                <a:lnTo>
                  <a:pt x="149154" y="227186"/>
                </a:lnTo>
                <a:lnTo>
                  <a:pt x="181858" y="220596"/>
                </a:lnTo>
                <a:lnTo>
                  <a:pt x="208544" y="202616"/>
                </a:lnTo>
                <a:lnTo>
                  <a:pt x="226524" y="175931"/>
                </a:lnTo>
                <a:lnTo>
                  <a:pt x="233115" y="143225"/>
                </a:lnTo>
                <a:lnTo>
                  <a:pt x="226524" y="109950"/>
                </a:lnTo>
                <a:lnTo>
                  <a:pt x="208544" y="82972"/>
                </a:lnTo>
                <a:lnTo>
                  <a:pt x="181858" y="64883"/>
                </a:lnTo>
                <a:lnTo>
                  <a:pt x="149154" y="58277"/>
                </a:lnTo>
                <a:lnTo>
                  <a:pt x="264762" y="58277"/>
                </a:lnTo>
                <a:lnTo>
                  <a:pt x="266865" y="60380"/>
                </a:lnTo>
                <a:lnTo>
                  <a:pt x="287814" y="100768"/>
                </a:lnTo>
                <a:lnTo>
                  <a:pt x="295345" y="147178"/>
                </a:lnTo>
                <a:lnTo>
                  <a:pt x="289017" y="182737"/>
                </a:lnTo>
                <a:lnTo>
                  <a:pt x="275060" y="220596"/>
                </a:lnTo>
                <a:lnTo>
                  <a:pt x="272002" y="227186"/>
                </a:lnTo>
                <a:close/>
              </a:path>
            </a:pathLst>
          </a:custGeom>
          <a:solidFill>
            <a:srgbClr val="999999"/>
          </a:solidFill>
        </p:spPr>
        <p:txBody>
          <a:bodyPr wrap="square" lIns="0" tIns="0" rIns="0" bIns="0" rtlCol="0"/>
          <a:lstStyle/>
          <a:p>
            <a:endParaRPr/>
          </a:p>
        </p:txBody>
      </p:sp>
      <p:sp>
        <p:nvSpPr>
          <p:cNvPr id="58" name="object 58"/>
          <p:cNvSpPr/>
          <p:nvPr/>
        </p:nvSpPr>
        <p:spPr>
          <a:xfrm>
            <a:off x="1559293" y="2448712"/>
            <a:ext cx="342900" cy="394335"/>
          </a:xfrm>
          <a:custGeom>
            <a:avLst/>
            <a:gdLst/>
            <a:ahLst/>
            <a:cxnLst/>
            <a:rect l="l" t="t" r="r" b="b"/>
            <a:pathLst>
              <a:path w="342900" h="394335">
                <a:moveTo>
                  <a:pt x="208305" y="5854"/>
                </a:moveTo>
                <a:lnTo>
                  <a:pt x="202438" y="0"/>
                </a:lnTo>
                <a:lnTo>
                  <a:pt x="143776" y="0"/>
                </a:lnTo>
                <a:lnTo>
                  <a:pt x="136918" y="0"/>
                </a:lnTo>
                <a:lnTo>
                  <a:pt x="130086" y="5854"/>
                </a:lnTo>
                <a:lnTo>
                  <a:pt x="130086" y="50863"/>
                </a:lnTo>
                <a:lnTo>
                  <a:pt x="207314" y="50863"/>
                </a:lnTo>
                <a:lnTo>
                  <a:pt x="207314" y="12725"/>
                </a:lnTo>
                <a:lnTo>
                  <a:pt x="208305" y="12725"/>
                </a:lnTo>
                <a:lnTo>
                  <a:pt x="208305" y="5854"/>
                </a:lnTo>
                <a:close/>
              </a:path>
              <a:path w="342900" h="394335">
                <a:moveTo>
                  <a:pt x="315861" y="81165"/>
                </a:moveTo>
                <a:lnTo>
                  <a:pt x="309994" y="76288"/>
                </a:lnTo>
                <a:lnTo>
                  <a:pt x="37185" y="76288"/>
                </a:lnTo>
                <a:lnTo>
                  <a:pt x="30327" y="76288"/>
                </a:lnTo>
                <a:lnTo>
                  <a:pt x="25450" y="83121"/>
                </a:lnTo>
                <a:lnTo>
                  <a:pt x="25450" y="265010"/>
                </a:lnTo>
                <a:lnTo>
                  <a:pt x="315861" y="265010"/>
                </a:lnTo>
                <a:lnTo>
                  <a:pt x="315861" y="81165"/>
                </a:lnTo>
                <a:close/>
              </a:path>
              <a:path w="342900" h="394335">
                <a:moveTo>
                  <a:pt x="342277" y="298259"/>
                </a:moveTo>
                <a:lnTo>
                  <a:pt x="340321" y="294347"/>
                </a:lnTo>
                <a:lnTo>
                  <a:pt x="339356" y="290436"/>
                </a:lnTo>
                <a:lnTo>
                  <a:pt x="1955" y="290436"/>
                </a:lnTo>
                <a:lnTo>
                  <a:pt x="990" y="294347"/>
                </a:lnTo>
                <a:lnTo>
                  <a:pt x="0" y="299250"/>
                </a:lnTo>
                <a:lnTo>
                  <a:pt x="0" y="303161"/>
                </a:lnTo>
                <a:lnTo>
                  <a:pt x="2921" y="318350"/>
                </a:lnTo>
                <a:lnTo>
                  <a:pt x="10883" y="330784"/>
                </a:lnTo>
                <a:lnTo>
                  <a:pt x="22707" y="339191"/>
                </a:lnTo>
                <a:lnTo>
                  <a:pt x="37185" y="342277"/>
                </a:lnTo>
                <a:lnTo>
                  <a:pt x="97802" y="342277"/>
                </a:lnTo>
                <a:lnTo>
                  <a:pt x="81165" y="374561"/>
                </a:lnTo>
                <a:lnTo>
                  <a:pt x="78244" y="381381"/>
                </a:lnTo>
                <a:lnTo>
                  <a:pt x="81165" y="389204"/>
                </a:lnTo>
                <a:lnTo>
                  <a:pt x="88023" y="392150"/>
                </a:lnTo>
                <a:lnTo>
                  <a:pt x="89674" y="393242"/>
                </a:lnTo>
                <a:lnTo>
                  <a:pt x="91541" y="393738"/>
                </a:lnTo>
                <a:lnTo>
                  <a:pt x="98272" y="393738"/>
                </a:lnTo>
                <a:lnTo>
                  <a:pt x="103238" y="390512"/>
                </a:lnTo>
                <a:lnTo>
                  <a:pt x="104635" y="386283"/>
                </a:lnTo>
                <a:lnTo>
                  <a:pt x="127139" y="341312"/>
                </a:lnTo>
                <a:lnTo>
                  <a:pt x="157467" y="341312"/>
                </a:lnTo>
                <a:lnTo>
                  <a:pt x="157467" y="387248"/>
                </a:lnTo>
                <a:lnTo>
                  <a:pt x="163334" y="393115"/>
                </a:lnTo>
                <a:lnTo>
                  <a:pt x="177977" y="393115"/>
                </a:lnTo>
                <a:lnTo>
                  <a:pt x="182892" y="387248"/>
                </a:lnTo>
                <a:lnTo>
                  <a:pt x="182892" y="341312"/>
                </a:lnTo>
                <a:lnTo>
                  <a:pt x="213182" y="341312"/>
                </a:lnTo>
                <a:lnTo>
                  <a:pt x="235686" y="386283"/>
                </a:lnTo>
                <a:lnTo>
                  <a:pt x="238633" y="390690"/>
                </a:lnTo>
                <a:lnTo>
                  <a:pt x="243192" y="392899"/>
                </a:lnTo>
                <a:lnTo>
                  <a:pt x="249313" y="392899"/>
                </a:lnTo>
                <a:lnTo>
                  <a:pt x="250837" y="392645"/>
                </a:lnTo>
                <a:lnTo>
                  <a:pt x="252323" y="392150"/>
                </a:lnTo>
                <a:lnTo>
                  <a:pt x="259156" y="388239"/>
                </a:lnTo>
                <a:lnTo>
                  <a:pt x="261112" y="381381"/>
                </a:lnTo>
                <a:lnTo>
                  <a:pt x="259156" y="374561"/>
                </a:lnTo>
                <a:lnTo>
                  <a:pt x="242544" y="342277"/>
                </a:lnTo>
                <a:lnTo>
                  <a:pt x="303161" y="342277"/>
                </a:lnTo>
                <a:lnTo>
                  <a:pt x="317944" y="339191"/>
                </a:lnTo>
                <a:lnTo>
                  <a:pt x="330428" y="330784"/>
                </a:lnTo>
                <a:lnTo>
                  <a:pt x="339051" y="318350"/>
                </a:lnTo>
                <a:lnTo>
                  <a:pt x="342277" y="303161"/>
                </a:lnTo>
                <a:lnTo>
                  <a:pt x="342277" y="298259"/>
                </a:lnTo>
                <a:close/>
              </a:path>
            </a:pathLst>
          </a:custGeom>
          <a:solidFill>
            <a:srgbClr val="B6B6B6"/>
          </a:solidFill>
        </p:spPr>
        <p:txBody>
          <a:bodyPr wrap="square" lIns="0" tIns="0" rIns="0" bIns="0" rtlCol="0"/>
          <a:lstStyle/>
          <a:p>
            <a:endParaRPr/>
          </a:p>
        </p:txBody>
      </p:sp>
      <p:grpSp>
        <p:nvGrpSpPr>
          <p:cNvPr id="59" name="object 59"/>
          <p:cNvGrpSpPr/>
          <p:nvPr/>
        </p:nvGrpSpPr>
        <p:grpSpPr>
          <a:xfrm>
            <a:off x="1533956" y="2946751"/>
            <a:ext cx="394335" cy="358775"/>
            <a:chOff x="1533956" y="2946751"/>
            <a:chExt cx="394335" cy="358775"/>
          </a:xfrm>
        </p:grpSpPr>
        <p:sp>
          <p:nvSpPr>
            <p:cNvPr id="60" name="object 60"/>
            <p:cNvSpPr/>
            <p:nvPr/>
          </p:nvSpPr>
          <p:spPr>
            <a:xfrm>
              <a:off x="1631259" y="2946751"/>
              <a:ext cx="297180" cy="297180"/>
            </a:xfrm>
            <a:custGeom>
              <a:avLst/>
              <a:gdLst/>
              <a:ahLst/>
              <a:cxnLst/>
              <a:rect l="l" t="t" r="r" b="b"/>
              <a:pathLst>
                <a:path w="297180" h="297180">
                  <a:moveTo>
                    <a:pt x="126147" y="297054"/>
                  </a:moveTo>
                  <a:lnTo>
                    <a:pt x="0" y="170907"/>
                  </a:lnTo>
                  <a:lnTo>
                    <a:pt x="159422" y="11484"/>
                  </a:lnTo>
                  <a:lnTo>
                    <a:pt x="185092" y="0"/>
                  </a:lnTo>
                  <a:lnTo>
                    <a:pt x="192541" y="829"/>
                  </a:lnTo>
                  <a:lnTo>
                    <a:pt x="285569" y="84832"/>
                  </a:lnTo>
                  <a:lnTo>
                    <a:pt x="296557" y="111247"/>
                  </a:lnTo>
                  <a:lnTo>
                    <a:pt x="293810" y="125279"/>
                  </a:lnTo>
                  <a:lnTo>
                    <a:pt x="285569" y="137663"/>
                  </a:lnTo>
                  <a:lnTo>
                    <a:pt x="126147" y="297054"/>
                  </a:lnTo>
                  <a:close/>
                </a:path>
              </a:pathLst>
            </a:custGeom>
            <a:solidFill>
              <a:srgbClr val="B6B6B6"/>
            </a:solidFill>
          </p:spPr>
          <p:txBody>
            <a:bodyPr wrap="square" lIns="0" tIns="0" rIns="0" bIns="0" rtlCol="0"/>
            <a:lstStyle/>
            <a:p>
              <a:endParaRPr/>
            </a:p>
          </p:txBody>
        </p:sp>
        <p:pic>
          <p:nvPicPr>
            <p:cNvPr id="61" name="object 61"/>
            <p:cNvPicPr/>
            <p:nvPr/>
          </p:nvPicPr>
          <p:blipFill>
            <a:blip r:embed="rId20" cstate="print"/>
            <a:stretch>
              <a:fillRect/>
            </a:stretch>
          </p:blipFill>
          <p:spPr>
            <a:xfrm>
              <a:off x="1533956" y="3133303"/>
              <a:ext cx="204888" cy="172117"/>
            </a:xfrm>
            <a:prstGeom prst="rect">
              <a:avLst/>
            </a:prstGeom>
          </p:spPr>
        </p:pic>
      </p:grpSp>
      <p:sp>
        <p:nvSpPr>
          <p:cNvPr id="62" name="object 62"/>
          <p:cNvSpPr/>
          <p:nvPr/>
        </p:nvSpPr>
        <p:spPr>
          <a:xfrm>
            <a:off x="1533423" y="3381781"/>
            <a:ext cx="394335" cy="394335"/>
          </a:xfrm>
          <a:custGeom>
            <a:avLst/>
            <a:gdLst/>
            <a:ahLst/>
            <a:cxnLst/>
            <a:rect l="l" t="t" r="r" b="b"/>
            <a:pathLst>
              <a:path w="394335" h="394335">
                <a:moveTo>
                  <a:pt x="290436" y="270878"/>
                </a:moveTo>
                <a:lnTo>
                  <a:pt x="283616" y="265010"/>
                </a:lnTo>
                <a:lnTo>
                  <a:pt x="119316" y="265010"/>
                </a:lnTo>
                <a:lnTo>
                  <a:pt x="111493" y="265010"/>
                </a:lnTo>
                <a:lnTo>
                  <a:pt x="105625" y="270878"/>
                </a:lnTo>
                <a:lnTo>
                  <a:pt x="105625" y="310959"/>
                </a:lnTo>
                <a:lnTo>
                  <a:pt x="111493" y="317817"/>
                </a:lnTo>
                <a:lnTo>
                  <a:pt x="283616" y="317817"/>
                </a:lnTo>
                <a:lnTo>
                  <a:pt x="290436" y="310959"/>
                </a:lnTo>
                <a:lnTo>
                  <a:pt x="290436" y="270878"/>
                </a:lnTo>
                <a:close/>
              </a:path>
              <a:path w="394335" h="394335">
                <a:moveTo>
                  <a:pt x="315861" y="348145"/>
                </a:moveTo>
                <a:lnTo>
                  <a:pt x="309029" y="341274"/>
                </a:lnTo>
                <a:lnTo>
                  <a:pt x="91935" y="341274"/>
                </a:lnTo>
                <a:lnTo>
                  <a:pt x="84112" y="341274"/>
                </a:lnTo>
                <a:lnTo>
                  <a:pt x="78244" y="348145"/>
                </a:lnTo>
                <a:lnTo>
                  <a:pt x="78244" y="388213"/>
                </a:lnTo>
                <a:lnTo>
                  <a:pt x="84112" y="394081"/>
                </a:lnTo>
                <a:lnTo>
                  <a:pt x="310984" y="394081"/>
                </a:lnTo>
                <a:lnTo>
                  <a:pt x="315861" y="388213"/>
                </a:lnTo>
                <a:lnTo>
                  <a:pt x="315861" y="348145"/>
                </a:lnTo>
                <a:close/>
              </a:path>
              <a:path w="394335" h="394335">
                <a:moveTo>
                  <a:pt x="394119" y="200456"/>
                </a:moveTo>
                <a:lnTo>
                  <a:pt x="393801" y="198501"/>
                </a:lnTo>
                <a:lnTo>
                  <a:pt x="393496" y="196634"/>
                </a:lnTo>
                <a:lnTo>
                  <a:pt x="388480" y="180898"/>
                </a:lnTo>
                <a:lnTo>
                  <a:pt x="367703" y="117995"/>
                </a:lnTo>
                <a:lnTo>
                  <a:pt x="367703" y="198501"/>
                </a:lnTo>
                <a:lnTo>
                  <a:pt x="292392" y="198501"/>
                </a:lnTo>
                <a:lnTo>
                  <a:pt x="330542" y="85077"/>
                </a:lnTo>
                <a:lnTo>
                  <a:pt x="367703" y="198501"/>
                </a:lnTo>
                <a:lnTo>
                  <a:pt x="367703" y="117995"/>
                </a:lnTo>
                <a:lnTo>
                  <a:pt x="356831" y="85077"/>
                </a:lnTo>
                <a:lnTo>
                  <a:pt x="346189" y="52793"/>
                </a:lnTo>
                <a:lnTo>
                  <a:pt x="359879" y="52793"/>
                </a:lnTo>
                <a:lnTo>
                  <a:pt x="365747" y="48882"/>
                </a:lnTo>
                <a:lnTo>
                  <a:pt x="366737" y="42049"/>
                </a:lnTo>
                <a:lnTo>
                  <a:pt x="368693" y="34226"/>
                </a:lnTo>
                <a:lnTo>
                  <a:pt x="361835" y="26403"/>
                </a:lnTo>
                <a:lnTo>
                  <a:pt x="232740" y="26403"/>
                </a:lnTo>
                <a:lnTo>
                  <a:pt x="227355" y="15671"/>
                </a:lnTo>
                <a:lnTo>
                  <a:pt x="218935" y="7327"/>
                </a:lnTo>
                <a:lnTo>
                  <a:pt x="212217" y="3975"/>
                </a:lnTo>
                <a:lnTo>
                  <a:pt x="212217" y="39103"/>
                </a:lnTo>
                <a:lnTo>
                  <a:pt x="212217" y="41059"/>
                </a:lnTo>
                <a:lnTo>
                  <a:pt x="210261" y="46926"/>
                </a:lnTo>
                <a:lnTo>
                  <a:pt x="205359" y="52793"/>
                </a:lnTo>
                <a:lnTo>
                  <a:pt x="190703" y="52793"/>
                </a:lnTo>
                <a:lnTo>
                  <a:pt x="185801" y="48882"/>
                </a:lnTo>
                <a:lnTo>
                  <a:pt x="184962" y="42049"/>
                </a:lnTo>
                <a:lnTo>
                  <a:pt x="184835" y="39103"/>
                </a:lnTo>
                <a:lnTo>
                  <a:pt x="185801" y="32270"/>
                </a:lnTo>
                <a:lnTo>
                  <a:pt x="190703" y="26403"/>
                </a:lnTo>
                <a:lnTo>
                  <a:pt x="205359" y="26403"/>
                </a:lnTo>
                <a:lnTo>
                  <a:pt x="210261" y="31280"/>
                </a:lnTo>
                <a:lnTo>
                  <a:pt x="212217" y="39103"/>
                </a:lnTo>
                <a:lnTo>
                  <a:pt x="212217" y="3975"/>
                </a:lnTo>
                <a:lnTo>
                  <a:pt x="208127" y="1917"/>
                </a:lnTo>
                <a:lnTo>
                  <a:pt x="195580" y="0"/>
                </a:lnTo>
                <a:lnTo>
                  <a:pt x="183616" y="1917"/>
                </a:lnTo>
                <a:lnTo>
                  <a:pt x="173101" y="7327"/>
                </a:lnTo>
                <a:lnTo>
                  <a:pt x="164795" y="15671"/>
                </a:lnTo>
                <a:lnTo>
                  <a:pt x="159423" y="26403"/>
                </a:lnTo>
                <a:lnTo>
                  <a:pt x="33235" y="26403"/>
                </a:lnTo>
                <a:lnTo>
                  <a:pt x="27368" y="31280"/>
                </a:lnTo>
                <a:lnTo>
                  <a:pt x="26416" y="37147"/>
                </a:lnTo>
                <a:lnTo>
                  <a:pt x="24460" y="45961"/>
                </a:lnTo>
                <a:lnTo>
                  <a:pt x="31280" y="52793"/>
                </a:lnTo>
                <a:lnTo>
                  <a:pt x="47917" y="52793"/>
                </a:lnTo>
                <a:lnTo>
                  <a:pt x="5626" y="180898"/>
                </a:lnTo>
                <a:lnTo>
                  <a:pt x="609" y="196634"/>
                </a:lnTo>
                <a:lnTo>
                  <a:pt x="0" y="200456"/>
                </a:lnTo>
                <a:lnTo>
                  <a:pt x="5689" y="224523"/>
                </a:lnTo>
                <a:lnTo>
                  <a:pt x="19812" y="244094"/>
                </a:lnTo>
                <a:lnTo>
                  <a:pt x="40170" y="257251"/>
                </a:lnTo>
                <a:lnTo>
                  <a:pt x="64566" y="262064"/>
                </a:lnTo>
                <a:lnTo>
                  <a:pt x="89750" y="257251"/>
                </a:lnTo>
                <a:lnTo>
                  <a:pt x="109893" y="244094"/>
                </a:lnTo>
                <a:lnTo>
                  <a:pt x="123253" y="224523"/>
                </a:lnTo>
                <a:lnTo>
                  <a:pt x="128104" y="200456"/>
                </a:lnTo>
                <a:lnTo>
                  <a:pt x="127863" y="198501"/>
                </a:lnTo>
                <a:lnTo>
                  <a:pt x="127647" y="196634"/>
                </a:lnTo>
                <a:lnTo>
                  <a:pt x="122961" y="180898"/>
                </a:lnTo>
                <a:lnTo>
                  <a:pt x="109131" y="138023"/>
                </a:lnTo>
                <a:lnTo>
                  <a:pt x="102679" y="118364"/>
                </a:lnTo>
                <a:lnTo>
                  <a:pt x="102679" y="198501"/>
                </a:lnTo>
                <a:lnTo>
                  <a:pt x="27368" y="198501"/>
                </a:lnTo>
                <a:lnTo>
                  <a:pt x="64566" y="85077"/>
                </a:lnTo>
                <a:lnTo>
                  <a:pt x="102679" y="198501"/>
                </a:lnTo>
                <a:lnTo>
                  <a:pt x="102679" y="118364"/>
                </a:lnTo>
                <a:lnTo>
                  <a:pt x="91757" y="85077"/>
                </a:lnTo>
                <a:lnTo>
                  <a:pt x="81165" y="52793"/>
                </a:lnTo>
                <a:lnTo>
                  <a:pt x="157467" y="52793"/>
                </a:lnTo>
                <a:lnTo>
                  <a:pt x="157467" y="235686"/>
                </a:lnTo>
                <a:lnTo>
                  <a:pt x="164287" y="241554"/>
                </a:lnTo>
                <a:lnTo>
                  <a:pt x="231775" y="241554"/>
                </a:lnTo>
                <a:lnTo>
                  <a:pt x="237642" y="235686"/>
                </a:lnTo>
                <a:lnTo>
                  <a:pt x="237642" y="52793"/>
                </a:lnTo>
                <a:lnTo>
                  <a:pt x="314896" y="52793"/>
                </a:lnTo>
                <a:lnTo>
                  <a:pt x="272605" y="180898"/>
                </a:lnTo>
                <a:lnTo>
                  <a:pt x="267589" y="196634"/>
                </a:lnTo>
                <a:lnTo>
                  <a:pt x="266979" y="200456"/>
                </a:lnTo>
                <a:lnTo>
                  <a:pt x="272516" y="224523"/>
                </a:lnTo>
                <a:lnTo>
                  <a:pt x="286296" y="244094"/>
                </a:lnTo>
                <a:lnTo>
                  <a:pt x="306311" y="257251"/>
                </a:lnTo>
                <a:lnTo>
                  <a:pt x="330542" y="262064"/>
                </a:lnTo>
                <a:lnTo>
                  <a:pt x="355320" y="257251"/>
                </a:lnTo>
                <a:lnTo>
                  <a:pt x="375526" y="244094"/>
                </a:lnTo>
                <a:lnTo>
                  <a:pt x="389128" y="224523"/>
                </a:lnTo>
                <a:lnTo>
                  <a:pt x="394119" y="200456"/>
                </a:lnTo>
                <a:close/>
              </a:path>
            </a:pathLst>
          </a:custGeom>
          <a:solidFill>
            <a:srgbClr val="B6B6B6"/>
          </a:solidFill>
        </p:spPr>
        <p:txBody>
          <a:bodyPr wrap="square" lIns="0" tIns="0" rIns="0" bIns="0" rtlCol="0"/>
          <a:lstStyle/>
          <a:p>
            <a:endParaRPr/>
          </a:p>
        </p:txBody>
      </p:sp>
      <p:grpSp>
        <p:nvGrpSpPr>
          <p:cNvPr id="63" name="object 63"/>
          <p:cNvGrpSpPr/>
          <p:nvPr/>
        </p:nvGrpSpPr>
        <p:grpSpPr>
          <a:xfrm>
            <a:off x="3820799" y="2475114"/>
            <a:ext cx="395605" cy="394335"/>
            <a:chOff x="3820799" y="2475114"/>
            <a:chExt cx="395605" cy="394335"/>
          </a:xfrm>
        </p:grpSpPr>
        <p:pic>
          <p:nvPicPr>
            <p:cNvPr id="64" name="object 64"/>
            <p:cNvPicPr/>
            <p:nvPr/>
          </p:nvPicPr>
          <p:blipFill>
            <a:blip r:embed="rId21" cstate="print"/>
            <a:stretch>
              <a:fillRect/>
            </a:stretch>
          </p:blipFill>
          <p:spPr>
            <a:xfrm>
              <a:off x="3820799" y="2475114"/>
              <a:ext cx="180932" cy="179939"/>
            </a:xfrm>
            <a:prstGeom prst="rect">
              <a:avLst/>
            </a:prstGeom>
          </p:spPr>
        </p:pic>
        <p:pic>
          <p:nvPicPr>
            <p:cNvPr id="65" name="object 65"/>
            <p:cNvPicPr/>
            <p:nvPr/>
          </p:nvPicPr>
          <p:blipFill>
            <a:blip r:embed="rId22" cstate="print"/>
            <a:stretch>
              <a:fillRect/>
            </a:stretch>
          </p:blipFill>
          <p:spPr>
            <a:xfrm>
              <a:off x="3821792" y="2690253"/>
              <a:ext cx="181895" cy="178977"/>
            </a:xfrm>
            <a:prstGeom prst="rect">
              <a:avLst/>
            </a:prstGeom>
          </p:spPr>
        </p:pic>
        <p:pic>
          <p:nvPicPr>
            <p:cNvPr id="66" name="object 66"/>
            <p:cNvPicPr/>
            <p:nvPr/>
          </p:nvPicPr>
          <p:blipFill>
            <a:blip r:embed="rId23" cstate="print"/>
            <a:stretch>
              <a:fillRect/>
            </a:stretch>
          </p:blipFill>
          <p:spPr>
            <a:xfrm>
              <a:off x="4034975" y="2475114"/>
              <a:ext cx="180902" cy="179939"/>
            </a:xfrm>
            <a:prstGeom prst="rect">
              <a:avLst/>
            </a:prstGeom>
          </p:spPr>
        </p:pic>
        <p:pic>
          <p:nvPicPr>
            <p:cNvPr id="67" name="object 67"/>
            <p:cNvPicPr/>
            <p:nvPr/>
          </p:nvPicPr>
          <p:blipFill>
            <a:blip r:embed="rId24" cstate="print"/>
            <a:stretch>
              <a:fillRect/>
            </a:stretch>
          </p:blipFill>
          <p:spPr>
            <a:xfrm>
              <a:off x="4034975" y="2689291"/>
              <a:ext cx="180902" cy="179939"/>
            </a:xfrm>
            <a:prstGeom prst="rect">
              <a:avLst/>
            </a:prstGeom>
          </p:spPr>
        </p:pic>
      </p:grpSp>
      <p:grpSp>
        <p:nvGrpSpPr>
          <p:cNvPr id="68" name="object 68"/>
          <p:cNvGrpSpPr/>
          <p:nvPr/>
        </p:nvGrpSpPr>
        <p:grpSpPr>
          <a:xfrm>
            <a:off x="3826098" y="2937966"/>
            <a:ext cx="393700" cy="394335"/>
            <a:chOff x="3826098" y="2937966"/>
            <a:chExt cx="393700" cy="394335"/>
          </a:xfrm>
        </p:grpSpPr>
        <p:pic>
          <p:nvPicPr>
            <p:cNvPr id="69" name="object 69"/>
            <p:cNvPicPr/>
            <p:nvPr/>
          </p:nvPicPr>
          <p:blipFill>
            <a:blip r:embed="rId25" cstate="print"/>
            <a:stretch>
              <a:fillRect/>
            </a:stretch>
          </p:blipFill>
          <p:spPr>
            <a:xfrm>
              <a:off x="3942038" y="2937966"/>
              <a:ext cx="277715" cy="274549"/>
            </a:xfrm>
            <a:prstGeom prst="rect">
              <a:avLst/>
            </a:prstGeom>
          </p:spPr>
        </p:pic>
        <p:sp>
          <p:nvSpPr>
            <p:cNvPr id="70" name="object 70"/>
            <p:cNvSpPr/>
            <p:nvPr/>
          </p:nvSpPr>
          <p:spPr>
            <a:xfrm>
              <a:off x="3826098" y="3015939"/>
              <a:ext cx="316865" cy="316230"/>
            </a:xfrm>
            <a:custGeom>
              <a:avLst/>
              <a:gdLst/>
              <a:ahLst/>
              <a:cxnLst/>
              <a:rect l="l" t="t" r="r" b="b"/>
              <a:pathLst>
                <a:path w="316864" h="316229">
                  <a:moveTo>
                    <a:pt x="157875" y="316205"/>
                  </a:moveTo>
                  <a:lnTo>
                    <a:pt x="154429" y="316205"/>
                  </a:lnTo>
                  <a:lnTo>
                    <a:pt x="123621" y="313217"/>
                  </a:lnTo>
                  <a:lnTo>
                    <a:pt x="68443" y="290618"/>
                  </a:lnTo>
                  <a:lnTo>
                    <a:pt x="19468" y="237572"/>
                  </a:lnTo>
                  <a:lnTo>
                    <a:pt x="4327" y="199141"/>
                  </a:lnTo>
                  <a:lnTo>
                    <a:pt x="0" y="158691"/>
                  </a:lnTo>
                  <a:lnTo>
                    <a:pt x="6399" y="118325"/>
                  </a:lnTo>
                  <a:lnTo>
                    <a:pt x="32532" y="68559"/>
                  </a:lnTo>
                  <a:lnTo>
                    <a:pt x="99302" y="0"/>
                  </a:lnTo>
                  <a:lnTo>
                    <a:pt x="170694" y="72385"/>
                  </a:lnTo>
                  <a:lnTo>
                    <a:pt x="116902" y="126147"/>
                  </a:lnTo>
                  <a:lnTo>
                    <a:pt x="105902" y="142957"/>
                  </a:lnTo>
                  <a:lnTo>
                    <a:pt x="102235" y="162339"/>
                  </a:lnTo>
                  <a:lnTo>
                    <a:pt x="105902" y="181722"/>
                  </a:lnTo>
                  <a:lnTo>
                    <a:pt x="116902" y="198532"/>
                  </a:lnTo>
                  <a:lnTo>
                    <a:pt x="124718" y="205149"/>
                  </a:lnTo>
                  <a:lnTo>
                    <a:pt x="133481" y="209838"/>
                  </a:lnTo>
                  <a:lnTo>
                    <a:pt x="142878" y="212631"/>
                  </a:lnTo>
                  <a:lnTo>
                    <a:pt x="152598" y="213556"/>
                  </a:lnTo>
                  <a:lnTo>
                    <a:pt x="162582" y="212601"/>
                  </a:lnTo>
                  <a:lnTo>
                    <a:pt x="172246" y="209757"/>
                  </a:lnTo>
                  <a:lnTo>
                    <a:pt x="181258" y="205057"/>
                  </a:lnTo>
                  <a:lnTo>
                    <a:pt x="189287" y="198532"/>
                  </a:lnTo>
                  <a:lnTo>
                    <a:pt x="245004" y="145702"/>
                  </a:lnTo>
                  <a:lnTo>
                    <a:pt x="316396" y="218088"/>
                  </a:lnTo>
                  <a:lnTo>
                    <a:pt x="262604" y="271880"/>
                  </a:lnTo>
                  <a:lnTo>
                    <a:pt x="215916" y="302672"/>
                  </a:lnTo>
                  <a:lnTo>
                    <a:pt x="164828" y="315864"/>
                  </a:lnTo>
                  <a:lnTo>
                    <a:pt x="161351" y="316081"/>
                  </a:lnTo>
                  <a:lnTo>
                    <a:pt x="157875" y="316205"/>
                  </a:lnTo>
                  <a:close/>
                </a:path>
              </a:pathLst>
            </a:custGeom>
            <a:solidFill>
              <a:srgbClr val="B6B6B6"/>
            </a:solidFill>
          </p:spPr>
          <p:txBody>
            <a:bodyPr wrap="square" lIns="0" tIns="0" rIns="0" bIns="0" rtlCol="0"/>
            <a:lstStyle/>
            <a:p>
              <a:endParaRPr/>
            </a:p>
          </p:txBody>
        </p:sp>
      </p:grpSp>
      <p:sp>
        <p:nvSpPr>
          <p:cNvPr id="71" name="object 71"/>
          <p:cNvSpPr/>
          <p:nvPr/>
        </p:nvSpPr>
        <p:spPr>
          <a:xfrm>
            <a:off x="3822351" y="3415851"/>
            <a:ext cx="396240" cy="384810"/>
          </a:xfrm>
          <a:custGeom>
            <a:avLst/>
            <a:gdLst/>
            <a:ahLst/>
            <a:cxnLst/>
            <a:rect l="l" t="t" r="r" b="b"/>
            <a:pathLst>
              <a:path w="396239" h="384810">
                <a:moveTo>
                  <a:pt x="305093" y="384308"/>
                </a:moveTo>
                <a:lnTo>
                  <a:pt x="269994" y="377417"/>
                </a:lnTo>
                <a:lnTo>
                  <a:pt x="241410" y="358517"/>
                </a:lnTo>
                <a:lnTo>
                  <a:pt x="222179" y="330264"/>
                </a:lnTo>
                <a:lnTo>
                  <a:pt x="215138" y="295315"/>
                </a:lnTo>
                <a:lnTo>
                  <a:pt x="215138" y="288487"/>
                </a:lnTo>
                <a:lnTo>
                  <a:pt x="205361" y="281627"/>
                </a:lnTo>
                <a:lnTo>
                  <a:pt x="197539" y="281627"/>
                </a:lnTo>
                <a:lnTo>
                  <a:pt x="190679" y="283582"/>
                </a:lnTo>
                <a:lnTo>
                  <a:pt x="180901" y="288487"/>
                </a:lnTo>
                <a:lnTo>
                  <a:pt x="180901" y="295315"/>
                </a:lnTo>
                <a:lnTo>
                  <a:pt x="173435" y="329845"/>
                </a:lnTo>
                <a:lnTo>
                  <a:pt x="154133" y="358145"/>
                </a:lnTo>
                <a:lnTo>
                  <a:pt x="125479" y="377278"/>
                </a:lnTo>
                <a:lnTo>
                  <a:pt x="89954" y="384308"/>
                </a:lnTo>
                <a:lnTo>
                  <a:pt x="54449" y="377278"/>
                </a:lnTo>
                <a:lnTo>
                  <a:pt x="25910" y="358145"/>
                </a:lnTo>
                <a:lnTo>
                  <a:pt x="6905" y="329845"/>
                </a:lnTo>
                <a:lnTo>
                  <a:pt x="0" y="295315"/>
                </a:lnTo>
                <a:lnTo>
                  <a:pt x="0" y="64532"/>
                </a:lnTo>
                <a:lnTo>
                  <a:pt x="5539" y="39599"/>
                </a:lnTo>
                <a:lnTo>
                  <a:pt x="19427" y="19066"/>
                </a:lnTo>
                <a:lnTo>
                  <a:pt x="39734" y="5133"/>
                </a:lnTo>
                <a:lnTo>
                  <a:pt x="64532" y="0"/>
                </a:lnTo>
                <a:lnTo>
                  <a:pt x="77474" y="1235"/>
                </a:lnTo>
                <a:lnTo>
                  <a:pt x="114413" y="22473"/>
                </a:lnTo>
                <a:lnTo>
                  <a:pt x="109509" y="36161"/>
                </a:lnTo>
                <a:lnTo>
                  <a:pt x="107553" y="38614"/>
                </a:lnTo>
                <a:lnTo>
                  <a:pt x="104388" y="39824"/>
                </a:lnTo>
                <a:lnTo>
                  <a:pt x="97776" y="39824"/>
                </a:lnTo>
                <a:lnTo>
                  <a:pt x="94361" y="38614"/>
                </a:lnTo>
                <a:lnTo>
                  <a:pt x="91909" y="36161"/>
                </a:lnTo>
                <a:lnTo>
                  <a:pt x="86261" y="32008"/>
                </a:lnTo>
                <a:lnTo>
                  <a:pt x="79687" y="28591"/>
                </a:lnTo>
                <a:lnTo>
                  <a:pt x="72380" y="26275"/>
                </a:lnTo>
                <a:lnTo>
                  <a:pt x="64532" y="25421"/>
                </a:lnTo>
                <a:lnTo>
                  <a:pt x="49902" y="29049"/>
                </a:lnTo>
                <a:lnTo>
                  <a:pt x="37752" y="37632"/>
                </a:lnTo>
                <a:lnTo>
                  <a:pt x="29455" y="49887"/>
                </a:lnTo>
                <a:lnTo>
                  <a:pt x="26384" y="64532"/>
                </a:lnTo>
                <a:lnTo>
                  <a:pt x="26384" y="232738"/>
                </a:lnTo>
                <a:lnTo>
                  <a:pt x="40332" y="222011"/>
                </a:lnTo>
                <a:lnTo>
                  <a:pt x="55841" y="213664"/>
                </a:lnTo>
                <a:lnTo>
                  <a:pt x="73002" y="208251"/>
                </a:lnTo>
                <a:lnTo>
                  <a:pt x="91909" y="206323"/>
                </a:lnTo>
                <a:lnTo>
                  <a:pt x="119066" y="210494"/>
                </a:lnTo>
                <a:lnTo>
                  <a:pt x="142644" y="222092"/>
                </a:lnTo>
                <a:lnTo>
                  <a:pt x="161636" y="239742"/>
                </a:lnTo>
                <a:lnTo>
                  <a:pt x="175035" y="262072"/>
                </a:lnTo>
                <a:lnTo>
                  <a:pt x="179939" y="260116"/>
                </a:lnTo>
                <a:lnTo>
                  <a:pt x="190679" y="257167"/>
                </a:lnTo>
                <a:lnTo>
                  <a:pt x="204368" y="257167"/>
                </a:lnTo>
                <a:lnTo>
                  <a:pt x="215138" y="259123"/>
                </a:lnTo>
                <a:lnTo>
                  <a:pt x="221005" y="262072"/>
                </a:lnTo>
                <a:lnTo>
                  <a:pt x="234404" y="239742"/>
                </a:lnTo>
                <a:lnTo>
                  <a:pt x="253395" y="222092"/>
                </a:lnTo>
                <a:lnTo>
                  <a:pt x="276973" y="210494"/>
                </a:lnTo>
                <a:lnTo>
                  <a:pt x="304130" y="206323"/>
                </a:lnTo>
                <a:lnTo>
                  <a:pt x="322739" y="208111"/>
                </a:lnTo>
                <a:lnTo>
                  <a:pt x="340063" y="213292"/>
                </a:lnTo>
                <a:lnTo>
                  <a:pt x="355555" y="221592"/>
                </a:lnTo>
                <a:lnTo>
                  <a:pt x="368663" y="232738"/>
                </a:lnTo>
                <a:lnTo>
                  <a:pt x="368663" y="64532"/>
                </a:lnTo>
                <a:lnTo>
                  <a:pt x="365743" y="48927"/>
                </a:lnTo>
                <a:lnTo>
                  <a:pt x="357780" y="36538"/>
                </a:lnTo>
                <a:lnTo>
                  <a:pt x="345969" y="28368"/>
                </a:lnTo>
                <a:lnTo>
                  <a:pt x="331508" y="25421"/>
                </a:lnTo>
                <a:lnTo>
                  <a:pt x="324205" y="26139"/>
                </a:lnTo>
                <a:lnTo>
                  <a:pt x="317086" y="28231"/>
                </a:lnTo>
                <a:lnTo>
                  <a:pt x="310333" y="31602"/>
                </a:lnTo>
                <a:lnTo>
                  <a:pt x="304130" y="36161"/>
                </a:lnTo>
                <a:lnTo>
                  <a:pt x="301678" y="38614"/>
                </a:lnTo>
                <a:lnTo>
                  <a:pt x="298264" y="39824"/>
                </a:lnTo>
                <a:lnTo>
                  <a:pt x="291404" y="39824"/>
                </a:lnTo>
                <a:lnTo>
                  <a:pt x="287990" y="38614"/>
                </a:lnTo>
                <a:lnTo>
                  <a:pt x="280664" y="31288"/>
                </a:lnTo>
                <a:lnTo>
                  <a:pt x="280664" y="22473"/>
                </a:lnTo>
                <a:lnTo>
                  <a:pt x="318550" y="1235"/>
                </a:lnTo>
                <a:lnTo>
                  <a:pt x="331508" y="0"/>
                </a:lnTo>
                <a:lnTo>
                  <a:pt x="356441" y="5539"/>
                </a:lnTo>
                <a:lnTo>
                  <a:pt x="376974" y="19427"/>
                </a:lnTo>
                <a:lnTo>
                  <a:pt x="390907" y="39734"/>
                </a:lnTo>
                <a:lnTo>
                  <a:pt x="396040" y="64532"/>
                </a:lnTo>
                <a:lnTo>
                  <a:pt x="396040" y="293360"/>
                </a:lnTo>
                <a:lnTo>
                  <a:pt x="388569" y="330670"/>
                </a:lnTo>
                <a:lnTo>
                  <a:pt x="368539" y="359367"/>
                </a:lnTo>
                <a:lnTo>
                  <a:pt x="339522" y="377797"/>
                </a:lnTo>
                <a:lnTo>
                  <a:pt x="305093" y="384308"/>
                </a:lnTo>
                <a:close/>
              </a:path>
            </a:pathLst>
          </a:custGeom>
          <a:solidFill>
            <a:srgbClr val="B6B6B6"/>
          </a:solidFill>
        </p:spPr>
        <p:txBody>
          <a:bodyPr wrap="square" lIns="0" tIns="0" rIns="0" bIns="0" rtlCol="0"/>
          <a:lstStyle/>
          <a:p>
            <a:endParaRPr/>
          </a:p>
        </p:txBody>
      </p:sp>
      <p:grpSp>
        <p:nvGrpSpPr>
          <p:cNvPr id="72" name="object 72"/>
          <p:cNvGrpSpPr/>
          <p:nvPr/>
        </p:nvGrpSpPr>
        <p:grpSpPr>
          <a:xfrm>
            <a:off x="2569543" y="3885386"/>
            <a:ext cx="229870" cy="395605"/>
            <a:chOff x="2569543" y="3885386"/>
            <a:chExt cx="229870" cy="395605"/>
          </a:xfrm>
        </p:grpSpPr>
        <p:pic>
          <p:nvPicPr>
            <p:cNvPr id="73" name="object 73"/>
            <p:cNvPicPr/>
            <p:nvPr/>
          </p:nvPicPr>
          <p:blipFill>
            <a:blip r:embed="rId26" cstate="print"/>
            <a:stretch>
              <a:fillRect/>
            </a:stretch>
          </p:blipFill>
          <p:spPr>
            <a:xfrm>
              <a:off x="2569543" y="3885386"/>
              <a:ext cx="229821" cy="138873"/>
            </a:xfrm>
            <a:prstGeom prst="rect">
              <a:avLst/>
            </a:prstGeom>
          </p:spPr>
        </p:pic>
        <p:pic>
          <p:nvPicPr>
            <p:cNvPr id="74" name="object 74"/>
            <p:cNvPicPr/>
            <p:nvPr/>
          </p:nvPicPr>
          <p:blipFill>
            <a:blip r:embed="rId27" cstate="print"/>
            <a:stretch>
              <a:fillRect/>
            </a:stretch>
          </p:blipFill>
          <p:spPr>
            <a:xfrm>
              <a:off x="2594965" y="4050643"/>
              <a:ext cx="179939" cy="229821"/>
            </a:xfrm>
            <a:prstGeom prst="rect">
              <a:avLst/>
            </a:prstGeom>
          </p:spPr>
        </p:pic>
      </p:grpSp>
      <p:grpSp>
        <p:nvGrpSpPr>
          <p:cNvPr id="75" name="object 75"/>
          <p:cNvGrpSpPr/>
          <p:nvPr/>
        </p:nvGrpSpPr>
        <p:grpSpPr>
          <a:xfrm>
            <a:off x="2532921" y="4374248"/>
            <a:ext cx="319405" cy="392430"/>
            <a:chOff x="2532921" y="4374248"/>
            <a:chExt cx="319405" cy="392430"/>
          </a:xfrm>
        </p:grpSpPr>
        <p:sp>
          <p:nvSpPr>
            <p:cNvPr id="76" name="object 76"/>
            <p:cNvSpPr/>
            <p:nvPr/>
          </p:nvSpPr>
          <p:spPr>
            <a:xfrm>
              <a:off x="2532921" y="4374248"/>
              <a:ext cx="319405" cy="392430"/>
            </a:xfrm>
            <a:custGeom>
              <a:avLst/>
              <a:gdLst/>
              <a:ahLst/>
              <a:cxnLst/>
              <a:rect l="l" t="t" r="r" b="b"/>
              <a:pathLst>
                <a:path w="319405" h="392429">
                  <a:moveTo>
                    <a:pt x="274798" y="392409"/>
                  </a:moveTo>
                  <a:lnTo>
                    <a:pt x="83125" y="392409"/>
                  </a:lnTo>
                  <a:lnTo>
                    <a:pt x="77258" y="385549"/>
                  </a:lnTo>
                  <a:lnTo>
                    <a:pt x="88871" y="344111"/>
                  </a:lnTo>
                  <a:lnTo>
                    <a:pt x="110502" y="317106"/>
                  </a:lnTo>
                  <a:lnTo>
                    <a:pt x="53792" y="260364"/>
                  </a:lnTo>
                  <a:lnTo>
                    <a:pt x="48919" y="263313"/>
                  </a:lnTo>
                  <a:lnTo>
                    <a:pt x="44014" y="264306"/>
                  </a:lnTo>
                  <a:lnTo>
                    <a:pt x="38148" y="264306"/>
                  </a:lnTo>
                  <a:lnTo>
                    <a:pt x="23518" y="261231"/>
                  </a:lnTo>
                  <a:lnTo>
                    <a:pt x="11368" y="252926"/>
                  </a:lnTo>
                  <a:lnTo>
                    <a:pt x="3071" y="240774"/>
                  </a:lnTo>
                  <a:lnTo>
                    <a:pt x="0" y="226158"/>
                  </a:lnTo>
                  <a:lnTo>
                    <a:pt x="2876" y="211353"/>
                  </a:lnTo>
                  <a:lnTo>
                    <a:pt x="10487" y="199211"/>
                  </a:lnTo>
                  <a:lnTo>
                    <a:pt x="21305" y="190998"/>
                  </a:lnTo>
                  <a:lnTo>
                    <a:pt x="33802" y="187978"/>
                  </a:lnTo>
                  <a:lnTo>
                    <a:pt x="34733" y="187978"/>
                  </a:lnTo>
                  <a:lnTo>
                    <a:pt x="35230" y="188010"/>
                  </a:lnTo>
                  <a:lnTo>
                    <a:pt x="42059" y="188010"/>
                  </a:lnTo>
                  <a:lnTo>
                    <a:pt x="47925" y="190959"/>
                  </a:lnTo>
                  <a:lnTo>
                    <a:pt x="52830" y="192914"/>
                  </a:lnTo>
                  <a:lnTo>
                    <a:pt x="122236" y="123477"/>
                  </a:lnTo>
                  <a:lnTo>
                    <a:pt x="101718" y="102928"/>
                  </a:lnTo>
                  <a:lnTo>
                    <a:pt x="93459" y="89838"/>
                  </a:lnTo>
                  <a:lnTo>
                    <a:pt x="90707" y="75190"/>
                  </a:lnTo>
                  <a:lnTo>
                    <a:pt x="93459" y="60723"/>
                  </a:lnTo>
                  <a:lnTo>
                    <a:pt x="101718" y="48174"/>
                  </a:lnTo>
                  <a:lnTo>
                    <a:pt x="137911" y="11019"/>
                  </a:lnTo>
                  <a:lnTo>
                    <a:pt x="166499" y="0"/>
                  </a:lnTo>
                  <a:lnTo>
                    <a:pt x="173937" y="687"/>
                  </a:lnTo>
                  <a:lnTo>
                    <a:pt x="181076" y="2751"/>
                  </a:lnTo>
                  <a:lnTo>
                    <a:pt x="187708" y="6194"/>
                  </a:lnTo>
                  <a:lnTo>
                    <a:pt x="193628" y="11019"/>
                  </a:lnTo>
                  <a:lnTo>
                    <a:pt x="224916" y="43270"/>
                  </a:lnTo>
                  <a:lnTo>
                    <a:pt x="233297" y="41748"/>
                  </a:lnTo>
                  <a:lnTo>
                    <a:pt x="241368" y="41004"/>
                  </a:lnTo>
                  <a:lnTo>
                    <a:pt x="249128" y="41004"/>
                  </a:lnTo>
                  <a:lnTo>
                    <a:pt x="268532" y="42635"/>
                  </a:lnTo>
                  <a:lnTo>
                    <a:pt x="286612" y="47417"/>
                  </a:lnTo>
                  <a:lnTo>
                    <a:pt x="303372" y="55185"/>
                  </a:lnTo>
                  <a:lnTo>
                    <a:pt x="318813" y="65773"/>
                  </a:lnTo>
                  <a:lnTo>
                    <a:pt x="157466" y="227120"/>
                  </a:lnTo>
                  <a:lnTo>
                    <a:pt x="146486" y="209948"/>
                  </a:lnTo>
                  <a:lnTo>
                    <a:pt x="138625" y="190943"/>
                  </a:lnTo>
                  <a:lnTo>
                    <a:pt x="134070" y="170471"/>
                  </a:lnTo>
                  <a:lnTo>
                    <a:pt x="133007" y="148899"/>
                  </a:lnTo>
                  <a:lnTo>
                    <a:pt x="71392" y="210513"/>
                  </a:lnTo>
                  <a:lnTo>
                    <a:pt x="73347" y="215387"/>
                  </a:lnTo>
                  <a:lnTo>
                    <a:pt x="74341" y="220291"/>
                  </a:lnTo>
                  <a:lnTo>
                    <a:pt x="74341" y="232025"/>
                  </a:lnTo>
                  <a:lnTo>
                    <a:pt x="73347" y="238854"/>
                  </a:lnTo>
                  <a:lnTo>
                    <a:pt x="71392" y="243758"/>
                  </a:lnTo>
                  <a:lnTo>
                    <a:pt x="131051" y="302424"/>
                  </a:lnTo>
                  <a:lnTo>
                    <a:pt x="142258" y="297140"/>
                  </a:lnTo>
                  <a:lnTo>
                    <a:pt x="153920" y="293143"/>
                  </a:lnTo>
                  <a:lnTo>
                    <a:pt x="166128" y="290612"/>
                  </a:lnTo>
                  <a:lnTo>
                    <a:pt x="178977" y="289728"/>
                  </a:lnTo>
                  <a:lnTo>
                    <a:pt x="215200" y="296464"/>
                  </a:lnTo>
                  <a:lnTo>
                    <a:pt x="245833" y="315022"/>
                  </a:lnTo>
                  <a:lnTo>
                    <a:pt x="268220" y="342934"/>
                  </a:lnTo>
                  <a:lnTo>
                    <a:pt x="279702" y="377727"/>
                  </a:lnTo>
                  <a:lnTo>
                    <a:pt x="281658" y="385549"/>
                  </a:lnTo>
                  <a:lnTo>
                    <a:pt x="274798" y="392409"/>
                  </a:lnTo>
                  <a:close/>
                </a:path>
              </a:pathLst>
            </a:custGeom>
            <a:solidFill>
              <a:srgbClr val="B6B6B6"/>
            </a:solidFill>
          </p:spPr>
          <p:txBody>
            <a:bodyPr wrap="square" lIns="0" tIns="0" rIns="0" bIns="0" rtlCol="0"/>
            <a:lstStyle/>
            <a:p>
              <a:endParaRPr/>
            </a:p>
          </p:txBody>
        </p:sp>
        <p:pic>
          <p:nvPicPr>
            <p:cNvPr id="77" name="object 77"/>
            <p:cNvPicPr/>
            <p:nvPr/>
          </p:nvPicPr>
          <p:blipFill>
            <a:blip r:embed="rId28" cstate="print"/>
            <a:stretch>
              <a:fillRect/>
            </a:stretch>
          </p:blipFill>
          <p:spPr>
            <a:xfrm>
              <a:off x="2747098" y="4493815"/>
              <a:ext cx="98890" cy="99669"/>
            </a:xfrm>
            <a:prstGeom prst="rect">
              <a:avLst/>
            </a:prstGeom>
          </p:spPr>
        </p:pic>
      </p:grpSp>
      <p:sp>
        <p:nvSpPr>
          <p:cNvPr id="78" name="object 78"/>
          <p:cNvSpPr/>
          <p:nvPr/>
        </p:nvSpPr>
        <p:spPr>
          <a:xfrm>
            <a:off x="2501096" y="4858585"/>
            <a:ext cx="386715" cy="394335"/>
          </a:xfrm>
          <a:custGeom>
            <a:avLst/>
            <a:gdLst/>
            <a:ahLst/>
            <a:cxnLst/>
            <a:rect l="l" t="t" r="r" b="b"/>
            <a:pathLst>
              <a:path w="386714" h="394335">
                <a:moveTo>
                  <a:pt x="321730" y="394085"/>
                </a:moveTo>
                <a:lnTo>
                  <a:pt x="296797" y="389107"/>
                </a:lnTo>
                <a:lnTo>
                  <a:pt x="276264" y="375516"/>
                </a:lnTo>
                <a:lnTo>
                  <a:pt x="262331" y="355324"/>
                </a:lnTo>
                <a:lnTo>
                  <a:pt x="257198" y="330546"/>
                </a:lnTo>
                <a:lnTo>
                  <a:pt x="257580" y="322654"/>
                </a:lnTo>
                <a:lnTo>
                  <a:pt x="258785" y="315131"/>
                </a:lnTo>
                <a:lnTo>
                  <a:pt x="260904" y="307975"/>
                </a:lnTo>
                <a:lnTo>
                  <a:pt x="264027" y="301182"/>
                </a:lnTo>
                <a:lnTo>
                  <a:pt x="233701" y="276754"/>
                </a:lnTo>
                <a:lnTo>
                  <a:pt x="225108" y="282749"/>
                </a:lnTo>
                <a:lnTo>
                  <a:pt x="215503" y="287373"/>
                </a:lnTo>
                <a:lnTo>
                  <a:pt x="204979" y="290351"/>
                </a:lnTo>
                <a:lnTo>
                  <a:pt x="193628" y="291405"/>
                </a:lnTo>
                <a:lnTo>
                  <a:pt x="182682" y="290490"/>
                </a:lnTo>
                <a:lnTo>
                  <a:pt x="172109" y="287746"/>
                </a:lnTo>
                <a:lnTo>
                  <a:pt x="162269" y="283168"/>
                </a:lnTo>
                <a:lnTo>
                  <a:pt x="153524" y="276754"/>
                </a:lnTo>
                <a:lnTo>
                  <a:pt x="122236" y="301182"/>
                </a:lnTo>
                <a:lnTo>
                  <a:pt x="125514" y="307975"/>
                </a:lnTo>
                <a:lnTo>
                  <a:pt x="127974" y="315131"/>
                </a:lnTo>
                <a:lnTo>
                  <a:pt x="129521" y="322654"/>
                </a:lnTo>
                <a:lnTo>
                  <a:pt x="130058" y="330546"/>
                </a:lnTo>
                <a:lnTo>
                  <a:pt x="124099" y="354905"/>
                </a:lnTo>
                <a:lnTo>
                  <a:pt x="110258" y="375143"/>
                </a:lnTo>
                <a:lnTo>
                  <a:pt x="90183" y="388968"/>
                </a:lnTo>
                <a:lnTo>
                  <a:pt x="65525" y="394085"/>
                </a:lnTo>
                <a:lnTo>
                  <a:pt x="40018" y="389107"/>
                </a:lnTo>
                <a:lnTo>
                  <a:pt x="19190" y="375516"/>
                </a:lnTo>
                <a:lnTo>
                  <a:pt x="5148" y="355324"/>
                </a:lnTo>
                <a:lnTo>
                  <a:pt x="0" y="330546"/>
                </a:lnTo>
                <a:lnTo>
                  <a:pt x="5148" y="305735"/>
                </a:lnTo>
                <a:lnTo>
                  <a:pt x="19190" y="285426"/>
                </a:lnTo>
                <a:lnTo>
                  <a:pt x="40018" y="271536"/>
                </a:lnTo>
                <a:lnTo>
                  <a:pt x="65525" y="265983"/>
                </a:lnTo>
                <a:lnTo>
                  <a:pt x="76457" y="266902"/>
                </a:lnTo>
                <a:lnTo>
                  <a:pt x="87028" y="269657"/>
                </a:lnTo>
                <a:lnTo>
                  <a:pt x="96866" y="274246"/>
                </a:lnTo>
                <a:lnTo>
                  <a:pt x="105598" y="280665"/>
                </a:lnTo>
                <a:lnTo>
                  <a:pt x="135924" y="256205"/>
                </a:lnTo>
                <a:lnTo>
                  <a:pt x="132783" y="249430"/>
                </a:lnTo>
                <a:lnTo>
                  <a:pt x="130655" y="242284"/>
                </a:lnTo>
                <a:lnTo>
                  <a:pt x="129447" y="234764"/>
                </a:lnTo>
                <a:lnTo>
                  <a:pt x="129064" y="226872"/>
                </a:lnTo>
                <a:lnTo>
                  <a:pt x="132884" y="205126"/>
                </a:lnTo>
                <a:lnTo>
                  <a:pt x="143490" y="186411"/>
                </a:lnTo>
                <a:lnTo>
                  <a:pt x="159602" y="172283"/>
                </a:lnTo>
                <a:lnTo>
                  <a:pt x="179939" y="164295"/>
                </a:lnTo>
                <a:lnTo>
                  <a:pt x="179939" y="127140"/>
                </a:lnTo>
                <a:lnTo>
                  <a:pt x="159602" y="119704"/>
                </a:lnTo>
                <a:lnTo>
                  <a:pt x="143490" y="105854"/>
                </a:lnTo>
                <a:lnTo>
                  <a:pt x="132884" y="87244"/>
                </a:lnTo>
                <a:lnTo>
                  <a:pt x="129064" y="65525"/>
                </a:lnTo>
                <a:lnTo>
                  <a:pt x="134621" y="39612"/>
                </a:lnTo>
                <a:lnTo>
                  <a:pt x="148519" y="18829"/>
                </a:lnTo>
                <a:lnTo>
                  <a:pt x="168830" y="5013"/>
                </a:lnTo>
                <a:lnTo>
                  <a:pt x="193628" y="0"/>
                </a:lnTo>
                <a:lnTo>
                  <a:pt x="218967" y="5973"/>
                </a:lnTo>
                <a:lnTo>
                  <a:pt x="239454" y="19924"/>
                </a:lnTo>
                <a:lnTo>
                  <a:pt x="253162" y="40293"/>
                </a:lnTo>
                <a:lnTo>
                  <a:pt x="258160" y="65525"/>
                </a:lnTo>
                <a:lnTo>
                  <a:pt x="254341" y="87108"/>
                </a:lnTo>
                <a:lnTo>
                  <a:pt x="243738" y="105493"/>
                </a:lnTo>
                <a:lnTo>
                  <a:pt x="227635" y="119298"/>
                </a:lnTo>
                <a:lnTo>
                  <a:pt x="207316" y="127140"/>
                </a:lnTo>
                <a:lnTo>
                  <a:pt x="207316" y="164295"/>
                </a:lnTo>
                <a:lnTo>
                  <a:pt x="227635" y="171864"/>
                </a:lnTo>
                <a:lnTo>
                  <a:pt x="243738" y="186039"/>
                </a:lnTo>
                <a:lnTo>
                  <a:pt x="254341" y="204986"/>
                </a:lnTo>
                <a:lnTo>
                  <a:pt x="258160" y="226872"/>
                </a:lnTo>
                <a:lnTo>
                  <a:pt x="257778" y="234764"/>
                </a:lnTo>
                <a:lnTo>
                  <a:pt x="256569" y="242284"/>
                </a:lnTo>
                <a:lnTo>
                  <a:pt x="254441" y="249430"/>
                </a:lnTo>
                <a:lnTo>
                  <a:pt x="251300" y="256205"/>
                </a:lnTo>
                <a:lnTo>
                  <a:pt x="281626" y="280665"/>
                </a:lnTo>
                <a:lnTo>
                  <a:pt x="290237" y="274652"/>
                </a:lnTo>
                <a:lnTo>
                  <a:pt x="299851" y="270018"/>
                </a:lnTo>
                <a:lnTo>
                  <a:pt x="310379" y="267037"/>
                </a:lnTo>
                <a:lnTo>
                  <a:pt x="321730" y="265983"/>
                </a:lnTo>
                <a:lnTo>
                  <a:pt x="347488" y="271536"/>
                </a:lnTo>
                <a:lnTo>
                  <a:pt x="367930" y="285426"/>
                </a:lnTo>
                <a:lnTo>
                  <a:pt x="381404" y="305735"/>
                </a:lnTo>
                <a:lnTo>
                  <a:pt x="386263" y="330546"/>
                </a:lnTo>
                <a:lnTo>
                  <a:pt x="380723" y="354905"/>
                </a:lnTo>
                <a:lnTo>
                  <a:pt x="366835" y="375143"/>
                </a:lnTo>
                <a:lnTo>
                  <a:pt x="346528" y="388968"/>
                </a:lnTo>
                <a:lnTo>
                  <a:pt x="321730" y="394085"/>
                </a:lnTo>
                <a:close/>
              </a:path>
            </a:pathLst>
          </a:custGeom>
          <a:solidFill>
            <a:srgbClr val="B6B6B6"/>
          </a:solidFill>
        </p:spPr>
        <p:txBody>
          <a:bodyPr wrap="square" lIns="0" tIns="0" rIns="0" bIns="0" rtlCol="0"/>
          <a:lstStyle/>
          <a:p>
            <a:endParaRPr/>
          </a:p>
        </p:txBody>
      </p:sp>
      <p:sp>
        <p:nvSpPr>
          <p:cNvPr id="79" name="object 79"/>
          <p:cNvSpPr/>
          <p:nvPr/>
        </p:nvSpPr>
        <p:spPr>
          <a:xfrm>
            <a:off x="4827845" y="3871819"/>
            <a:ext cx="393700" cy="391795"/>
          </a:xfrm>
          <a:custGeom>
            <a:avLst/>
            <a:gdLst/>
            <a:ahLst/>
            <a:cxnLst/>
            <a:rect l="l" t="t" r="r" b="b"/>
            <a:pathLst>
              <a:path w="393700" h="391795">
                <a:moveTo>
                  <a:pt x="107585" y="391633"/>
                </a:moveTo>
                <a:lnTo>
                  <a:pt x="100725" y="391633"/>
                </a:lnTo>
                <a:lnTo>
                  <a:pt x="97310" y="390422"/>
                </a:lnTo>
                <a:lnTo>
                  <a:pt x="94858" y="387970"/>
                </a:lnTo>
                <a:lnTo>
                  <a:pt x="4904" y="297023"/>
                </a:lnTo>
                <a:lnTo>
                  <a:pt x="0" y="292150"/>
                </a:lnTo>
                <a:lnTo>
                  <a:pt x="0" y="283334"/>
                </a:lnTo>
                <a:lnTo>
                  <a:pt x="4904" y="278461"/>
                </a:lnTo>
                <a:lnTo>
                  <a:pt x="63570" y="219764"/>
                </a:lnTo>
                <a:lnTo>
                  <a:pt x="108547" y="263779"/>
                </a:lnTo>
                <a:lnTo>
                  <a:pt x="110999" y="266231"/>
                </a:lnTo>
                <a:lnTo>
                  <a:pt x="114413" y="267441"/>
                </a:lnTo>
                <a:lnTo>
                  <a:pt x="121273" y="267441"/>
                </a:lnTo>
                <a:lnTo>
                  <a:pt x="124687" y="266231"/>
                </a:lnTo>
                <a:lnTo>
                  <a:pt x="127140" y="263779"/>
                </a:lnTo>
                <a:lnTo>
                  <a:pt x="132013" y="259868"/>
                </a:lnTo>
                <a:lnTo>
                  <a:pt x="132013" y="251083"/>
                </a:lnTo>
                <a:lnTo>
                  <a:pt x="127140" y="246179"/>
                </a:lnTo>
                <a:lnTo>
                  <a:pt x="81169" y="202164"/>
                </a:lnTo>
                <a:lnTo>
                  <a:pt x="114413" y="168920"/>
                </a:lnTo>
                <a:lnTo>
                  <a:pt x="160880" y="215387"/>
                </a:lnTo>
                <a:lnTo>
                  <a:pt x="164295" y="216597"/>
                </a:lnTo>
                <a:lnTo>
                  <a:pt x="171155" y="216597"/>
                </a:lnTo>
                <a:lnTo>
                  <a:pt x="174569" y="215387"/>
                </a:lnTo>
                <a:lnTo>
                  <a:pt x="177021" y="212935"/>
                </a:lnTo>
                <a:lnTo>
                  <a:pt x="181895" y="208031"/>
                </a:lnTo>
                <a:lnTo>
                  <a:pt x="181895" y="199246"/>
                </a:lnTo>
                <a:lnTo>
                  <a:pt x="177021" y="194342"/>
                </a:lnTo>
                <a:lnTo>
                  <a:pt x="133006" y="150358"/>
                </a:lnTo>
                <a:lnTo>
                  <a:pt x="166250" y="117083"/>
                </a:lnTo>
                <a:lnTo>
                  <a:pt x="209272" y="161098"/>
                </a:lnTo>
                <a:lnTo>
                  <a:pt x="212221" y="163550"/>
                </a:lnTo>
                <a:lnTo>
                  <a:pt x="215635" y="164761"/>
                </a:lnTo>
                <a:lnTo>
                  <a:pt x="222247" y="164761"/>
                </a:lnTo>
                <a:lnTo>
                  <a:pt x="225413" y="163550"/>
                </a:lnTo>
                <a:lnTo>
                  <a:pt x="232738" y="156224"/>
                </a:lnTo>
                <a:lnTo>
                  <a:pt x="232738" y="148403"/>
                </a:lnTo>
                <a:lnTo>
                  <a:pt x="227865" y="143498"/>
                </a:lnTo>
                <a:lnTo>
                  <a:pt x="183850" y="99483"/>
                </a:lnTo>
                <a:lnTo>
                  <a:pt x="217094" y="66239"/>
                </a:lnTo>
                <a:lnTo>
                  <a:pt x="263561" y="112706"/>
                </a:lnTo>
                <a:lnTo>
                  <a:pt x="266976" y="113917"/>
                </a:lnTo>
                <a:lnTo>
                  <a:pt x="273835" y="113917"/>
                </a:lnTo>
                <a:lnTo>
                  <a:pt x="277250" y="112706"/>
                </a:lnTo>
                <a:lnTo>
                  <a:pt x="279702" y="110254"/>
                </a:lnTo>
                <a:lnTo>
                  <a:pt x="284575" y="105350"/>
                </a:lnTo>
                <a:lnTo>
                  <a:pt x="284575" y="96566"/>
                </a:lnTo>
                <a:lnTo>
                  <a:pt x="279702" y="91661"/>
                </a:lnTo>
                <a:lnTo>
                  <a:pt x="235687" y="47677"/>
                </a:lnTo>
                <a:lnTo>
                  <a:pt x="279702" y="3662"/>
                </a:lnTo>
                <a:lnTo>
                  <a:pt x="282123" y="1210"/>
                </a:lnTo>
                <a:lnTo>
                  <a:pt x="285320" y="0"/>
                </a:lnTo>
                <a:lnTo>
                  <a:pt x="288486" y="0"/>
                </a:lnTo>
                <a:lnTo>
                  <a:pt x="291683" y="0"/>
                </a:lnTo>
                <a:lnTo>
                  <a:pt x="294850" y="1210"/>
                </a:lnTo>
                <a:lnTo>
                  <a:pt x="393123" y="99483"/>
                </a:lnTo>
                <a:lnTo>
                  <a:pt x="393123" y="107305"/>
                </a:lnTo>
                <a:lnTo>
                  <a:pt x="388249" y="112210"/>
                </a:lnTo>
                <a:lnTo>
                  <a:pt x="113451" y="387970"/>
                </a:lnTo>
                <a:lnTo>
                  <a:pt x="110999" y="390422"/>
                </a:lnTo>
                <a:lnTo>
                  <a:pt x="107585" y="391633"/>
                </a:lnTo>
                <a:close/>
              </a:path>
            </a:pathLst>
          </a:custGeom>
          <a:solidFill>
            <a:srgbClr val="B6B6B6"/>
          </a:solidFill>
        </p:spPr>
        <p:txBody>
          <a:bodyPr wrap="square" lIns="0" tIns="0" rIns="0" bIns="0" rtlCol="0"/>
          <a:lstStyle/>
          <a:p>
            <a:endParaRPr/>
          </a:p>
        </p:txBody>
      </p:sp>
      <p:grpSp>
        <p:nvGrpSpPr>
          <p:cNvPr id="80" name="object 80"/>
          <p:cNvGrpSpPr/>
          <p:nvPr/>
        </p:nvGrpSpPr>
        <p:grpSpPr>
          <a:xfrm>
            <a:off x="1984156" y="2448698"/>
            <a:ext cx="385445" cy="394335"/>
            <a:chOff x="1984156" y="2448698"/>
            <a:chExt cx="385445" cy="394335"/>
          </a:xfrm>
        </p:grpSpPr>
        <p:sp>
          <p:nvSpPr>
            <p:cNvPr id="81" name="object 81"/>
            <p:cNvSpPr/>
            <p:nvPr/>
          </p:nvSpPr>
          <p:spPr>
            <a:xfrm>
              <a:off x="2010751" y="2475114"/>
              <a:ext cx="333375" cy="368300"/>
            </a:xfrm>
            <a:custGeom>
              <a:avLst/>
              <a:gdLst/>
              <a:ahLst/>
              <a:cxnLst/>
              <a:rect l="l" t="t" r="r" b="b"/>
              <a:pathLst>
                <a:path w="333375" h="368300">
                  <a:moveTo>
                    <a:pt x="60441" y="367701"/>
                  </a:moveTo>
                  <a:lnTo>
                    <a:pt x="55537" y="367701"/>
                  </a:lnTo>
                  <a:lnTo>
                    <a:pt x="49585" y="366051"/>
                  </a:lnTo>
                  <a:lnTo>
                    <a:pt x="45379" y="361834"/>
                  </a:lnTo>
                  <a:lnTo>
                    <a:pt x="43559" y="356151"/>
                  </a:lnTo>
                  <a:lnTo>
                    <a:pt x="44766" y="350101"/>
                  </a:lnTo>
                  <a:lnTo>
                    <a:pt x="71181" y="303169"/>
                  </a:lnTo>
                  <a:lnTo>
                    <a:pt x="39815" y="274993"/>
                  </a:lnTo>
                  <a:lnTo>
                    <a:pt x="17797" y="242541"/>
                  </a:lnTo>
                  <a:lnTo>
                    <a:pt x="4675" y="207279"/>
                  </a:lnTo>
                  <a:lnTo>
                    <a:pt x="0" y="170673"/>
                  </a:lnTo>
                  <a:lnTo>
                    <a:pt x="3319" y="134191"/>
                  </a:lnTo>
                  <a:lnTo>
                    <a:pt x="32139" y="67461"/>
                  </a:lnTo>
                  <a:lnTo>
                    <a:pt x="87530" y="18820"/>
                  </a:lnTo>
                  <a:lnTo>
                    <a:pt x="124062" y="4949"/>
                  </a:lnTo>
                  <a:lnTo>
                    <a:pt x="165884" y="0"/>
                  </a:lnTo>
                  <a:lnTo>
                    <a:pt x="167033" y="0"/>
                  </a:lnTo>
                  <a:lnTo>
                    <a:pt x="208823" y="4967"/>
                  </a:lnTo>
                  <a:lnTo>
                    <a:pt x="245355" y="18883"/>
                  </a:lnTo>
                  <a:lnTo>
                    <a:pt x="253747" y="24708"/>
                  </a:lnTo>
                  <a:lnTo>
                    <a:pt x="167250" y="24708"/>
                  </a:lnTo>
                  <a:lnTo>
                    <a:pt x="140207" y="27320"/>
                  </a:lnTo>
                  <a:lnTo>
                    <a:pt x="88951" y="48213"/>
                  </a:lnTo>
                  <a:lnTo>
                    <a:pt x="40011" y="102916"/>
                  </a:lnTo>
                  <a:lnTo>
                    <a:pt x="26862" y="144269"/>
                  </a:lnTo>
                  <a:lnTo>
                    <a:pt x="26862" y="187261"/>
                  </a:lnTo>
                  <a:lnTo>
                    <a:pt x="40011" y="228606"/>
                  </a:lnTo>
                  <a:lnTo>
                    <a:pt x="66308" y="265020"/>
                  </a:lnTo>
                  <a:lnTo>
                    <a:pt x="111525" y="295583"/>
                  </a:lnTo>
                  <a:lnTo>
                    <a:pt x="167033" y="307079"/>
                  </a:lnTo>
                  <a:lnTo>
                    <a:pt x="264173" y="307079"/>
                  </a:lnTo>
                  <a:lnTo>
                    <a:pt x="269877" y="316857"/>
                  </a:lnTo>
                  <a:lnTo>
                    <a:pt x="93685" y="316857"/>
                  </a:lnTo>
                  <a:lnTo>
                    <a:pt x="66308" y="360841"/>
                  </a:lnTo>
                  <a:lnTo>
                    <a:pt x="65314" y="365745"/>
                  </a:lnTo>
                  <a:lnTo>
                    <a:pt x="60441" y="367701"/>
                  </a:lnTo>
                  <a:close/>
                </a:path>
                <a:path w="333375" h="368300">
                  <a:moveTo>
                    <a:pt x="264173" y="307079"/>
                  </a:moveTo>
                  <a:lnTo>
                    <a:pt x="167033" y="307079"/>
                  </a:lnTo>
                  <a:lnTo>
                    <a:pt x="195541" y="304222"/>
                  </a:lnTo>
                  <a:lnTo>
                    <a:pt x="222032" y="295955"/>
                  </a:lnTo>
                  <a:lnTo>
                    <a:pt x="245957" y="282736"/>
                  </a:lnTo>
                  <a:lnTo>
                    <a:pt x="266765" y="265020"/>
                  </a:lnTo>
                  <a:lnTo>
                    <a:pt x="293047" y="228606"/>
                  </a:lnTo>
                  <a:lnTo>
                    <a:pt x="306188" y="187261"/>
                  </a:lnTo>
                  <a:lnTo>
                    <a:pt x="306188" y="144269"/>
                  </a:lnTo>
                  <a:lnTo>
                    <a:pt x="293047" y="102916"/>
                  </a:lnTo>
                  <a:lnTo>
                    <a:pt x="266765" y="66488"/>
                  </a:lnTo>
                  <a:lnTo>
                    <a:pt x="220313" y="35156"/>
                  </a:lnTo>
                  <a:lnTo>
                    <a:pt x="167250" y="24708"/>
                  </a:lnTo>
                  <a:lnTo>
                    <a:pt x="253747" y="24708"/>
                  </a:lnTo>
                  <a:lnTo>
                    <a:pt x="300813" y="67657"/>
                  </a:lnTo>
                  <a:lnTo>
                    <a:pt x="329737" y="134506"/>
                  </a:lnTo>
                  <a:lnTo>
                    <a:pt x="333103" y="171016"/>
                  </a:lnTo>
                  <a:lnTo>
                    <a:pt x="328460" y="207615"/>
                  </a:lnTo>
                  <a:lnTo>
                    <a:pt x="315349" y="242824"/>
                  </a:lnTo>
                  <a:lnTo>
                    <a:pt x="293313" y="275168"/>
                  </a:lnTo>
                  <a:lnTo>
                    <a:pt x="261892" y="303169"/>
                  </a:lnTo>
                  <a:lnTo>
                    <a:pt x="264173" y="307079"/>
                  </a:lnTo>
                  <a:close/>
                </a:path>
                <a:path w="333375" h="368300">
                  <a:moveTo>
                    <a:pt x="166661" y="333712"/>
                  </a:moveTo>
                  <a:lnTo>
                    <a:pt x="147907" y="332659"/>
                  </a:lnTo>
                  <a:lnTo>
                    <a:pt x="129381" y="329498"/>
                  </a:lnTo>
                  <a:lnTo>
                    <a:pt x="111251" y="324231"/>
                  </a:lnTo>
                  <a:lnTo>
                    <a:pt x="93685" y="316857"/>
                  </a:lnTo>
                  <a:lnTo>
                    <a:pt x="240350" y="316857"/>
                  </a:lnTo>
                  <a:lnTo>
                    <a:pt x="222458" y="324231"/>
                  </a:lnTo>
                  <a:lnTo>
                    <a:pt x="204099" y="329498"/>
                  </a:lnTo>
                  <a:lnTo>
                    <a:pt x="185442" y="332659"/>
                  </a:lnTo>
                  <a:lnTo>
                    <a:pt x="166661" y="333712"/>
                  </a:lnTo>
                  <a:close/>
                </a:path>
                <a:path w="333375" h="368300">
                  <a:moveTo>
                    <a:pt x="277536" y="367701"/>
                  </a:moveTo>
                  <a:lnTo>
                    <a:pt x="274587" y="367701"/>
                  </a:lnTo>
                  <a:lnTo>
                    <a:pt x="269714" y="365745"/>
                  </a:lnTo>
                  <a:lnTo>
                    <a:pt x="240350" y="316857"/>
                  </a:lnTo>
                  <a:lnTo>
                    <a:pt x="269877" y="316857"/>
                  </a:lnTo>
                  <a:lnTo>
                    <a:pt x="289269" y="350101"/>
                  </a:lnTo>
                  <a:lnTo>
                    <a:pt x="290867" y="356151"/>
                  </a:lnTo>
                  <a:lnTo>
                    <a:pt x="288896" y="361834"/>
                  </a:lnTo>
                  <a:lnTo>
                    <a:pt x="284179" y="366051"/>
                  </a:lnTo>
                  <a:lnTo>
                    <a:pt x="277536" y="367701"/>
                  </a:lnTo>
                  <a:close/>
                </a:path>
              </a:pathLst>
            </a:custGeom>
            <a:solidFill>
              <a:srgbClr val="B6B6B6"/>
            </a:solidFill>
          </p:spPr>
          <p:txBody>
            <a:bodyPr wrap="square" lIns="0" tIns="0" rIns="0" bIns="0" rtlCol="0"/>
            <a:lstStyle/>
            <a:p>
              <a:endParaRPr/>
            </a:p>
          </p:txBody>
        </p:sp>
        <p:pic>
          <p:nvPicPr>
            <p:cNvPr id="82" name="object 82"/>
            <p:cNvPicPr/>
            <p:nvPr/>
          </p:nvPicPr>
          <p:blipFill>
            <a:blip r:embed="rId29" cstate="print"/>
            <a:stretch>
              <a:fillRect/>
            </a:stretch>
          </p:blipFill>
          <p:spPr>
            <a:xfrm>
              <a:off x="1984156" y="2448698"/>
              <a:ext cx="385301" cy="308042"/>
            </a:xfrm>
            <a:prstGeom prst="rect">
              <a:avLst/>
            </a:prstGeom>
          </p:spPr>
        </p:pic>
      </p:grpSp>
      <p:grpSp>
        <p:nvGrpSpPr>
          <p:cNvPr id="83" name="object 83"/>
          <p:cNvGrpSpPr/>
          <p:nvPr/>
        </p:nvGrpSpPr>
        <p:grpSpPr>
          <a:xfrm>
            <a:off x="1997466" y="2915926"/>
            <a:ext cx="344170" cy="384810"/>
            <a:chOff x="1997466" y="2915926"/>
            <a:chExt cx="344170" cy="384810"/>
          </a:xfrm>
        </p:grpSpPr>
        <p:sp>
          <p:nvSpPr>
            <p:cNvPr id="84" name="object 84"/>
            <p:cNvSpPr/>
            <p:nvPr/>
          </p:nvSpPr>
          <p:spPr>
            <a:xfrm>
              <a:off x="1997466" y="2915926"/>
              <a:ext cx="344170" cy="384810"/>
            </a:xfrm>
            <a:custGeom>
              <a:avLst/>
              <a:gdLst/>
              <a:ahLst/>
              <a:cxnLst/>
              <a:rect l="l" t="t" r="r" b="b"/>
              <a:pathLst>
                <a:path w="344169" h="384810">
                  <a:moveTo>
                    <a:pt x="130315" y="69850"/>
                  </a:moveTo>
                  <a:lnTo>
                    <a:pt x="102857" y="69850"/>
                  </a:lnTo>
                  <a:lnTo>
                    <a:pt x="112598" y="48260"/>
                  </a:lnTo>
                  <a:lnTo>
                    <a:pt x="125726" y="26670"/>
                  </a:lnTo>
                  <a:lnTo>
                    <a:pt x="142334" y="10160"/>
                  </a:lnTo>
                  <a:lnTo>
                    <a:pt x="162516" y="0"/>
                  </a:lnTo>
                  <a:lnTo>
                    <a:pt x="173504" y="0"/>
                  </a:lnTo>
                  <a:lnTo>
                    <a:pt x="196657" y="5080"/>
                  </a:lnTo>
                  <a:lnTo>
                    <a:pt x="216114" y="21590"/>
                  </a:lnTo>
                  <a:lnTo>
                    <a:pt x="218731" y="25400"/>
                  </a:lnTo>
                  <a:lnTo>
                    <a:pt x="172697" y="25400"/>
                  </a:lnTo>
                  <a:lnTo>
                    <a:pt x="161010" y="29210"/>
                  </a:lnTo>
                  <a:lnTo>
                    <a:pt x="149413" y="38100"/>
                  </a:lnTo>
                  <a:lnTo>
                    <a:pt x="138113" y="53340"/>
                  </a:lnTo>
                  <a:lnTo>
                    <a:pt x="130315" y="69850"/>
                  </a:lnTo>
                  <a:close/>
                </a:path>
                <a:path w="344169" h="384810">
                  <a:moveTo>
                    <a:pt x="333996" y="92710"/>
                  </a:moveTo>
                  <a:lnTo>
                    <a:pt x="172294" y="92710"/>
                  </a:lnTo>
                  <a:lnTo>
                    <a:pt x="194421" y="82550"/>
                  </a:lnTo>
                  <a:lnTo>
                    <a:pt x="205708" y="78740"/>
                  </a:lnTo>
                  <a:lnTo>
                    <a:pt x="217271" y="76200"/>
                  </a:lnTo>
                  <a:lnTo>
                    <a:pt x="207124" y="54610"/>
                  </a:lnTo>
                  <a:lnTo>
                    <a:pt x="196159" y="38100"/>
                  </a:lnTo>
                  <a:lnTo>
                    <a:pt x="184607" y="29210"/>
                  </a:lnTo>
                  <a:lnTo>
                    <a:pt x="172697" y="25400"/>
                  </a:lnTo>
                  <a:lnTo>
                    <a:pt x="218731" y="25400"/>
                  </a:lnTo>
                  <a:lnTo>
                    <a:pt x="231812" y="44450"/>
                  </a:lnTo>
                  <a:lnTo>
                    <a:pt x="243686" y="69850"/>
                  </a:lnTo>
                  <a:lnTo>
                    <a:pt x="286847" y="69850"/>
                  </a:lnTo>
                  <a:lnTo>
                    <a:pt x="320881" y="77470"/>
                  </a:lnTo>
                  <a:lnTo>
                    <a:pt x="333996" y="92710"/>
                  </a:lnTo>
                  <a:close/>
                </a:path>
                <a:path w="344169" h="384810">
                  <a:moveTo>
                    <a:pt x="87678" y="317500"/>
                  </a:moveTo>
                  <a:lnTo>
                    <a:pt x="56359" y="317500"/>
                  </a:lnTo>
                  <a:lnTo>
                    <a:pt x="49064" y="314960"/>
                  </a:lnTo>
                  <a:lnTo>
                    <a:pt x="32641" y="309880"/>
                  </a:lnTo>
                  <a:lnTo>
                    <a:pt x="18878" y="302260"/>
                  </a:lnTo>
                  <a:lnTo>
                    <a:pt x="8234" y="290830"/>
                  </a:lnTo>
                  <a:lnTo>
                    <a:pt x="1169" y="276860"/>
                  </a:lnTo>
                  <a:lnTo>
                    <a:pt x="549" y="255270"/>
                  </a:lnTo>
                  <a:lnTo>
                    <a:pt x="7269" y="232410"/>
                  </a:lnTo>
                  <a:lnTo>
                    <a:pt x="18760" y="212090"/>
                  </a:lnTo>
                  <a:lnTo>
                    <a:pt x="32458" y="191770"/>
                  </a:lnTo>
                  <a:lnTo>
                    <a:pt x="16501" y="170180"/>
                  </a:lnTo>
                  <a:lnTo>
                    <a:pt x="4584" y="144780"/>
                  </a:lnTo>
                  <a:lnTo>
                    <a:pt x="0" y="119380"/>
                  </a:lnTo>
                  <a:lnTo>
                    <a:pt x="6043" y="95250"/>
                  </a:lnTo>
                  <a:lnTo>
                    <a:pt x="17719" y="82550"/>
                  </a:lnTo>
                  <a:lnTo>
                    <a:pt x="33199" y="73660"/>
                  </a:lnTo>
                  <a:lnTo>
                    <a:pt x="51303" y="68580"/>
                  </a:lnTo>
                  <a:lnTo>
                    <a:pt x="70854" y="67310"/>
                  </a:lnTo>
                  <a:lnTo>
                    <a:pt x="78989" y="67310"/>
                  </a:lnTo>
                  <a:lnTo>
                    <a:pt x="87088" y="68580"/>
                  </a:lnTo>
                  <a:lnTo>
                    <a:pt x="95071" y="68580"/>
                  </a:lnTo>
                  <a:lnTo>
                    <a:pt x="102857" y="69850"/>
                  </a:lnTo>
                  <a:lnTo>
                    <a:pt x="130315" y="69850"/>
                  </a:lnTo>
                  <a:lnTo>
                    <a:pt x="127316" y="76200"/>
                  </a:lnTo>
                  <a:lnTo>
                    <a:pt x="138879" y="78740"/>
                  </a:lnTo>
                  <a:lnTo>
                    <a:pt x="150166" y="82550"/>
                  </a:lnTo>
                  <a:lnTo>
                    <a:pt x="172294" y="92710"/>
                  </a:lnTo>
                  <a:lnTo>
                    <a:pt x="333996" y="92710"/>
                  </a:lnTo>
                  <a:lnTo>
                    <a:pt x="335089" y="93980"/>
                  </a:lnTo>
                  <a:lnTo>
                    <a:pt x="70451" y="93980"/>
                  </a:lnTo>
                  <a:lnTo>
                    <a:pt x="40027" y="99060"/>
                  </a:lnTo>
                  <a:lnTo>
                    <a:pt x="26405" y="115570"/>
                  </a:lnTo>
                  <a:lnTo>
                    <a:pt x="29708" y="140970"/>
                  </a:lnTo>
                  <a:lnTo>
                    <a:pt x="50057" y="172720"/>
                  </a:lnTo>
                  <a:lnTo>
                    <a:pt x="109238" y="172720"/>
                  </a:lnTo>
                  <a:lnTo>
                    <a:pt x="109118" y="179070"/>
                  </a:lnTo>
                  <a:lnTo>
                    <a:pt x="83301" y="179070"/>
                  </a:lnTo>
                  <a:lnTo>
                    <a:pt x="78428" y="182880"/>
                  </a:lnTo>
                  <a:lnTo>
                    <a:pt x="72562" y="187960"/>
                  </a:lnTo>
                  <a:lnTo>
                    <a:pt x="67657" y="193040"/>
                  </a:lnTo>
                  <a:lnTo>
                    <a:pt x="77435" y="203200"/>
                  </a:lnTo>
                  <a:lnTo>
                    <a:pt x="83301" y="208280"/>
                  </a:lnTo>
                  <a:lnTo>
                    <a:pt x="109121" y="208280"/>
                  </a:lnTo>
                  <a:lnTo>
                    <a:pt x="109158" y="212090"/>
                  </a:lnTo>
                  <a:lnTo>
                    <a:pt x="50057" y="212090"/>
                  </a:lnTo>
                  <a:lnTo>
                    <a:pt x="29580" y="245110"/>
                  </a:lnTo>
                  <a:lnTo>
                    <a:pt x="26642" y="270510"/>
                  </a:lnTo>
                  <a:lnTo>
                    <a:pt x="40075" y="285750"/>
                  </a:lnTo>
                  <a:lnTo>
                    <a:pt x="68713" y="292100"/>
                  </a:lnTo>
                  <a:lnTo>
                    <a:pt x="333449" y="292100"/>
                  </a:lnTo>
                  <a:lnTo>
                    <a:pt x="332339" y="293370"/>
                  </a:lnTo>
                  <a:lnTo>
                    <a:pt x="173287" y="293370"/>
                  </a:lnTo>
                  <a:lnTo>
                    <a:pt x="139846" y="304800"/>
                  </a:lnTo>
                  <a:lnTo>
                    <a:pt x="128279" y="308610"/>
                  </a:lnTo>
                  <a:lnTo>
                    <a:pt x="131149" y="314960"/>
                  </a:lnTo>
                  <a:lnTo>
                    <a:pt x="102857" y="314960"/>
                  </a:lnTo>
                  <a:lnTo>
                    <a:pt x="87678" y="317500"/>
                  </a:lnTo>
                  <a:close/>
                </a:path>
                <a:path w="344169" h="384810">
                  <a:moveTo>
                    <a:pt x="286847" y="69850"/>
                  </a:moveTo>
                  <a:lnTo>
                    <a:pt x="243686" y="69850"/>
                  </a:lnTo>
                  <a:lnTo>
                    <a:pt x="260257" y="67310"/>
                  </a:lnTo>
                  <a:lnTo>
                    <a:pt x="275502" y="67310"/>
                  </a:lnTo>
                  <a:lnTo>
                    <a:pt x="286847" y="69850"/>
                  </a:lnTo>
                  <a:close/>
                </a:path>
                <a:path w="344169" h="384810">
                  <a:moveTo>
                    <a:pt x="109238" y="172720"/>
                  </a:moveTo>
                  <a:lnTo>
                    <a:pt x="50057" y="172720"/>
                  </a:lnTo>
                  <a:lnTo>
                    <a:pt x="59434" y="165100"/>
                  </a:lnTo>
                  <a:lnTo>
                    <a:pt x="77836" y="149860"/>
                  </a:lnTo>
                  <a:lnTo>
                    <a:pt x="87213" y="142240"/>
                  </a:lnTo>
                  <a:lnTo>
                    <a:pt x="88443" y="129540"/>
                  </a:lnTo>
                  <a:lnTo>
                    <a:pt x="90402" y="118110"/>
                  </a:lnTo>
                  <a:lnTo>
                    <a:pt x="95035" y="95250"/>
                  </a:lnTo>
                  <a:lnTo>
                    <a:pt x="85940" y="93980"/>
                  </a:lnTo>
                  <a:lnTo>
                    <a:pt x="335089" y="93980"/>
                  </a:lnTo>
                  <a:lnTo>
                    <a:pt x="336182" y="95250"/>
                  </a:lnTo>
                  <a:lnTo>
                    <a:pt x="265185" y="95250"/>
                  </a:lnTo>
                  <a:lnTo>
                    <a:pt x="258070" y="96520"/>
                  </a:lnTo>
                  <a:lnTo>
                    <a:pt x="250515" y="97790"/>
                  </a:lnTo>
                  <a:lnTo>
                    <a:pt x="251168" y="100330"/>
                  </a:lnTo>
                  <a:lnTo>
                    <a:pt x="119494" y="100330"/>
                  </a:lnTo>
                  <a:lnTo>
                    <a:pt x="118501" y="107950"/>
                  </a:lnTo>
                  <a:lnTo>
                    <a:pt x="116545" y="115570"/>
                  </a:lnTo>
                  <a:lnTo>
                    <a:pt x="113628" y="121920"/>
                  </a:lnTo>
                  <a:lnTo>
                    <a:pt x="168542" y="121920"/>
                  </a:lnTo>
                  <a:lnTo>
                    <a:pt x="164790" y="124460"/>
                  </a:lnTo>
                  <a:lnTo>
                    <a:pt x="157010" y="128270"/>
                  </a:lnTo>
                  <a:lnTo>
                    <a:pt x="149050" y="133350"/>
                  </a:lnTo>
                  <a:lnTo>
                    <a:pt x="141005" y="137160"/>
                  </a:lnTo>
                  <a:lnTo>
                    <a:pt x="132947" y="142240"/>
                  </a:lnTo>
                  <a:lnTo>
                    <a:pt x="124988" y="146050"/>
                  </a:lnTo>
                  <a:lnTo>
                    <a:pt x="117216" y="151130"/>
                  </a:lnTo>
                  <a:lnTo>
                    <a:pt x="109717" y="157480"/>
                  </a:lnTo>
                  <a:lnTo>
                    <a:pt x="109238" y="172720"/>
                  </a:lnTo>
                  <a:close/>
                </a:path>
                <a:path w="344169" h="384810">
                  <a:moveTo>
                    <a:pt x="324467" y="173990"/>
                  </a:moveTo>
                  <a:lnTo>
                    <a:pt x="295523" y="173990"/>
                  </a:lnTo>
                  <a:lnTo>
                    <a:pt x="315627" y="140970"/>
                  </a:lnTo>
                  <a:lnTo>
                    <a:pt x="319350" y="116840"/>
                  </a:lnTo>
                  <a:lnTo>
                    <a:pt x="306806" y="100330"/>
                  </a:lnTo>
                  <a:lnTo>
                    <a:pt x="278109" y="95250"/>
                  </a:lnTo>
                  <a:lnTo>
                    <a:pt x="336182" y="95250"/>
                  </a:lnTo>
                  <a:lnTo>
                    <a:pt x="343833" y="104140"/>
                  </a:lnTo>
                  <a:lnTo>
                    <a:pt x="342265" y="143510"/>
                  </a:lnTo>
                  <a:lnTo>
                    <a:pt x="324467" y="173990"/>
                  </a:lnTo>
                  <a:close/>
                </a:path>
                <a:path w="344169" h="384810">
                  <a:moveTo>
                    <a:pt x="168542" y="121920"/>
                  </a:moveTo>
                  <a:lnTo>
                    <a:pt x="113628" y="121920"/>
                  </a:lnTo>
                  <a:lnTo>
                    <a:pt x="118501" y="119380"/>
                  </a:lnTo>
                  <a:lnTo>
                    <a:pt x="122412" y="116840"/>
                  </a:lnTo>
                  <a:lnTo>
                    <a:pt x="127316" y="114300"/>
                  </a:lnTo>
                  <a:lnTo>
                    <a:pt x="132190" y="110490"/>
                  </a:lnTo>
                  <a:lnTo>
                    <a:pt x="136101" y="109220"/>
                  </a:lnTo>
                  <a:lnTo>
                    <a:pt x="141005" y="106680"/>
                  </a:lnTo>
                  <a:lnTo>
                    <a:pt x="133183" y="104140"/>
                  </a:lnTo>
                  <a:lnTo>
                    <a:pt x="127316" y="102870"/>
                  </a:lnTo>
                  <a:lnTo>
                    <a:pt x="119494" y="100330"/>
                  </a:lnTo>
                  <a:lnTo>
                    <a:pt x="251168" y="100330"/>
                  </a:lnTo>
                  <a:lnTo>
                    <a:pt x="251821" y="102870"/>
                  </a:lnTo>
                  <a:lnTo>
                    <a:pt x="219226" y="102870"/>
                  </a:lnTo>
                  <a:lnTo>
                    <a:pt x="205538" y="107950"/>
                  </a:lnTo>
                  <a:lnTo>
                    <a:pt x="211993" y="111760"/>
                  </a:lnTo>
                  <a:lnTo>
                    <a:pt x="218260" y="114300"/>
                  </a:lnTo>
                  <a:lnTo>
                    <a:pt x="224521" y="118110"/>
                  </a:lnTo>
                  <a:lnTo>
                    <a:pt x="226131" y="119380"/>
                  </a:lnTo>
                  <a:lnTo>
                    <a:pt x="172294" y="119380"/>
                  </a:lnTo>
                  <a:lnTo>
                    <a:pt x="168542" y="121920"/>
                  </a:lnTo>
                  <a:close/>
                </a:path>
                <a:path w="344169" h="384810">
                  <a:moveTo>
                    <a:pt x="255876" y="123190"/>
                  </a:moveTo>
                  <a:lnTo>
                    <a:pt x="230959" y="123190"/>
                  </a:lnTo>
                  <a:lnTo>
                    <a:pt x="229997" y="115570"/>
                  </a:lnTo>
                  <a:lnTo>
                    <a:pt x="228042" y="107950"/>
                  </a:lnTo>
                  <a:lnTo>
                    <a:pt x="226086" y="102870"/>
                  </a:lnTo>
                  <a:lnTo>
                    <a:pt x="251821" y="102870"/>
                  </a:lnTo>
                  <a:lnTo>
                    <a:pt x="253127" y="107950"/>
                  </a:lnTo>
                  <a:lnTo>
                    <a:pt x="255283" y="119380"/>
                  </a:lnTo>
                  <a:lnTo>
                    <a:pt x="255876" y="123190"/>
                  </a:lnTo>
                  <a:close/>
                </a:path>
                <a:path w="344169" h="384810">
                  <a:moveTo>
                    <a:pt x="228858" y="265430"/>
                  </a:moveTo>
                  <a:lnTo>
                    <a:pt x="172294" y="265430"/>
                  </a:lnTo>
                  <a:lnTo>
                    <a:pt x="188396" y="257810"/>
                  </a:lnTo>
                  <a:lnTo>
                    <a:pt x="204315" y="247650"/>
                  </a:lnTo>
                  <a:lnTo>
                    <a:pt x="236529" y="210820"/>
                  </a:lnTo>
                  <a:lnTo>
                    <a:pt x="237042" y="191770"/>
                  </a:lnTo>
                  <a:lnTo>
                    <a:pt x="236529" y="175260"/>
                  </a:lnTo>
                  <a:lnTo>
                    <a:pt x="204688" y="137160"/>
                  </a:lnTo>
                  <a:lnTo>
                    <a:pt x="172294" y="119380"/>
                  </a:lnTo>
                  <a:lnTo>
                    <a:pt x="226131" y="119380"/>
                  </a:lnTo>
                  <a:lnTo>
                    <a:pt x="230959" y="123190"/>
                  </a:lnTo>
                  <a:lnTo>
                    <a:pt x="255876" y="123190"/>
                  </a:lnTo>
                  <a:lnTo>
                    <a:pt x="257259" y="132080"/>
                  </a:lnTo>
                  <a:lnTo>
                    <a:pt x="259330" y="143510"/>
                  </a:lnTo>
                  <a:lnTo>
                    <a:pt x="269245" y="149860"/>
                  </a:lnTo>
                  <a:lnTo>
                    <a:pt x="278521" y="157480"/>
                  </a:lnTo>
                  <a:lnTo>
                    <a:pt x="287249" y="165100"/>
                  </a:lnTo>
                  <a:lnTo>
                    <a:pt x="295523" y="173990"/>
                  </a:lnTo>
                  <a:lnTo>
                    <a:pt x="324467" y="173990"/>
                  </a:lnTo>
                  <a:lnTo>
                    <a:pt x="322242" y="177800"/>
                  </a:lnTo>
                  <a:lnTo>
                    <a:pt x="263241" y="177800"/>
                  </a:lnTo>
                  <a:lnTo>
                    <a:pt x="263241" y="207010"/>
                  </a:lnTo>
                  <a:lnTo>
                    <a:pt x="322736" y="207010"/>
                  </a:lnTo>
                  <a:lnTo>
                    <a:pt x="325620" y="212090"/>
                  </a:lnTo>
                  <a:lnTo>
                    <a:pt x="297478" y="212090"/>
                  </a:lnTo>
                  <a:lnTo>
                    <a:pt x="288089" y="219710"/>
                  </a:lnTo>
                  <a:lnTo>
                    <a:pt x="269682" y="234950"/>
                  </a:lnTo>
                  <a:lnTo>
                    <a:pt x="260292" y="242570"/>
                  </a:lnTo>
                  <a:lnTo>
                    <a:pt x="258520" y="255270"/>
                  </a:lnTo>
                  <a:lnTo>
                    <a:pt x="256857" y="264160"/>
                  </a:lnTo>
                  <a:lnTo>
                    <a:pt x="230959" y="264160"/>
                  </a:lnTo>
                  <a:lnTo>
                    <a:pt x="228858" y="265430"/>
                  </a:lnTo>
                  <a:close/>
                </a:path>
                <a:path w="344169" h="384810">
                  <a:moveTo>
                    <a:pt x="322736" y="207010"/>
                  </a:moveTo>
                  <a:lnTo>
                    <a:pt x="263241" y="207010"/>
                  </a:lnTo>
                  <a:lnTo>
                    <a:pt x="268146" y="201930"/>
                  </a:lnTo>
                  <a:lnTo>
                    <a:pt x="274012" y="196850"/>
                  </a:lnTo>
                  <a:lnTo>
                    <a:pt x="278885" y="191770"/>
                  </a:lnTo>
                  <a:lnTo>
                    <a:pt x="269108" y="182880"/>
                  </a:lnTo>
                  <a:lnTo>
                    <a:pt x="263241" y="177800"/>
                  </a:lnTo>
                  <a:lnTo>
                    <a:pt x="322242" y="177800"/>
                  </a:lnTo>
                  <a:lnTo>
                    <a:pt x="314085" y="191770"/>
                  </a:lnTo>
                  <a:lnTo>
                    <a:pt x="322736" y="207010"/>
                  </a:lnTo>
                  <a:close/>
                </a:path>
                <a:path w="344169" h="384810">
                  <a:moveTo>
                    <a:pt x="109121" y="208280"/>
                  </a:moveTo>
                  <a:lnTo>
                    <a:pt x="83301" y="208280"/>
                  </a:lnTo>
                  <a:lnTo>
                    <a:pt x="83301" y="179070"/>
                  </a:lnTo>
                  <a:lnTo>
                    <a:pt x="109118" y="179070"/>
                  </a:lnTo>
                  <a:lnTo>
                    <a:pt x="109025" y="187960"/>
                  </a:lnTo>
                  <a:lnTo>
                    <a:pt x="109121" y="208280"/>
                  </a:lnTo>
                  <a:close/>
                </a:path>
                <a:path w="344169" h="384810">
                  <a:moveTo>
                    <a:pt x="269759" y="292100"/>
                  </a:moveTo>
                  <a:lnTo>
                    <a:pt x="68713" y="292100"/>
                  </a:lnTo>
                  <a:lnTo>
                    <a:pt x="74746" y="290830"/>
                  </a:lnTo>
                  <a:lnTo>
                    <a:pt x="81152" y="290830"/>
                  </a:lnTo>
                  <a:lnTo>
                    <a:pt x="87919" y="289560"/>
                  </a:lnTo>
                  <a:lnTo>
                    <a:pt x="95035" y="289560"/>
                  </a:lnTo>
                  <a:lnTo>
                    <a:pt x="92856" y="278130"/>
                  </a:lnTo>
                  <a:lnTo>
                    <a:pt x="90763" y="266700"/>
                  </a:lnTo>
                  <a:lnTo>
                    <a:pt x="88849" y="254000"/>
                  </a:lnTo>
                  <a:lnTo>
                    <a:pt x="87213" y="242570"/>
                  </a:lnTo>
                  <a:lnTo>
                    <a:pt x="77142" y="236220"/>
                  </a:lnTo>
                  <a:lnTo>
                    <a:pt x="67529" y="228600"/>
                  </a:lnTo>
                  <a:lnTo>
                    <a:pt x="58469" y="219710"/>
                  </a:lnTo>
                  <a:lnTo>
                    <a:pt x="50057" y="212090"/>
                  </a:lnTo>
                  <a:lnTo>
                    <a:pt x="109158" y="212090"/>
                  </a:lnTo>
                  <a:lnTo>
                    <a:pt x="109717" y="229870"/>
                  </a:lnTo>
                  <a:lnTo>
                    <a:pt x="117216" y="234950"/>
                  </a:lnTo>
                  <a:lnTo>
                    <a:pt x="124988" y="238760"/>
                  </a:lnTo>
                  <a:lnTo>
                    <a:pt x="141005" y="248920"/>
                  </a:lnTo>
                  <a:lnTo>
                    <a:pt x="156638" y="257810"/>
                  </a:lnTo>
                  <a:lnTo>
                    <a:pt x="164371" y="261620"/>
                  </a:lnTo>
                  <a:lnTo>
                    <a:pt x="169653" y="264160"/>
                  </a:lnTo>
                  <a:lnTo>
                    <a:pt x="114590" y="264160"/>
                  </a:lnTo>
                  <a:lnTo>
                    <a:pt x="118501" y="276860"/>
                  </a:lnTo>
                  <a:lnTo>
                    <a:pt x="121450" y="284480"/>
                  </a:lnTo>
                  <a:lnTo>
                    <a:pt x="253356" y="284480"/>
                  </a:lnTo>
                  <a:lnTo>
                    <a:pt x="252470" y="289560"/>
                  </a:lnTo>
                  <a:lnTo>
                    <a:pt x="261565" y="290830"/>
                  </a:lnTo>
                  <a:lnTo>
                    <a:pt x="269759" y="292100"/>
                  </a:lnTo>
                  <a:close/>
                </a:path>
                <a:path w="344169" h="384810">
                  <a:moveTo>
                    <a:pt x="333449" y="292100"/>
                  </a:moveTo>
                  <a:lnTo>
                    <a:pt x="277054" y="292100"/>
                  </a:lnTo>
                  <a:lnTo>
                    <a:pt x="307496" y="285750"/>
                  </a:lnTo>
                  <a:lnTo>
                    <a:pt x="321127" y="270510"/>
                  </a:lnTo>
                  <a:lnTo>
                    <a:pt x="317828" y="245110"/>
                  </a:lnTo>
                  <a:lnTo>
                    <a:pt x="297478" y="212090"/>
                  </a:lnTo>
                  <a:lnTo>
                    <a:pt x="325620" y="212090"/>
                  </a:lnTo>
                  <a:lnTo>
                    <a:pt x="342202" y="241300"/>
                  </a:lnTo>
                  <a:lnTo>
                    <a:pt x="343445" y="280670"/>
                  </a:lnTo>
                  <a:lnTo>
                    <a:pt x="333449" y="292100"/>
                  </a:lnTo>
                  <a:close/>
                </a:path>
                <a:path w="344169" h="384810">
                  <a:moveTo>
                    <a:pt x="226086" y="284480"/>
                  </a:moveTo>
                  <a:lnTo>
                    <a:pt x="121450" y="284480"/>
                  </a:lnTo>
                  <a:lnTo>
                    <a:pt x="128279" y="283210"/>
                  </a:lnTo>
                  <a:lnTo>
                    <a:pt x="134145" y="280670"/>
                  </a:lnTo>
                  <a:lnTo>
                    <a:pt x="141967" y="278130"/>
                  </a:lnTo>
                  <a:lnTo>
                    <a:pt x="137094" y="275590"/>
                  </a:lnTo>
                  <a:lnTo>
                    <a:pt x="133183" y="273050"/>
                  </a:lnTo>
                  <a:lnTo>
                    <a:pt x="118501" y="265430"/>
                  </a:lnTo>
                  <a:lnTo>
                    <a:pt x="114590" y="264160"/>
                  </a:lnTo>
                  <a:lnTo>
                    <a:pt x="169653" y="264160"/>
                  </a:lnTo>
                  <a:lnTo>
                    <a:pt x="172294" y="265430"/>
                  </a:lnTo>
                  <a:lnTo>
                    <a:pt x="228858" y="265430"/>
                  </a:lnTo>
                  <a:lnTo>
                    <a:pt x="224656" y="267970"/>
                  </a:lnTo>
                  <a:lnTo>
                    <a:pt x="218621" y="270510"/>
                  </a:lnTo>
                  <a:lnTo>
                    <a:pt x="212399" y="274320"/>
                  </a:lnTo>
                  <a:lnTo>
                    <a:pt x="205538" y="278130"/>
                  </a:lnTo>
                  <a:lnTo>
                    <a:pt x="212397" y="280670"/>
                  </a:lnTo>
                  <a:lnTo>
                    <a:pt x="219226" y="280670"/>
                  </a:lnTo>
                  <a:lnTo>
                    <a:pt x="226086" y="284480"/>
                  </a:lnTo>
                  <a:close/>
                </a:path>
                <a:path w="344169" h="384810">
                  <a:moveTo>
                    <a:pt x="253356" y="284480"/>
                  </a:moveTo>
                  <a:lnTo>
                    <a:pt x="226086" y="284480"/>
                  </a:lnTo>
                  <a:lnTo>
                    <a:pt x="228042" y="278130"/>
                  </a:lnTo>
                  <a:lnTo>
                    <a:pt x="229997" y="270510"/>
                  </a:lnTo>
                  <a:lnTo>
                    <a:pt x="230959" y="264160"/>
                  </a:lnTo>
                  <a:lnTo>
                    <a:pt x="256857" y="264160"/>
                  </a:lnTo>
                  <a:lnTo>
                    <a:pt x="256381" y="266700"/>
                  </a:lnTo>
                  <a:lnTo>
                    <a:pt x="254242" y="279400"/>
                  </a:lnTo>
                  <a:lnTo>
                    <a:pt x="253356" y="284480"/>
                  </a:lnTo>
                  <a:close/>
                </a:path>
                <a:path w="344169" h="384810">
                  <a:moveTo>
                    <a:pt x="218140" y="359410"/>
                  </a:moveTo>
                  <a:lnTo>
                    <a:pt x="173225" y="359410"/>
                  </a:lnTo>
                  <a:lnTo>
                    <a:pt x="185266" y="356870"/>
                  </a:lnTo>
                  <a:lnTo>
                    <a:pt x="197110" y="346710"/>
                  </a:lnTo>
                  <a:lnTo>
                    <a:pt x="208512" y="331470"/>
                  </a:lnTo>
                  <a:lnTo>
                    <a:pt x="219226" y="308610"/>
                  </a:lnTo>
                  <a:lnTo>
                    <a:pt x="207103" y="304800"/>
                  </a:lnTo>
                  <a:lnTo>
                    <a:pt x="195523" y="300990"/>
                  </a:lnTo>
                  <a:lnTo>
                    <a:pt x="173287" y="293370"/>
                  </a:lnTo>
                  <a:lnTo>
                    <a:pt x="332339" y="293370"/>
                  </a:lnTo>
                  <a:lnTo>
                    <a:pt x="320122" y="307340"/>
                  </a:lnTo>
                  <a:lnTo>
                    <a:pt x="285935" y="314960"/>
                  </a:lnTo>
                  <a:lnTo>
                    <a:pt x="243686" y="314960"/>
                  </a:lnTo>
                  <a:lnTo>
                    <a:pt x="229209" y="345440"/>
                  </a:lnTo>
                  <a:lnTo>
                    <a:pt x="218140" y="359410"/>
                  </a:lnTo>
                  <a:close/>
                </a:path>
                <a:path w="344169" h="384810">
                  <a:moveTo>
                    <a:pt x="173442" y="384810"/>
                  </a:moveTo>
                  <a:lnTo>
                    <a:pt x="153714" y="381000"/>
                  </a:lnTo>
                  <a:lnTo>
                    <a:pt x="134809" y="367030"/>
                  </a:lnTo>
                  <a:lnTo>
                    <a:pt x="117574" y="345440"/>
                  </a:lnTo>
                  <a:lnTo>
                    <a:pt x="102857" y="314960"/>
                  </a:lnTo>
                  <a:lnTo>
                    <a:pt x="131149" y="314960"/>
                  </a:lnTo>
                  <a:lnTo>
                    <a:pt x="138610" y="331470"/>
                  </a:lnTo>
                  <a:lnTo>
                    <a:pt x="149704" y="346710"/>
                  </a:lnTo>
                  <a:lnTo>
                    <a:pt x="161322" y="356870"/>
                  </a:lnTo>
                  <a:lnTo>
                    <a:pt x="173225" y="359410"/>
                  </a:lnTo>
                  <a:lnTo>
                    <a:pt x="218140" y="359410"/>
                  </a:lnTo>
                  <a:lnTo>
                    <a:pt x="212102" y="367030"/>
                  </a:lnTo>
                  <a:lnTo>
                    <a:pt x="193226" y="381000"/>
                  </a:lnTo>
                  <a:lnTo>
                    <a:pt x="173442" y="384810"/>
                  </a:lnTo>
                  <a:close/>
                </a:path>
                <a:path w="344169" h="384810">
                  <a:moveTo>
                    <a:pt x="274540" y="317500"/>
                  </a:moveTo>
                  <a:lnTo>
                    <a:pt x="267301" y="317500"/>
                  </a:lnTo>
                  <a:lnTo>
                    <a:pt x="259741" y="316230"/>
                  </a:lnTo>
                  <a:lnTo>
                    <a:pt x="251868" y="316230"/>
                  </a:lnTo>
                  <a:lnTo>
                    <a:pt x="243686" y="314960"/>
                  </a:lnTo>
                  <a:lnTo>
                    <a:pt x="285935" y="314960"/>
                  </a:lnTo>
                  <a:lnTo>
                    <a:pt x="274540" y="317500"/>
                  </a:lnTo>
                  <a:close/>
                </a:path>
              </a:pathLst>
            </a:custGeom>
            <a:solidFill>
              <a:srgbClr val="B6B6B6"/>
            </a:solidFill>
          </p:spPr>
          <p:txBody>
            <a:bodyPr wrap="square" lIns="0" tIns="0" rIns="0" bIns="0" rtlCol="0"/>
            <a:lstStyle/>
            <a:p>
              <a:endParaRPr/>
            </a:p>
          </p:txBody>
        </p:sp>
        <p:pic>
          <p:nvPicPr>
            <p:cNvPr id="85" name="object 85"/>
            <p:cNvPicPr/>
            <p:nvPr/>
          </p:nvPicPr>
          <p:blipFill>
            <a:blip r:embed="rId30" cstate="print"/>
            <a:stretch>
              <a:fillRect/>
            </a:stretch>
          </p:blipFill>
          <p:spPr>
            <a:xfrm>
              <a:off x="2133567" y="3070661"/>
              <a:ext cx="75303" cy="77289"/>
            </a:xfrm>
            <a:prstGeom prst="rect">
              <a:avLst/>
            </a:prstGeom>
          </p:spPr>
        </p:pic>
      </p:grpSp>
      <p:sp>
        <p:nvSpPr>
          <p:cNvPr id="86" name="object 86"/>
          <p:cNvSpPr/>
          <p:nvPr/>
        </p:nvSpPr>
        <p:spPr>
          <a:xfrm>
            <a:off x="1982030" y="3382578"/>
            <a:ext cx="395605" cy="393700"/>
          </a:xfrm>
          <a:custGeom>
            <a:avLst/>
            <a:gdLst/>
            <a:ahLst/>
            <a:cxnLst/>
            <a:rect l="l" t="t" r="r" b="b"/>
            <a:pathLst>
              <a:path w="395605" h="393700">
                <a:moveTo>
                  <a:pt x="338368" y="76296"/>
                </a:moveTo>
                <a:lnTo>
                  <a:pt x="54754" y="76296"/>
                </a:lnTo>
                <a:lnTo>
                  <a:pt x="54754" y="64563"/>
                </a:lnTo>
                <a:lnTo>
                  <a:pt x="60728" y="39625"/>
                </a:lnTo>
                <a:lnTo>
                  <a:pt x="74678" y="19081"/>
                </a:lnTo>
                <a:lnTo>
                  <a:pt x="95048" y="5138"/>
                </a:lnTo>
                <a:lnTo>
                  <a:pt x="120280" y="0"/>
                </a:lnTo>
                <a:lnTo>
                  <a:pt x="273805" y="0"/>
                </a:lnTo>
                <a:lnTo>
                  <a:pt x="299161" y="5557"/>
                </a:lnTo>
                <a:lnTo>
                  <a:pt x="319659" y="19454"/>
                </a:lnTo>
                <a:lnTo>
                  <a:pt x="333370" y="39765"/>
                </a:lnTo>
                <a:lnTo>
                  <a:pt x="338368" y="64563"/>
                </a:lnTo>
                <a:lnTo>
                  <a:pt x="338368" y="76296"/>
                </a:lnTo>
                <a:close/>
              </a:path>
              <a:path w="395605" h="393700">
                <a:moveTo>
                  <a:pt x="389212" y="187761"/>
                </a:moveTo>
                <a:lnTo>
                  <a:pt x="7822" y="187761"/>
                </a:lnTo>
                <a:lnTo>
                  <a:pt x="993" y="181895"/>
                </a:lnTo>
                <a:lnTo>
                  <a:pt x="0" y="176028"/>
                </a:lnTo>
                <a:lnTo>
                  <a:pt x="0" y="83125"/>
                </a:lnTo>
                <a:lnTo>
                  <a:pt x="4904" y="76296"/>
                </a:lnTo>
                <a:lnTo>
                  <a:pt x="86043" y="76296"/>
                </a:lnTo>
                <a:lnTo>
                  <a:pt x="83125" y="80207"/>
                </a:lnTo>
                <a:lnTo>
                  <a:pt x="83125" y="102680"/>
                </a:lnTo>
                <a:lnTo>
                  <a:pt x="27377" y="102680"/>
                </a:lnTo>
                <a:lnTo>
                  <a:pt x="27377" y="162340"/>
                </a:lnTo>
                <a:lnTo>
                  <a:pt x="395079" y="162340"/>
                </a:lnTo>
                <a:lnTo>
                  <a:pt x="395079" y="181895"/>
                </a:lnTo>
                <a:lnTo>
                  <a:pt x="389212" y="187761"/>
                </a:lnTo>
                <a:close/>
              </a:path>
              <a:path w="395605" h="393700">
                <a:moveTo>
                  <a:pt x="212221" y="162340"/>
                </a:moveTo>
                <a:lnTo>
                  <a:pt x="185806" y="162340"/>
                </a:lnTo>
                <a:lnTo>
                  <a:pt x="185806" y="80207"/>
                </a:lnTo>
                <a:lnTo>
                  <a:pt x="181895" y="76296"/>
                </a:lnTo>
                <a:lnTo>
                  <a:pt x="214177" y="76296"/>
                </a:lnTo>
                <a:lnTo>
                  <a:pt x="211228" y="80207"/>
                </a:lnTo>
                <a:lnTo>
                  <a:pt x="212221" y="84118"/>
                </a:lnTo>
                <a:lnTo>
                  <a:pt x="212221" y="162340"/>
                </a:lnTo>
                <a:close/>
              </a:path>
              <a:path w="395605" h="393700">
                <a:moveTo>
                  <a:pt x="340324" y="162340"/>
                </a:moveTo>
                <a:lnTo>
                  <a:pt x="313908" y="162340"/>
                </a:lnTo>
                <a:lnTo>
                  <a:pt x="313908" y="80207"/>
                </a:lnTo>
                <a:lnTo>
                  <a:pt x="310991" y="76296"/>
                </a:lnTo>
                <a:lnTo>
                  <a:pt x="389212" y="76296"/>
                </a:lnTo>
                <a:lnTo>
                  <a:pt x="395079" y="83125"/>
                </a:lnTo>
                <a:lnTo>
                  <a:pt x="395079" y="102680"/>
                </a:lnTo>
                <a:lnTo>
                  <a:pt x="340324" y="102680"/>
                </a:lnTo>
                <a:lnTo>
                  <a:pt x="340324" y="162340"/>
                </a:lnTo>
                <a:close/>
              </a:path>
              <a:path w="395605" h="393700">
                <a:moveTo>
                  <a:pt x="83125" y="162340"/>
                </a:moveTo>
                <a:lnTo>
                  <a:pt x="57703" y="162340"/>
                </a:lnTo>
                <a:lnTo>
                  <a:pt x="57703" y="102680"/>
                </a:lnTo>
                <a:lnTo>
                  <a:pt x="83125" y="102680"/>
                </a:lnTo>
                <a:lnTo>
                  <a:pt x="83125" y="162340"/>
                </a:lnTo>
                <a:close/>
              </a:path>
              <a:path w="395605" h="393700">
                <a:moveTo>
                  <a:pt x="395079" y="162340"/>
                </a:moveTo>
                <a:lnTo>
                  <a:pt x="370619" y="162340"/>
                </a:lnTo>
                <a:lnTo>
                  <a:pt x="370619" y="102680"/>
                </a:lnTo>
                <a:lnTo>
                  <a:pt x="395079" y="102680"/>
                </a:lnTo>
                <a:lnTo>
                  <a:pt x="395079" y="162340"/>
                </a:lnTo>
                <a:close/>
              </a:path>
              <a:path w="395605" h="393700">
                <a:moveTo>
                  <a:pt x="130058" y="393123"/>
                </a:moveTo>
                <a:lnTo>
                  <a:pt x="63570" y="393123"/>
                </a:lnTo>
                <a:lnTo>
                  <a:pt x="57703" y="387256"/>
                </a:lnTo>
                <a:lnTo>
                  <a:pt x="57703" y="339361"/>
                </a:lnTo>
                <a:lnTo>
                  <a:pt x="47537" y="333566"/>
                </a:lnTo>
                <a:lnTo>
                  <a:pt x="39486" y="325292"/>
                </a:lnTo>
                <a:lnTo>
                  <a:pt x="34189" y="315005"/>
                </a:lnTo>
                <a:lnTo>
                  <a:pt x="32281" y="303169"/>
                </a:lnTo>
                <a:lnTo>
                  <a:pt x="32356" y="225060"/>
                </a:lnTo>
                <a:lnTo>
                  <a:pt x="33165" y="215824"/>
                </a:lnTo>
                <a:lnTo>
                  <a:pt x="35696" y="206102"/>
                </a:lnTo>
                <a:lnTo>
                  <a:pt x="39693" y="196747"/>
                </a:lnTo>
                <a:lnTo>
                  <a:pt x="44977" y="187761"/>
                </a:lnTo>
                <a:lnTo>
                  <a:pt x="351063" y="187761"/>
                </a:lnTo>
                <a:lnTo>
                  <a:pt x="356921" y="195782"/>
                </a:lnTo>
                <a:lnTo>
                  <a:pt x="361214" y="204996"/>
                </a:lnTo>
                <a:lnTo>
                  <a:pt x="363605" y="214177"/>
                </a:lnTo>
                <a:lnTo>
                  <a:pt x="95851" y="214177"/>
                </a:lnTo>
                <a:lnTo>
                  <a:pt x="80803" y="217097"/>
                </a:lnTo>
                <a:lnTo>
                  <a:pt x="68699" y="225060"/>
                </a:lnTo>
                <a:lnTo>
                  <a:pt x="60634" y="236870"/>
                </a:lnTo>
                <a:lnTo>
                  <a:pt x="57703" y="251332"/>
                </a:lnTo>
                <a:lnTo>
                  <a:pt x="60634" y="266367"/>
                </a:lnTo>
                <a:lnTo>
                  <a:pt x="68699" y="278472"/>
                </a:lnTo>
                <a:lnTo>
                  <a:pt x="80803" y="286544"/>
                </a:lnTo>
                <a:lnTo>
                  <a:pt x="95851" y="289480"/>
                </a:lnTo>
                <a:lnTo>
                  <a:pt x="164295" y="289480"/>
                </a:lnTo>
                <a:lnTo>
                  <a:pt x="165257" y="290442"/>
                </a:lnTo>
                <a:lnTo>
                  <a:pt x="364752" y="290442"/>
                </a:lnTo>
                <a:lnTo>
                  <a:pt x="364752" y="303169"/>
                </a:lnTo>
                <a:lnTo>
                  <a:pt x="362690" y="315140"/>
                </a:lnTo>
                <a:lnTo>
                  <a:pt x="357054" y="325653"/>
                </a:lnTo>
                <a:lnTo>
                  <a:pt x="348672" y="333972"/>
                </a:lnTo>
                <a:lnTo>
                  <a:pt x="338368" y="339361"/>
                </a:lnTo>
                <a:lnTo>
                  <a:pt x="338368" y="341317"/>
                </a:lnTo>
                <a:lnTo>
                  <a:pt x="134962" y="341317"/>
                </a:lnTo>
                <a:lnTo>
                  <a:pt x="134962" y="387256"/>
                </a:lnTo>
                <a:lnTo>
                  <a:pt x="130058" y="393123"/>
                </a:lnTo>
                <a:close/>
              </a:path>
              <a:path w="395605" h="393700">
                <a:moveTo>
                  <a:pt x="164295" y="289480"/>
                </a:moveTo>
                <a:lnTo>
                  <a:pt x="95851" y="289480"/>
                </a:lnTo>
                <a:lnTo>
                  <a:pt x="111037" y="286544"/>
                </a:lnTo>
                <a:lnTo>
                  <a:pt x="123473" y="278472"/>
                </a:lnTo>
                <a:lnTo>
                  <a:pt x="131876" y="266367"/>
                </a:lnTo>
                <a:lnTo>
                  <a:pt x="134962" y="251332"/>
                </a:lnTo>
                <a:lnTo>
                  <a:pt x="130911" y="236870"/>
                </a:lnTo>
                <a:lnTo>
                  <a:pt x="122368" y="225060"/>
                </a:lnTo>
                <a:lnTo>
                  <a:pt x="110343" y="217097"/>
                </a:lnTo>
                <a:lnTo>
                  <a:pt x="95851" y="214177"/>
                </a:lnTo>
                <a:lnTo>
                  <a:pt x="165257" y="214177"/>
                </a:lnTo>
                <a:lnTo>
                  <a:pt x="159410" y="218075"/>
                </a:lnTo>
                <a:lnTo>
                  <a:pt x="159391" y="233732"/>
                </a:lnTo>
                <a:lnTo>
                  <a:pt x="165257" y="239598"/>
                </a:lnTo>
                <a:lnTo>
                  <a:pt x="266823" y="239598"/>
                </a:lnTo>
                <a:lnTo>
                  <a:pt x="264027" y="253287"/>
                </a:lnTo>
                <a:lnTo>
                  <a:pt x="266727" y="266014"/>
                </a:lnTo>
                <a:lnTo>
                  <a:pt x="165257" y="266014"/>
                </a:lnTo>
                <a:lnTo>
                  <a:pt x="159391" y="270887"/>
                </a:lnTo>
                <a:lnTo>
                  <a:pt x="159391" y="284575"/>
                </a:lnTo>
                <a:lnTo>
                  <a:pt x="164295" y="289480"/>
                </a:lnTo>
                <a:close/>
              </a:path>
              <a:path w="395605" h="393700">
                <a:moveTo>
                  <a:pt x="266823" y="239598"/>
                </a:moveTo>
                <a:lnTo>
                  <a:pt x="230783" y="239598"/>
                </a:lnTo>
                <a:lnTo>
                  <a:pt x="237643" y="233732"/>
                </a:lnTo>
                <a:lnTo>
                  <a:pt x="237643" y="220043"/>
                </a:lnTo>
                <a:lnTo>
                  <a:pt x="230783" y="214177"/>
                </a:lnTo>
                <a:lnTo>
                  <a:pt x="363605" y="214177"/>
                </a:lnTo>
                <a:lnTo>
                  <a:pt x="363847" y="215108"/>
                </a:lnTo>
                <a:lnTo>
                  <a:pt x="303324" y="215108"/>
                </a:lnTo>
                <a:lnTo>
                  <a:pt x="302765" y="215139"/>
                </a:lnTo>
                <a:lnTo>
                  <a:pt x="302175" y="215139"/>
                </a:lnTo>
                <a:lnTo>
                  <a:pt x="287526" y="218087"/>
                </a:lnTo>
                <a:lnTo>
                  <a:pt x="275395" y="226146"/>
                </a:lnTo>
                <a:lnTo>
                  <a:pt x="267098" y="238251"/>
                </a:lnTo>
                <a:lnTo>
                  <a:pt x="266823" y="239598"/>
                </a:lnTo>
                <a:close/>
              </a:path>
              <a:path w="395605" h="393700">
                <a:moveTo>
                  <a:pt x="364752" y="290442"/>
                </a:moveTo>
                <a:lnTo>
                  <a:pt x="302175" y="290442"/>
                </a:lnTo>
                <a:lnTo>
                  <a:pt x="316805" y="287526"/>
                </a:lnTo>
                <a:lnTo>
                  <a:pt x="328955" y="279570"/>
                </a:lnTo>
                <a:lnTo>
                  <a:pt x="337253" y="267761"/>
                </a:lnTo>
                <a:lnTo>
                  <a:pt x="340324" y="253287"/>
                </a:lnTo>
                <a:lnTo>
                  <a:pt x="337415" y="238103"/>
                </a:lnTo>
                <a:lnTo>
                  <a:pt x="329529" y="226003"/>
                </a:lnTo>
                <a:lnTo>
                  <a:pt x="317931" y="218000"/>
                </a:lnTo>
                <a:lnTo>
                  <a:pt x="303882" y="215108"/>
                </a:lnTo>
                <a:lnTo>
                  <a:pt x="363847" y="215108"/>
                </a:lnTo>
                <a:lnTo>
                  <a:pt x="364681" y="225060"/>
                </a:lnTo>
                <a:lnTo>
                  <a:pt x="364752" y="290442"/>
                </a:lnTo>
                <a:close/>
              </a:path>
              <a:path w="395605" h="393700">
                <a:moveTo>
                  <a:pt x="302175" y="290442"/>
                </a:moveTo>
                <a:lnTo>
                  <a:pt x="230783" y="290442"/>
                </a:lnTo>
                <a:lnTo>
                  <a:pt x="237643" y="284575"/>
                </a:lnTo>
                <a:lnTo>
                  <a:pt x="237643" y="272842"/>
                </a:lnTo>
                <a:lnTo>
                  <a:pt x="230783" y="266014"/>
                </a:lnTo>
                <a:lnTo>
                  <a:pt x="266727" y="266014"/>
                </a:lnTo>
                <a:lnTo>
                  <a:pt x="267098" y="267761"/>
                </a:lnTo>
                <a:lnTo>
                  <a:pt x="275395" y="279570"/>
                </a:lnTo>
                <a:lnTo>
                  <a:pt x="287546" y="287526"/>
                </a:lnTo>
                <a:lnTo>
                  <a:pt x="302175" y="290442"/>
                </a:lnTo>
                <a:close/>
              </a:path>
              <a:path w="395605" h="393700">
                <a:moveTo>
                  <a:pt x="334457" y="393123"/>
                </a:moveTo>
                <a:lnTo>
                  <a:pt x="268931" y="393123"/>
                </a:lnTo>
                <a:lnTo>
                  <a:pt x="263065" y="387256"/>
                </a:lnTo>
                <a:lnTo>
                  <a:pt x="263065" y="341317"/>
                </a:lnTo>
                <a:lnTo>
                  <a:pt x="338368" y="341317"/>
                </a:lnTo>
                <a:lnTo>
                  <a:pt x="338368" y="387256"/>
                </a:lnTo>
                <a:lnTo>
                  <a:pt x="334457" y="393123"/>
                </a:lnTo>
                <a:close/>
              </a:path>
            </a:pathLst>
          </a:custGeom>
          <a:solidFill>
            <a:srgbClr val="B6B6B6"/>
          </a:solidFill>
        </p:spPr>
        <p:txBody>
          <a:bodyPr wrap="square" lIns="0" tIns="0" rIns="0" bIns="0" rtlCol="0"/>
          <a:lstStyle/>
          <a:p>
            <a:endParaRPr/>
          </a:p>
        </p:txBody>
      </p:sp>
      <p:grpSp>
        <p:nvGrpSpPr>
          <p:cNvPr id="87" name="object 87"/>
          <p:cNvGrpSpPr/>
          <p:nvPr/>
        </p:nvGrpSpPr>
        <p:grpSpPr>
          <a:xfrm>
            <a:off x="4299283" y="2474622"/>
            <a:ext cx="396240" cy="393700"/>
            <a:chOff x="4299283" y="2474622"/>
            <a:chExt cx="396240" cy="393700"/>
          </a:xfrm>
        </p:grpSpPr>
        <p:sp>
          <p:nvSpPr>
            <p:cNvPr id="88" name="object 88"/>
            <p:cNvSpPr/>
            <p:nvPr/>
          </p:nvSpPr>
          <p:spPr>
            <a:xfrm>
              <a:off x="4342809" y="2518141"/>
              <a:ext cx="104775" cy="104775"/>
            </a:xfrm>
            <a:custGeom>
              <a:avLst/>
              <a:gdLst/>
              <a:ahLst/>
              <a:cxnLst/>
              <a:rect l="l" t="t" r="r" b="b"/>
              <a:pathLst>
                <a:path w="104775" h="104775">
                  <a:moveTo>
                    <a:pt x="21510" y="104636"/>
                  </a:moveTo>
                  <a:lnTo>
                    <a:pt x="0" y="84118"/>
                  </a:lnTo>
                  <a:lnTo>
                    <a:pt x="84087" y="0"/>
                  </a:lnTo>
                  <a:lnTo>
                    <a:pt x="104636" y="20548"/>
                  </a:lnTo>
                  <a:lnTo>
                    <a:pt x="21510" y="104636"/>
                  </a:lnTo>
                  <a:close/>
                </a:path>
              </a:pathLst>
            </a:custGeom>
            <a:solidFill>
              <a:srgbClr val="B6B6B6"/>
            </a:solidFill>
          </p:spPr>
          <p:txBody>
            <a:bodyPr wrap="square" lIns="0" tIns="0" rIns="0" bIns="0" rtlCol="0"/>
            <a:lstStyle/>
            <a:p>
              <a:endParaRPr/>
            </a:p>
          </p:txBody>
        </p:sp>
        <p:pic>
          <p:nvPicPr>
            <p:cNvPr id="89" name="object 89"/>
            <p:cNvPicPr/>
            <p:nvPr/>
          </p:nvPicPr>
          <p:blipFill>
            <a:blip r:embed="rId31" cstate="print"/>
            <a:stretch>
              <a:fillRect/>
            </a:stretch>
          </p:blipFill>
          <p:spPr>
            <a:xfrm>
              <a:off x="4505118" y="2485145"/>
              <a:ext cx="187761" cy="185557"/>
            </a:xfrm>
            <a:prstGeom prst="rect">
              <a:avLst/>
            </a:prstGeom>
          </p:spPr>
        </p:pic>
        <p:sp>
          <p:nvSpPr>
            <p:cNvPr id="90" name="object 90"/>
            <p:cNvSpPr/>
            <p:nvPr/>
          </p:nvSpPr>
          <p:spPr>
            <a:xfrm>
              <a:off x="4381920" y="2557251"/>
              <a:ext cx="265430" cy="265430"/>
            </a:xfrm>
            <a:custGeom>
              <a:avLst/>
              <a:gdLst/>
              <a:ahLst/>
              <a:cxnLst/>
              <a:rect l="l" t="t" r="r" b="b"/>
              <a:pathLst>
                <a:path w="265429" h="265430">
                  <a:moveTo>
                    <a:pt x="181895" y="265020"/>
                  </a:moveTo>
                  <a:lnTo>
                    <a:pt x="0" y="83125"/>
                  </a:lnTo>
                  <a:lnTo>
                    <a:pt x="83125" y="0"/>
                  </a:lnTo>
                  <a:lnTo>
                    <a:pt x="265020" y="181895"/>
                  </a:lnTo>
                  <a:lnTo>
                    <a:pt x="181895" y="265020"/>
                  </a:lnTo>
                  <a:close/>
                </a:path>
              </a:pathLst>
            </a:custGeom>
            <a:solidFill>
              <a:srgbClr val="B6B6B6"/>
            </a:solidFill>
          </p:spPr>
          <p:txBody>
            <a:bodyPr wrap="square" lIns="0" tIns="0" rIns="0" bIns="0" rtlCol="0"/>
            <a:lstStyle/>
            <a:p>
              <a:endParaRPr/>
            </a:p>
          </p:txBody>
        </p:sp>
        <p:pic>
          <p:nvPicPr>
            <p:cNvPr id="91" name="object 91"/>
            <p:cNvPicPr/>
            <p:nvPr/>
          </p:nvPicPr>
          <p:blipFill>
            <a:blip r:embed="rId32" cstate="print"/>
            <a:stretch>
              <a:fillRect/>
            </a:stretch>
          </p:blipFill>
          <p:spPr>
            <a:xfrm>
              <a:off x="4586288" y="2761651"/>
              <a:ext cx="109075" cy="106498"/>
            </a:xfrm>
            <a:prstGeom prst="rect">
              <a:avLst/>
            </a:prstGeom>
          </p:spPr>
        </p:pic>
        <p:pic>
          <p:nvPicPr>
            <p:cNvPr id="92" name="object 92"/>
            <p:cNvPicPr/>
            <p:nvPr/>
          </p:nvPicPr>
          <p:blipFill>
            <a:blip r:embed="rId33" cstate="print"/>
            <a:stretch>
              <a:fillRect/>
            </a:stretch>
          </p:blipFill>
          <p:spPr>
            <a:xfrm>
              <a:off x="4307578" y="2680481"/>
              <a:ext cx="186799" cy="185557"/>
            </a:xfrm>
            <a:prstGeom prst="rect">
              <a:avLst/>
            </a:prstGeom>
          </p:spPr>
        </p:pic>
        <p:pic>
          <p:nvPicPr>
            <p:cNvPr id="93" name="object 93"/>
            <p:cNvPicPr/>
            <p:nvPr/>
          </p:nvPicPr>
          <p:blipFill>
            <a:blip r:embed="rId34" cstate="print"/>
            <a:stretch>
              <a:fillRect/>
            </a:stretch>
          </p:blipFill>
          <p:spPr>
            <a:xfrm>
              <a:off x="4299283" y="2474622"/>
              <a:ext cx="110013" cy="109044"/>
            </a:xfrm>
            <a:prstGeom prst="rect">
              <a:avLst/>
            </a:prstGeom>
          </p:spPr>
        </p:pic>
      </p:grpSp>
      <p:grpSp>
        <p:nvGrpSpPr>
          <p:cNvPr id="94" name="object 94"/>
          <p:cNvGrpSpPr/>
          <p:nvPr/>
        </p:nvGrpSpPr>
        <p:grpSpPr>
          <a:xfrm>
            <a:off x="4297560" y="2971922"/>
            <a:ext cx="395605" cy="360045"/>
            <a:chOff x="4297560" y="2971922"/>
            <a:chExt cx="395605" cy="360045"/>
          </a:xfrm>
        </p:grpSpPr>
        <p:sp>
          <p:nvSpPr>
            <p:cNvPr id="95" name="object 95"/>
            <p:cNvSpPr/>
            <p:nvPr/>
          </p:nvSpPr>
          <p:spPr>
            <a:xfrm>
              <a:off x="4297553" y="2971926"/>
              <a:ext cx="395605" cy="231775"/>
            </a:xfrm>
            <a:custGeom>
              <a:avLst/>
              <a:gdLst/>
              <a:ahLst/>
              <a:cxnLst/>
              <a:rect l="l" t="t" r="r" b="b"/>
              <a:pathLst>
                <a:path w="395604" h="231775">
                  <a:moveTo>
                    <a:pt x="320763" y="128130"/>
                  </a:moveTo>
                  <a:lnTo>
                    <a:pt x="294360" y="128130"/>
                  </a:lnTo>
                  <a:lnTo>
                    <a:pt x="294360" y="230822"/>
                  </a:lnTo>
                  <a:lnTo>
                    <a:pt x="320763" y="230822"/>
                  </a:lnTo>
                  <a:lnTo>
                    <a:pt x="320763" y="128130"/>
                  </a:lnTo>
                  <a:close/>
                </a:path>
                <a:path w="395604" h="231775">
                  <a:moveTo>
                    <a:pt x="368604" y="89077"/>
                  </a:moveTo>
                  <a:lnTo>
                    <a:pt x="365747" y="82169"/>
                  </a:lnTo>
                  <a:lnTo>
                    <a:pt x="361746" y="75222"/>
                  </a:lnTo>
                  <a:lnTo>
                    <a:pt x="358660" y="67729"/>
                  </a:lnTo>
                  <a:lnTo>
                    <a:pt x="356666" y="59880"/>
                  </a:lnTo>
                  <a:lnTo>
                    <a:pt x="355968" y="51841"/>
                  </a:lnTo>
                  <a:lnTo>
                    <a:pt x="356666" y="43243"/>
                  </a:lnTo>
                  <a:lnTo>
                    <a:pt x="358660" y="35102"/>
                  </a:lnTo>
                  <a:lnTo>
                    <a:pt x="361746" y="27508"/>
                  </a:lnTo>
                  <a:lnTo>
                    <a:pt x="365747" y="20548"/>
                  </a:lnTo>
                  <a:lnTo>
                    <a:pt x="368071" y="14033"/>
                  </a:lnTo>
                  <a:lnTo>
                    <a:pt x="366725" y="7340"/>
                  </a:lnTo>
                  <a:lnTo>
                    <a:pt x="362445" y="2108"/>
                  </a:lnTo>
                  <a:lnTo>
                    <a:pt x="355968" y="0"/>
                  </a:lnTo>
                  <a:lnTo>
                    <a:pt x="51841" y="0"/>
                  </a:lnTo>
                  <a:lnTo>
                    <a:pt x="31775" y="4114"/>
                  </a:lnTo>
                  <a:lnTo>
                    <a:pt x="15278" y="15290"/>
                  </a:lnTo>
                  <a:lnTo>
                    <a:pt x="4114" y="31788"/>
                  </a:lnTo>
                  <a:lnTo>
                    <a:pt x="0" y="51841"/>
                  </a:lnTo>
                  <a:lnTo>
                    <a:pt x="4114" y="71335"/>
                  </a:lnTo>
                  <a:lnTo>
                    <a:pt x="15278" y="87528"/>
                  </a:lnTo>
                  <a:lnTo>
                    <a:pt x="31775" y="98590"/>
                  </a:lnTo>
                  <a:lnTo>
                    <a:pt x="51841" y="102679"/>
                  </a:lnTo>
                  <a:lnTo>
                    <a:pt x="355968" y="102679"/>
                  </a:lnTo>
                  <a:lnTo>
                    <a:pt x="362991" y="100711"/>
                  </a:lnTo>
                  <a:lnTo>
                    <a:pt x="367449" y="95719"/>
                  </a:lnTo>
                  <a:lnTo>
                    <a:pt x="368604" y="89077"/>
                  </a:lnTo>
                  <a:close/>
                </a:path>
                <a:path w="395604" h="231775">
                  <a:moveTo>
                    <a:pt x="395084" y="133997"/>
                  </a:moveTo>
                  <a:lnTo>
                    <a:pt x="389216" y="129095"/>
                  </a:lnTo>
                  <a:lnTo>
                    <a:pt x="346189" y="129095"/>
                  </a:lnTo>
                  <a:lnTo>
                    <a:pt x="346189" y="231775"/>
                  </a:lnTo>
                  <a:lnTo>
                    <a:pt x="383349" y="231775"/>
                  </a:lnTo>
                  <a:lnTo>
                    <a:pt x="389216" y="230822"/>
                  </a:lnTo>
                  <a:lnTo>
                    <a:pt x="395084" y="224955"/>
                  </a:lnTo>
                  <a:lnTo>
                    <a:pt x="395084" y="133997"/>
                  </a:lnTo>
                  <a:close/>
                </a:path>
              </a:pathLst>
            </a:custGeom>
            <a:solidFill>
              <a:srgbClr val="B6B6B6"/>
            </a:solidFill>
          </p:spPr>
          <p:txBody>
            <a:bodyPr wrap="square" lIns="0" tIns="0" rIns="0" bIns="0" rtlCol="0"/>
            <a:lstStyle/>
            <a:p>
              <a:endParaRPr/>
            </a:p>
          </p:txBody>
        </p:sp>
        <p:pic>
          <p:nvPicPr>
            <p:cNvPr id="96" name="object 96"/>
            <p:cNvPicPr/>
            <p:nvPr/>
          </p:nvPicPr>
          <p:blipFill>
            <a:blip r:embed="rId35" cstate="print"/>
            <a:stretch>
              <a:fillRect/>
            </a:stretch>
          </p:blipFill>
          <p:spPr>
            <a:xfrm>
              <a:off x="4324938" y="3100056"/>
              <a:ext cx="241554" cy="102680"/>
            </a:xfrm>
            <a:prstGeom prst="rect">
              <a:avLst/>
            </a:prstGeom>
          </p:spPr>
        </p:pic>
        <p:sp>
          <p:nvSpPr>
            <p:cNvPr id="97" name="object 97"/>
            <p:cNvSpPr/>
            <p:nvPr/>
          </p:nvSpPr>
          <p:spPr>
            <a:xfrm>
              <a:off x="4376775" y="3228158"/>
              <a:ext cx="26670" cy="102870"/>
            </a:xfrm>
            <a:custGeom>
              <a:avLst/>
              <a:gdLst/>
              <a:ahLst/>
              <a:cxnLst/>
              <a:rect l="l" t="t" r="r" b="b"/>
              <a:pathLst>
                <a:path w="26670" h="102870">
                  <a:moveTo>
                    <a:pt x="26384" y="102680"/>
                  </a:moveTo>
                  <a:lnTo>
                    <a:pt x="0" y="102680"/>
                  </a:lnTo>
                  <a:lnTo>
                    <a:pt x="0" y="0"/>
                  </a:lnTo>
                  <a:lnTo>
                    <a:pt x="26384" y="0"/>
                  </a:lnTo>
                  <a:lnTo>
                    <a:pt x="26384" y="102680"/>
                  </a:lnTo>
                  <a:close/>
                </a:path>
              </a:pathLst>
            </a:custGeom>
            <a:solidFill>
              <a:srgbClr val="B6B6B6"/>
            </a:solidFill>
          </p:spPr>
          <p:txBody>
            <a:bodyPr wrap="square" lIns="0" tIns="0" rIns="0" bIns="0" rtlCol="0"/>
            <a:lstStyle/>
            <a:p>
              <a:endParaRPr/>
            </a:p>
          </p:txBody>
        </p:sp>
        <p:pic>
          <p:nvPicPr>
            <p:cNvPr id="98" name="object 98"/>
            <p:cNvPicPr/>
            <p:nvPr/>
          </p:nvPicPr>
          <p:blipFill>
            <a:blip r:embed="rId36" cstate="print"/>
            <a:stretch>
              <a:fillRect/>
            </a:stretch>
          </p:blipFill>
          <p:spPr>
            <a:xfrm>
              <a:off x="4428612" y="3230114"/>
              <a:ext cx="236650" cy="101687"/>
            </a:xfrm>
            <a:prstGeom prst="rect">
              <a:avLst/>
            </a:prstGeom>
          </p:spPr>
        </p:pic>
        <p:sp>
          <p:nvSpPr>
            <p:cNvPr id="99" name="object 99"/>
            <p:cNvSpPr/>
            <p:nvPr/>
          </p:nvSpPr>
          <p:spPr>
            <a:xfrm>
              <a:off x="4297560" y="3229121"/>
              <a:ext cx="53975" cy="102870"/>
            </a:xfrm>
            <a:custGeom>
              <a:avLst/>
              <a:gdLst/>
              <a:ahLst/>
              <a:cxnLst/>
              <a:rect l="l" t="t" r="r" b="b"/>
              <a:pathLst>
                <a:path w="53975" h="102870">
                  <a:moveTo>
                    <a:pt x="53792" y="102680"/>
                  </a:moveTo>
                  <a:lnTo>
                    <a:pt x="5866" y="102680"/>
                  </a:lnTo>
                  <a:lnTo>
                    <a:pt x="0" y="95851"/>
                  </a:lnTo>
                  <a:lnTo>
                    <a:pt x="0" y="5866"/>
                  </a:lnTo>
                  <a:lnTo>
                    <a:pt x="5866" y="0"/>
                  </a:lnTo>
                  <a:lnTo>
                    <a:pt x="13688" y="0"/>
                  </a:lnTo>
                  <a:lnTo>
                    <a:pt x="53792" y="0"/>
                  </a:lnTo>
                  <a:lnTo>
                    <a:pt x="53792" y="102680"/>
                  </a:lnTo>
                  <a:close/>
                </a:path>
              </a:pathLst>
            </a:custGeom>
            <a:solidFill>
              <a:srgbClr val="B6B6B6"/>
            </a:solidFill>
          </p:spPr>
          <p:txBody>
            <a:bodyPr wrap="square" lIns="0" tIns="0" rIns="0" bIns="0" rtlCol="0"/>
            <a:lstStyle/>
            <a:p>
              <a:endParaRPr/>
            </a:p>
          </p:txBody>
        </p:sp>
      </p:grpSp>
      <p:sp>
        <p:nvSpPr>
          <p:cNvPr id="100" name="object 100"/>
          <p:cNvSpPr/>
          <p:nvPr/>
        </p:nvSpPr>
        <p:spPr>
          <a:xfrm>
            <a:off x="4304081" y="3408908"/>
            <a:ext cx="384175" cy="393700"/>
          </a:xfrm>
          <a:custGeom>
            <a:avLst/>
            <a:gdLst/>
            <a:ahLst/>
            <a:cxnLst/>
            <a:rect l="l" t="t" r="r" b="b"/>
            <a:pathLst>
              <a:path w="384175" h="393700">
                <a:moveTo>
                  <a:pt x="333248" y="181152"/>
                </a:moveTo>
                <a:lnTo>
                  <a:pt x="210985" y="250583"/>
                </a:lnTo>
                <a:lnTo>
                  <a:pt x="205333" y="254368"/>
                </a:lnTo>
                <a:lnTo>
                  <a:pt x="198970" y="256108"/>
                </a:lnTo>
                <a:lnTo>
                  <a:pt x="185991" y="256108"/>
                </a:lnTo>
                <a:lnTo>
                  <a:pt x="179387" y="254127"/>
                </a:lnTo>
                <a:lnTo>
                  <a:pt x="173824" y="250583"/>
                </a:lnTo>
                <a:lnTo>
                  <a:pt x="151980" y="238226"/>
                </a:lnTo>
                <a:lnTo>
                  <a:pt x="112712" y="216242"/>
                </a:lnTo>
                <a:lnTo>
                  <a:pt x="73444" y="194068"/>
                </a:lnTo>
                <a:lnTo>
                  <a:pt x="51587" y="181152"/>
                </a:lnTo>
                <a:lnTo>
                  <a:pt x="51587" y="243751"/>
                </a:lnTo>
                <a:lnTo>
                  <a:pt x="65735" y="273494"/>
                </a:lnTo>
                <a:lnTo>
                  <a:pt x="100977" y="293141"/>
                </a:lnTo>
                <a:lnTo>
                  <a:pt x="146481" y="303987"/>
                </a:lnTo>
                <a:lnTo>
                  <a:pt x="191427" y="307327"/>
                </a:lnTo>
                <a:lnTo>
                  <a:pt x="243293" y="303301"/>
                </a:lnTo>
                <a:lnTo>
                  <a:pt x="288747" y="291299"/>
                </a:lnTo>
                <a:lnTo>
                  <a:pt x="320992" y="271424"/>
                </a:lnTo>
                <a:lnTo>
                  <a:pt x="333248" y="243751"/>
                </a:lnTo>
                <a:lnTo>
                  <a:pt x="333248" y="181152"/>
                </a:lnTo>
                <a:close/>
              </a:path>
              <a:path w="384175" h="393700">
                <a:moveTo>
                  <a:pt x="384086" y="110744"/>
                </a:moveTo>
                <a:lnTo>
                  <a:pt x="380174" y="105879"/>
                </a:lnTo>
                <a:lnTo>
                  <a:pt x="378218" y="104876"/>
                </a:lnTo>
                <a:lnTo>
                  <a:pt x="198285" y="2197"/>
                </a:lnTo>
                <a:lnTo>
                  <a:pt x="196329" y="736"/>
                </a:lnTo>
                <a:lnTo>
                  <a:pt x="194119" y="0"/>
                </a:lnTo>
                <a:lnTo>
                  <a:pt x="191922" y="0"/>
                </a:lnTo>
                <a:lnTo>
                  <a:pt x="189712" y="0"/>
                </a:lnTo>
                <a:lnTo>
                  <a:pt x="187515" y="736"/>
                </a:lnTo>
                <a:lnTo>
                  <a:pt x="185559" y="2197"/>
                </a:lnTo>
                <a:lnTo>
                  <a:pt x="6616" y="104876"/>
                </a:lnTo>
                <a:lnTo>
                  <a:pt x="1651" y="109626"/>
                </a:lnTo>
                <a:lnTo>
                  <a:pt x="0" y="115646"/>
                </a:lnTo>
                <a:lnTo>
                  <a:pt x="1651" y="121666"/>
                </a:lnTo>
                <a:lnTo>
                  <a:pt x="6616" y="126390"/>
                </a:lnTo>
                <a:lnTo>
                  <a:pt x="185559" y="229069"/>
                </a:lnTo>
                <a:lnTo>
                  <a:pt x="187515" y="230530"/>
                </a:lnTo>
                <a:lnTo>
                  <a:pt x="189712" y="231279"/>
                </a:lnTo>
                <a:lnTo>
                  <a:pt x="194119" y="231279"/>
                </a:lnTo>
                <a:lnTo>
                  <a:pt x="196329" y="230530"/>
                </a:lnTo>
                <a:lnTo>
                  <a:pt x="198285" y="229069"/>
                </a:lnTo>
                <a:lnTo>
                  <a:pt x="287705" y="177584"/>
                </a:lnTo>
                <a:lnTo>
                  <a:pt x="335686" y="150114"/>
                </a:lnTo>
                <a:lnTo>
                  <a:pt x="355066" y="139153"/>
                </a:lnTo>
                <a:lnTo>
                  <a:pt x="358673" y="137160"/>
                </a:lnTo>
                <a:lnTo>
                  <a:pt x="358673" y="380644"/>
                </a:lnTo>
                <a:lnTo>
                  <a:pt x="359625" y="388467"/>
                </a:lnTo>
                <a:lnTo>
                  <a:pt x="365493" y="393369"/>
                </a:lnTo>
                <a:lnTo>
                  <a:pt x="379183" y="393369"/>
                </a:lnTo>
                <a:lnTo>
                  <a:pt x="384086" y="386511"/>
                </a:lnTo>
                <a:lnTo>
                  <a:pt x="384086" y="110744"/>
                </a:lnTo>
                <a:close/>
              </a:path>
            </a:pathLst>
          </a:custGeom>
          <a:solidFill>
            <a:srgbClr val="B6B6B6"/>
          </a:solidFill>
        </p:spPr>
        <p:txBody>
          <a:bodyPr wrap="square" lIns="0" tIns="0" rIns="0" bIns="0" rtlCol="0"/>
          <a:lstStyle/>
          <a:p>
            <a:endParaRPr/>
          </a:p>
        </p:txBody>
      </p:sp>
      <p:grpSp>
        <p:nvGrpSpPr>
          <p:cNvPr id="101" name="object 101"/>
          <p:cNvGrpSpPr/>
          <p:nvPr/>
        </p:nvGrpSpPr>
        <p:grpSpPr>
          <a:xfrm>
            <a:off x="3008159" y="3887346"/>
            <a:ext cx="283845" cy="393700"/>
            <a:chOff x="3008159" y="3887346"/>
            <a:chExt cx="283845" cy="393700"/>
          </a:xfrm>
        </p:grpSpPr>
        <p:pic>
          <p:nvPicPr>
            <p:cNvPr id="102" name="object 102"/>
            <p:cNvPicPr/>
            <p:nvPr/>
          </p:nvPicPr>
          <p:blipFill>
            <a:blip r:embed="rId37" cstate="print"/>
            <a:stretch>
              <a:fillRect/>
            </a:stretch>
          </p:blipFill>
          <p:spPr>
            <a:xfrm>
              <a:off x="3009152" y="3887346"/>
              <a:ext cx="282620" cy="178946"/>
            </a:xfrm>
            <a:prstGeom prst="rect">
              <a:avLst/>
            </a:prstGeom>
          </p:spPr>
        </p:pic>
        <p:sp>
          <p:nvSpPr>
            <p:cNvPr id="103" name="object 103"/>
            <p:cNvSpPr/>
            <p:nvPr/>
          </p:nvSpPr>
          <p:spPr>
            <a:xfrm>
              <a:off x="3008159" y="4068248"/>
              <a:ext cx="283845" cy="212725"/>
            </a:xfrm>
            <a:custGeom>
              <a:avLst/>
              <a:gdLst/>
              <a:ahLst/>
              <a:cxnLst/>
              <a:rect l="l" t="t" r="r" b="b"/>
              <a:pathLst>
                <a:path w="283845" h="212725">
                  <a:moveTo>
                    <a:pt x="166250" y="212221"/>
                  </a:moveTo>
                  <a:lnTo>
                    <a:pt x="114413" y="212221"/>
                  </a:lnTo>
                  <a:lnTo>
                    <a:pt x="69731" y="203283"/>
                  </a:lnTo>
                  <a:lnTo>
                    <a:pt x="33379" y="178853"/>
                  </a:lnTo>
                  <a:lnTo>
                    <a:pt x="8941" y="142503"/>
                  </a:lnTo>
                  <a:lnTo>
                    <a:pt x="0" y="97807"/>
                  </a:lnTo>
                  <a:lnTo>
                    <a:pt x="0" y="0"/>
                  </a:lnTo>
                  <a:lnTo>
                    <a:pt x="104636" y="0"/>
                  </a:lnTo>
                  <a:lnTo>
                    <a:pt x="110441" y="10166"/>
                  </a:lnTo>
                  <a:lnTo>
                    <a:pt x="118813" y="18216"/>
                  </a:lnTo>
                  <a:lnTo>
                    <a:pt x="129385" y="23514"/>
                  </a:lnTo>
                  <a:lnTo>
                    <a:pt x="141791" y="25421"/>
                  </a:lnTo>
                  <a:lnTo>
                    <a:pt x="153779" y="23514"/>
                  </a:lnTo>
                  <a:lnTo>
                    <a:pt x="164299" y="18216"/>
                  </a:lnTo>
                  <a:lnTo>
                    <a:pt x="172612" y="10166"/>
                  </a:lnTo>
                  <a:lnTo>
                    <a:pt x="177984" y="0"/>
                  </a:lnTo>
                  <a:lnTo>
                    <a:pt x="283613" y="0"/>
                  </a:lnTo>
                  <a:lnTo>
                    <a:pt x="283613" y="97807"/>
                  </a:lnTo>
                  <a:lnTo>
                    <a:pt x="274490" y="142503"/>
                  </a:lnTo>
                  <a:lnTo>
                    <a:pt x="249504" y="178853"/>
                  </a:lnTo>
                  <a:lnTo>
                    <a:pt x="212232" y="203283"/>
                  </a:lnTo>
                  <a:lnTo>
                    <a:pt x="166250" y="212221"/>
                  </a:lnTo>
                  <a:close/>
                </a:path>
              </a:pathLst>
            </a:custGeom>
            <a:solidFill>
              <a:srgbClr val="B6B6B6"/>
            </a:solidFill>
          </p:spPr>
          <p:txBody>
            <a:bodyPr wrap="square" lIns="0" tIns="0" rIns="0" bIns="0" rtlCol="0"/>
            <a:lstStyle/>
            <a:p>
              <a:endParaRPr/>
            </a:p>
          </p:txBody>
        </p:sp>
      </p:grpSp>
      <p:grpSp>
        <p:nvGrpSpPr>
          <p:cNvPr id="104" name="object 104"/>
          <p:cNvGrpSpPr/>
          <p:nvPr/>
        </p:nvGrpSpPr>
        <p:grpSpPr>
          <a:xfrm>
            <a:off x="2961599" y="4378353"/>
            <a:ext cx="392430" cy="390525"/>
            <a:chOff x="2961599" y="4378353"/>
            <a:chExt cx="392430" cy="390525"/>
          </a:xfrm>
        </p:grpSpPr>
        <p:pic>
          <p:nvPicPr>
            <p:cNvPr id="105" name="object 105"/>
            <p:cNvPicPr/>
            <p:nvPr/>
          </p:nvPicPr>
          <p:blipFill>
            <a:blip r:embed="rId38" cstate="print"/>
            <a:stretch>
              <a:fillRect/>
            </a:stretch>
          </p:blipFill>
          <p:spPr>
            <a:xfrm>
              <a:off x="2961599" y="4605288"/>
              <a:ext cx="164476" cy="163147"/>
            </a:xfrm>
            <a:prstGeom prst="rect">
              <a:avLst/>
            </a:prstGeom>
          </p:spPr>
        </p:pic>
        <p:pic>
          <p:nvPicPr>
            <p:cNvPr id="106" name="object 106"/>
            <p:cNvPicPr/>
            <p:nvPr/>
          </p:nvPicPr>
          <p:blipFill>
            <a:blip r:embed="rId39" cstate="print"/>
            <a:stretch>
              <a:fillRect/>
            </a:stretch>
          </p:blipFill>
          <p:spPr>
            <a:xfrm>
              <a:off x="3189645" y="4378353"/>
              <a:ext cx="164354" cy="163395"/>
            </a:xfrm>
            <a:prstGeom prst="rect">
              <a:avLst/>
            </a:prstGeom>
          </p:spPr>
        </p:pic>
        <p:sp>
          <p:nvSpPr>
            <p:cNvPr id="107" name="object 107"/>
            <p:cNvSpPr/>
            <p:nvPr/>
          </p:nvSpPr>
          <p:spPr>
            <a:xfrm>
              <a:off x="2973544" y="4387230"/>
              <a:ext cx="370840" cy="374015"/>
            </a:xfrm>
            <a:custGeom>
              <a:avLst/>
              <a:gdLst/>
              <a:ahLst/>
              <a:cxnLst/>
              <a:rect l="l" t="t" r="r" b="b"/>
              <a:pathLst>
                <a:path w="370839" h="374014">
                  <a:moveTo>
                    <a:pt x="184812" y="373567"/>
                  </a:moveTo>
                  <a:lnTo>
                    <a:pt x="0" y="188723"/>
                  </a:lnTo>
                  <a:lnTo>
                    <a:pt x="15386" y="143437"/>
                  </a:lnTo>
                  <a:lnTo>
                    <a:pt x="37080" y="102850"/>
                  </a:lnTo>
                  <a:lnTo>
                    <a:pt x="65025" y="67589"/>
                  </a:lnTo>
                  <a:lnTo>
                    <a:pt x="99165" y="38278"/>
                  </a:lnTo>
                  <a:lnTo>
                    <a:pt x="139444" y="15540"/>
                  </a:lnTo>
                  <a:lnTo>
                    <a:pt x="185806" y="0"/>
                  </a:lnTo>
                  <a:lnTo>
                    <a:pt x="269179" y="83373"/>
                  </a:lnTo>
                  <a:lnTo>
                    <a:pt x="193628" y="83373"/>
                  </a:lnTo>
                  <a:lnTo>
                    <a:pt x="190182" y="84584"/>
                  </a:lnTo>
                  <a:lnTo>
                    <a:pt x="187761" y="87036"/>
                  </a:lnTo>
                  <a:lnTo>
                    <a:pt x="182857" y="91910"/>
                  </a:lnTo>
                  <a:lnTo>
                    <a:pt x="182857" y="100725"/>
                  </a:lnTo>
                  <a:lnTo>
                    <a:pt x="217094" y="134931"/>
                  </a:lnTo>
                  <a:lnTo>
                    <a:pt x="216854" y="135179"/>
                  </a:lnTo>
                  <a:lnTo>
                    <a:pt x="142753" y="135179"/>
                  </a:lnTo>
                  <a:lnTo>
                    <a:pt x="139339" y="136421"/>
                  </a:lnTo>
                  <a:lnTo>
                    <a:pt x="136886" y="138842"/>
                  </a:lnTo>
                  <a:lnTo>
                    <a:pt x="132013" y="143747"/>
                  </a:lnTo>
                  <a:lnTo>
                    <a:pt x="132013" y="152562"/>
                  </a:lnTo>
                  <a:lnTo>
                    <a:pt x="165505" y="186054"/>
                  </a:lnTo>
                  <a:lnTo>
                    <a:pt x="90947" y="186054"/>
                  </a:lnTo>
                  <a:lnTo>
                    <a:pt x="87502" y="187265"/>
                  </a:lnTo>
                  <a:lnTo>
                    <a:pt x="85081" y="189717"/>
                  </a:lnTo>
                  <a:lnTo>
                    <a:pt x="80176" y="194590"/>
                  </a:lnTo>
                  <a:lnTo>
                    <a:pt x="80176" y="203405"/>
                  </a:lnTo>
                  <a:lnTo>
                    <a:pt x="114413" y="237612"/>
                  </a:lnTo>
                  <a:lnTo>
                    <a:pt x="111465" y="241523"/>
                  </a:lnTo>
                  <a:lnTo>
                    <a:pt x="106591" y="246428"/>
                  </a:lnTo>
                  <a:lnTo>
                    <a:pt x="106591" y="255242"/>
                  </a:lnTo>
                  <a:lnTo>
                    <a:pt x="113917" y="262568"/>
                  </a:lnTo>
                  <a:lnTo>
                    <a:pt x="117083" y="263779"/>
                  </a:lnTo>
                  <a:lnTo>
                    <a:pt x="140550" y="263779"/>
                  </a:lnTo>
                  <a:lnTo>
                    <a:pt x="164760" y="287990"/>
                  </a:lnTo>
                  <a:lnTo>
                    <a:pt x="168175" y="289200"/>
                  </a:lnTo>
                  <a:lnTo>
                    <a:pt x="318655" y="289200"/>
                  </a:lnTo>
                  <a:lnTo>
                    <a:pt x="305221" y="305962"/>
                  </a:lnTo>
                  <a:lnTo>
                    <a:pt x="271019" y="335061"/>
                  </a:lnTo>
                  <a:lnTo>
                    <a:pt x="230838" y="357749"/>
                  </a:lnTo>
                  <a:lnTo>
                    <a:pt x="184812" y="373567"/>
                  </a:lnTo>
                  <a:close/>
                </a:path>
                <a:path w="370839" h="374014">
                  <a:moveTo>
                    <a:pt x="235656" y="116369"/>
                  </a:moveTo>
                  <a:lnTo>
                    <a:pt x="203871" y="84584"/>
                  </a:lnTo>
                  <a:lnTo>
                    <a:pt x="200457" y="83373"/>
                  </a:lnTo>
                  <a:lnTo>
                    <a:pt x="269179" y="83373"/>
                  </a:lnTo>
                  <a:lnTo>
                    <a:pt x="295563" y="109758"/>
                  </a:lnTo>
                  <a:lnTo>
                    <a:pt x="245434" y="109758"/>
                  </a:lnTo>
                  <a:lnTo>
                    <a:pt x="242019" y="110999"/>
                  </a:lnTo>
                  <a:lnTo>
                    <a:pt x="239567" y="113420"/>
                  </a:lnTo>
                  <a:lnTo>
                    <a:pt x="235656" y="116369"/>
                  </a:lnTo>
                  <a:close/>
                </a:path>
                <a:path w="370839" h="374014">
                  <a:moveTo>
                    <a:pt x="370039" y="186520"/>
                  </a:moveTo>
                  <a:lnTo>
                    <a:pt x="277716" y="186520"/>
                  </a:lnTo>
                  <a:lnTo>
                    <a:pt x="281130" y="185309"/>
                  </a:lnTo>
                  <a:lnTo>
                    <a:pt x="288487" y="177984"/>
                  </a:lnTo>
                  <a:lnTo>
                    <a:pt x="288487" y="169169"/>
                  </a:lnTo>
                  <a:lnTo>
                    <a:pt x="254249" y="134931"/>
                  </a:lnTo>
                  <a:lnTo>
                    <a:pt x="263034" y="126147"/>
                  </a:lnTo>
                  <a:lnTo>
                    <a:pt x="263034" y="118325"/>
                  </a:lnTo>
                  <a:lnTo>
                    <a:pt x="258160" y="113420"/>
                  </a:lnTo>
                  <a:lnTo>
                    <a:pt x="255708" y="110999"/>
                  </a:lnTo>
                  <a:lnTo>
                    <a:pt x="252294" y="109758"/>
                  </a:lnTo>
                  <a:lnTo>
                    <a:pt x="295563" y="109758"/>
                  </a:lnTo>
                  <a:lnTo>
                    <a:pt x="370619" y="184813"/>
                  </a:lnTo>
                  <a:lnTo>
                    <a:pt x="370039" y="186520"/>
                  </a:lnTo>
                  <a:close/>
                </a:path>
                <a:path w="370839" h="374014">
                  <a:moveTo>
                    <a:pt x="184812" y="168206"/>
                  </a:moveTo>
                  <a:lnTo>
                    <a:pt x="155480" y="138842"/>
                  </a:lnTo>
                  <a:lnTo>
                    <a:pt x="153027" y="136421"/>
                  </a:lnTo>
                  <a:lnTo>
                    <a:pt x="149613" y="135179"/>
                  </a:lnTo>
                  <a:lnTo>
                    <a:pt x="216854" y="135179"/>
                  </a:lnTo>
                  <a:lnTo>
                    <a:pt x="184812" y="168206"/>
                  </a:lnTo>
                  <a:close/>
                </a:path>
                <a:path w="370839" h="374014">
                  <a:moveTo>
                    <a:pt x="351373" y="237395"/>
                  </a:moveTo>
                  <a:lnTo>
                    <a:pt x="226127" y="237395"/>
                  </a:lnTo>
                  <a:lnTo>
                    <a:pt x="229293" y="236153"/>
                  </a:lnTo>
                  <a:lnTo>
                    <a:pt x="236649" y="228827"/>
                  </a:lnTo>
                  <a:lnTo>
                    <a:pt x="236649" y="220012"/>
                  </a:lnTo>
                  <a:lnTo>
                    <a:pt x="231745" y="216101"/>
                  </a:lnTo>
                  <a:lnTo>
                    <a:pt x="202412" y="186768"/>
                  </a:lnTo>
                  <a:lnTo>
                    <a:pt x="235656" y="153524"/>
                  </a:lnTo>
                  <a:lnTo>
                    <a:pt x="267441" y="185309"/>
                  </a:lnTo>
                  <a:lnTo>
                    <a:pt x="270856" y="186520"/>
                  </a:lnTo>
                  <a:lnTo>
                    <a:pt x="370039" y="186520"/>
                  </a:lnTo>
                  <a:lnTo>
                    <a:pt x="355154" y="230378"/>
                  </a:lnTo>
                  <a:lnTo>
                    <a:pt x="351373" y="237395"/>
                  </a:lnTo>
                  <a:close/>
                </a:path>
                <a:path w="370839" h="374014">
                  <a:moveTo>
                    <a:pt x="132975" y="219050"/>
                  </a:moveTo>
                  <a:lnTo>
                    <a:pt x="101190" y="187265"/>
                  </a:lnTo>
                  <a:lnTo>
                    <a:pt x="97776" y="186054"/>
                  </a:lnTo>
                  <a:lnTo>
                    <a:pt x="165505" y="186054"/>
                  </a:lnTo>
                  <a:lnTo>
                    <a:pt x="166219" y="186768"/>
                  </a:lnTo>
                  <a:lnTo>
                    <a:pt x="132975" y="219050"/>
                  </a:lnTo>
                  <a:close/>
                </a:path>
                <a:path w="370839" h="374014">
                  <a:moveTo>
                    <a:pt x="318655" y="289200"/>
                  </a:moveTo>
                  <a:lnTo>
                    <a:pt x="175035" y="289200"/>
                  </a:lnTo>
                  <a:lnTo>
                    <a:pt x="178449" y="287990"/>
                  </a:lnTo>
                  <a:lnTo>
                    <a:pt x="185806" y="280664"/>
                  </a:lnTo>
                  <a:lnTo>
                    <a:pt x="185806" y="271849"/>
                  </a:lnTo>
                  <a:lnTo>
                    <a:pt x="151568" y="237612"/>
                  </a:lnTo>
                  <a:lnTo>
                    <a:pt x="184812" y="204368"/>
                  </a:lnTo>
                  <a:lnTo>
                    <a:pt x="216597" y="236153"/>
                  </a:lnTo>
                  <a:lnTo>
                    <a:pt x="219764" y="237395"/>
                  </a:lnTo>
                  <a:lnTo>
                    <a:pt x="351373" y="237395"/>
                  </a:lnTo>
                  <a:lnTo>
                    <a:pt x="333311" y="270914"/>
                  </a:lnTo>
                  <a:lnTo>
                    <a:pt x="318655" y="289200"/>
                  </a:lnTo>
                  <a:close/>
                </a:path>
                <a:path w="370839" h="374014">
                  <a:moveTo>
                    <a:pt x="140550" y="263779"/>
                  </a:moveTo>
                  <a:lnTo>
                    <a:pt x="123446" y="263779"/>
                  </a:lnTo>
                  <a:lnTo>
                    <a:pt x="126612" y="262568"/>
                  </a:lnTo>
                  <a:lnTo>
                    <a:pt x="132975" y="256205"/>
                  </a:lnTo>
                  <a:lnTo>
                    <a:pt x="140550" y="263779"/>
                  </a:lnTo>
                  <a:close/>
                </a:path>
              </a:pathLst>
            </a:custGeom>
            <a:solidFill>
              <a:srgbClr val="B6B6B6"/>
            </a:solidFill>
          </p:spPr>
          <p:txBody>
            <a:bodyPr wrap="square" lIns="0" tIns="0" rIns="0" bIns="0" rtlCol="0"/>
            <a:lstStyle/>
            <a:p>
              <a:endParaRPr/>
            </a:p>
          </p:txBody>
        </p:sp>
      </p:grpSp>
      <p:sp>
        <p:nvSpPr>
          <p:cNvPr id="108" name="object 108"/>
          <p:cNvSpPr/>
          <p:nvPr/>
        </p:nvSpPr>
        <p:spPr>
          <a:xfrm>
            <a:off x="2963295" y="4920198"/>
            <a:ext cx="393700" cy="332740"/>
          </a:xfrm>
          <a:custGeom>
            <a:avLst/>
            <a:gdLst/>
            <a:ahLst/>
            <a:cxnLst/>
            <a:rect l="l" t="t" r="r" b="b"/>
            <a:pathLst>
              <a:path w="393700" h="332739">
                <a:moveTo>
                  <a:pt x="387225" y="332471"/>
                </a:moveTo>
                <a:lnTo>
                  <a:pt x="5866" y="332471"/>
                </a:lnTo>
                <a:lnTo>
                  <a:pt x="0" y="327597"/>
                </a:lnTo>
                <a:lnTo>
                  <a:pt x="0" y="5866"/>
                </a:lnTo>
                <a:lnTo>
                  <a:pt x="4873" y="0"/>
                </a:lnTo>
                <a:lnTo>
                  <a:pt x="386263" y="0"/>
                </a:lnTo>
                <a:lnTo>
                  <a:pt x="392129" y="5866"/>
                </a:lnTo>
                <a:lnTo>
                  <a:pt x="393092" y="11733"/>
                </a:lnTo>
                <a:lnTo>
                  <a:pt x="393092" y="102681"/>
                </a:lnTo>
                <a:lnTo>
                  <a:pt x="24428" y="102681"/>
                </a:lnTo>
                <a:lnTo>
                  <a:pt x="24428" y="308042"/>
                </a:lnTo>
                <a:lnTo>
                  <a:pt x="393092" y="308042"/>
                </a:lnTo>
                <a:lnTo>
                  <a:pt x="393092" y="326604"/>
                </a:lnTo>
                <a:lnTo>
                  <a:pt x="387225" y="332471"/>
                </a:lnTo>
                <a:close/>
              </a:path>
              <a:path w="393700" h="332739">
                <a:moveTo>
                  <a:pt x="125153" y="230783"/>
                </a:moveTo>
                <a:lnTo>
                  <a:pt x="60621" y="230783"/>
                </a:lnTo>
                <a:lnTo>
                  <a:pt x="54754" y="225879"/>
                </a:lnTo>
                <a:lnTo>
                  <a:pt x="54754" y="102681"/>
                </a:lnTo>
                <a:lnTo>
                  <a:pt x="132013" y="102681"/>
                </a:lnTo>
                <a:lnTo>
                  <a:pt x="132013" y="224916"/>
                </a:lnTo>
                <a:lnTo>
                  <a:pt x="125153" y="230783"/>
                </a:lnTo>
                <a:close/>
              </a:path>
              <a:path w="393700" h="332739">
                <a:moveTo>
                  <a:pt x="229789" y="230783"/>
                </a:moveTo>
                <a:lnTo>
                  <a:pt x="163301" y="230783"/>
                </a:lnTo>
                <a:lnTo>
                  <a:pt x="157435" y="225879"/>
                </a:lnTo>
                <a:lnTo>
                  <a:pt x="157435" y="102681"/>
                </a:lnTo>
                <a:lnTo>
                  <a:pt x="235656" y="102681"/>
                </a:lnTo>
                <a:lnTo>
                  <a:pt x="235656" y="224916"/>
                </a:lnTo>
                <a:lnTo>
                  <a:pt x="229789" y="230783"/>
                </a:lnTo>
                <a:close/>
              </a:path>
              <a:path w="393700" h="332739">
                <a:moveTo>
                  <a:pt x="330515" y="230783"/>
                </a:moveTo>
                <a:lnTo>
                  <a:pt x="266944" y="230783"/>
                </a:lnTo>
                <a:lnTo>
                  <a:pt x="261078" y="225879"/>
                </a:lnTo>
                <a:lnTo>
                  <a:pt x="261078" y="102681"/>
                </a:lnTo>
                <a:lnTo>
                  <a:pt x="337374" y="102681"/>
                </a:lnTo>
                <a:lnTo>
                  <a:pt x="337374" y="224916"/>
                </a:lnTo>
                <a:lnTo>
                  <a:pt x="330515" y="230783"/>
                </a:lnTo>
                <a:close/>
              </a:path>
              <a:path w="393700" h="332739">
                <a:moveTo>
                  <a:pt x="393092" y="308042"/>
                </a:moveTo>
                <a:lnTo>
                  <a:pt x="366707" y="308042"/>
                </a:lnTo>
                <a:lnTo>
                  <a:pt x="366707" y="102681"/>
                </a:lnTo>
                <a:lnTo>
                  <a:pt x="393092" y="102681"/>
                </a:lnTo>
                <a:lnTo>
                  <a:pt x="393092" y="308042"/>
                </a:lnTo>
                <a:close/>
              </a:path>
              <a:path w="393700" h="332739">
                <a:moveTo>
                  <a:pt x="105598" y="308042"/>
                </a:moveTo>
                <a:lnTo>
                  <a:pt x="81138" y="308042"/>
                </a:lnTo>
                <a:lnTo>
                  <a:pt x="81138" y="230783"/>
                </a:lnTo>
                <a:lnTo>
                  <a:pt x="105598" y="230783"/>
                </a:lnTo>
                <a:lnTo>
                  <a:pt x="105598" y="308042"/>
                </a:lnTo>
                <a:close/>
              </a:path>
              <a:path w="393700" h="332739">
                <a:moveTo>
                  <a:pt x="208279" y="308042"/>
                </a:moveTo>
                <a:lnTo>
                  <a:pt x="182857" y="308042"/>
                </a:lnTo>
                <a:lnTo>
                  <a:pt x="182857" y="230783"/>
                </a:lnTo>
                <a:lnTo>
                  <a:pt x="208279" y="230783"/>
                </a:lnTo>
                <a:lnTo>
                  <a:pt x="208279" y="308042"/>
                </a:lnTo>
                <a:close/>
              </a:path>
              <a:path w="393700" h="332739">
                <a:moveTo>
                  <a:pt x="309997" y="308042"/>
                </a:moveTo>
                <a:lnTo>
                  <a:pt x="288455" y="308042"/>
                </a:lnTo>
                <a:lnTo>
                  <a:pt x="288455" y="230783"/>
                </a:lnTo>
                <a:lnTo>
                  <a:pt x="309997" y="230783"/>
                </a:lnTo>
                <a:lnTo>
                  <a:pt x="309997" y="308042"/>
                </a:lnTo>
                <a:close/>
              </a:path>
            </a:pathLst>
          </a:custGeom>
          <a:solidFill>
            <a:srgbClr val="B6B6B6"/>
          </a:solidFill>
        </p:spPr>
        <p:txBody>
          <a:bodyPr wrap="square" lIns="0" tIns="0" rIns="0" bIns="0" rtlCol="0"/>
          <a:lstStyle/>
          <a:p>
            <a:endParaRPr/>
          </a:p>
        </p:txBody>
      </p:sp>
      <p:grpSp>
        <p:nvGrpSpPr>
          <p:cNvPr id="109" name="object 109"/>
          <p:cNvGrpSpPr/>
          <p:nvPr/>
        </p:nvGrpSpPr>
        <p:grpSpPr>
          <a:xfrm>
            <a:off x="4875936" y="4362461"/>
            <a:ext cx="309245" cy="393065"/>
            <a:chOff x="4875936" y="4362461"/>
            <a:chExt cx="309245" cy="393065"/>
          </a:xfrm>
        </p:grpSpPr>
        <p:pic>
          <p:nvPicPr>
            <p:cNvPr id="110" name="object 110"/>
            <p:cNvPicPr/>
            <p:nvPr/>
          </p:nvPicPr>
          <p:blipFill>
            <a:blip r:embed="rId40" cstate="print"/>
            <a:stretch>
              <a:fillRect/>
            </a:stretch>
          </p:blipFill>
          <p:spPr>
            <a:xfrm>
              <a:off x="5003077" y="4476658"/>
              <a:ext cx="103643" cy="102432"/>
            </a:xfrm>
            <a:prstGeom prst="rect">
              <a:avLst/>
            </a:prstGeom>
          </p:spPr>
        </p:pic>
        <p:sp>
          <p:nvSpPr>
            <p:cNvPr id="111" name="object 111"/>
            <p:cNvSpPr/>
            <p:nvPr/>
          </p:nvSpPr>
          <p:spPr>
            <a:xfrm>
              <a:off x="4875936" y="4362461"/>
              <a:ext cx="309245" cy="393065"/>
            </a:xfrm>
            <a:custGeom>
              <a:avLst/>
              <a:gdLst/>
              <a:ahLst/>
              <a:cxnLst/>
              <a:rect l="l" t="t" r="r" b="b"/>
              <a:pathLst>
                <a:path w="309245" h="393064">
                  <a:moveTo>
                    <a:pt x="179939" y="316609"/>
                  </a:moveTo>
                  <a:lnTo>
                    <a:pt x="102680" y="316609"/>
                  </a:lnTo>
                  <a:lnTo>
                    <a:pt x="102680" y="305838"/>
                  </a:lnTo>
                  <a:lnTo>
                    <a:pt x="71634" y="286680"/>
                  </a:lnTo>
                  <a:lnTo>
                    <a:pt x="47184" y="259639"/>
                  </a:lnTo>
                  <a:lnTo>
                    <a:pt x="31168" y="226364"/>
                  </a:lnTo>
                  <a:lnTo>
                    <a:pt x="25421" y="188506"/>
                  </a:lnTo>
                  <a:lnTo>
                    <a:pt x="27394" y="166194"/>
                  </a:lnTo>
                  <a:lnTo>
                    <a:pt x="33127" y="144988"/>
                  </a:lnTo>
                  <a:lnTo>
                    <a:pt x="42340" y="125249"/>
                  </a:lnTo>
                  <a:lnTo>
                    <a:pt x="54754" y="107337"/>
                  </a:lnTo>
                  <a:lnTo>
                    <a:pt x="20548" y="73099"/>
                  </a:lnTo>
                  <a:lnTo>
                    <a:pt x="15644" y="69188"/>
                  </a:lnTo>
                  <a:lnTo>
                    <a:pt x="15644" y="60404"/>
                  </a:lnTo>
                  <a:lnTo>
                    <a:pt x="72385" y="3693"/>
                  </a:lnTo>
                  <a:lnTo>
                    <a:pt x="74806" y="1241"/>
                  </a:lnTo>
                  <a:lnTo>
                    <a:pt x="78003" y="0"/>
                  </a:lnTo>
                  <a:lnTo>
                    <a:pt x="84336" y="0"/>
                  </a:lnTo>
                  <a:lnTo>
                    <a:pt x="87533" y="1241"/>
                  </a:lnTo>
                  <a:lnTo>
                    <a:pt x="179939" y="93648"/>
                  </a:lnTo>
                  <a:lnTo>
                    <a:pt x="147210" y="125930"/>
                  </a:lnTo>
                  <a:lnTo>
                    <a:pt x="73347" y="125930"/>
                  </a:lnTo>
                  <a:lnTo>
                    <a:pt x="64056" y="139692"/>
                  </a:lnTo>
                  <a:lnTo>
                    <a:pt x="56962" y="154646"/>
                  </a:lnTo>
                  <a:lnTo>
                    <a:pt x="52435" y="170885"/>
                  </a:lnTo>
                  <a:lnTo>
                    <a:pt x="50843" y="188506"/>
                  </a:lnTo>
                  <a:lnTo>
                    <a:pt x="54683" y="216030"/>
                  </a:lnTo>
                  <a:lnTo>
                    <a:pt x="65401" y="240708"/>
                  </a:lnTo>
                  <a:lnTo>
                    <a:pt x="81800" y="261533"/>
                  </a:lnTo>
                  <a:lnTo>
                    <a:pt x="102680" y="277498"/>
                  </a:lnTo>
                  <a:lnTo>
                    <a:pt x="127140" y="277498"/>
                  </a:lnTo>
                  <a:lnTo>
                    <a:pt x="127140" y="287276"/>
                  </a:lnTo>
                  <a:lnTo>
                    <a:pt x="133007" y="294105"/>
                  </a:lnTo>
                  <a:lnTo>
                    <a:pt x="225766" y="294105"/>
                  </a:lnTo>
                  <a:lnTo>
                    <a:pt x="209305" y="304548"/>
                  </a:lnTo>
                  <a:lnTo>
                    <a:pt x="179939" y="314653"/>
                  </a:lnTo>
                  <a:lnTo>
                    <a:pt x="179939" y="316609"/>
                  </a:lnTo>
                  <a:close/>
                </a:path>
                <a:path w="309245" h="393064">
                  <a:moveTo>
                    <a:pt x="109540" y="163085"/>
                  </a:moveTo>
                  <a:lnTo>
                    <a:pt x="73347" y="125930"/>
                  </a:lnTo>
                  <a:lnTo>
                    <a:pt x="147210" y="125930"/>
                  </a:lnTo>
                  <a:lnTo>
                    <a:pt x="109540" y="163085"/>
                  </a:lnTo>
                  <a:close/>
                </a:path>
                <a:path w="309245" h="393064">
                  <a:moveTo>
                    <a:pt x="233448" y="289232"/>
                  </a:moveTo>
                  <a:lnTo>
                    <a:pt x="177984" y="289232"/>
                  </a:lnTo>
                  <a:lnTo>
                    <a:pt x="198266" y="282149"/>
                  </a:lnTo>
                  <a:lnTo>
                    <a:pt x="216252" y="271496"/>
                  </a:lnTo>
                  <a:lnTo>
                    <a:pt x="231486" y="257729"/>
                  </a:lnTo>
                  <a:lnTo>
                    <a:pt x="243509" y="241306"/>
                  </a:lnTo>
                  <a:lnTo>
                    <a:pt x="210265" y="241306"/>
                  </a:lnTo>
                  <a:lnTo>
                    <a:pt x="204399" y="236432"/>
                  </a:lnTo>
                  <a:lnTo>
                    <a:pt x="204399" y="222744"/>
                  </a:lnTo>
                  <a:lnTo>
                    <a:pt x="210265" y="216877"/>
                  </a:lnTo>
                  <a:lnTo>
                    <a:pt x="302175" y="216877"/>
                  </a:lnTo>
                  <a:lnTo>
                    <a:pt x="307080" y="222744"/>
                  </a:lnTo>
                  <a:lnTo>
                    <a:pt x="309035" y="227617"/>
                  </a:lnTo>
                  <a:lnTo>
                    <a:pt x="309035" y="233484"/>
                  </a:lnTo>
                  <a:lnTo>
                    <a:pt x="303169" y="240343"/>
                  </a:lnTo>
                  <a:lnTo>
                    <a:pt x="272842" y="240343"/>
                  </a:lnTo>
                  <a:lnTo>
                    <a:pt x="256676" y="266389"/>
                  </a:lnTo>
                  <a:lnTo>
                    <a:pt x="235191" y="288126"/>
                  </a:lnTo>
                  <a:lnTo>
                    <a:pt x="233448" y="289232"/>
                  </a:lnTo>
                  <a:close/>
                </a:path>
                <a:path w="309245" h="393064">
                  <a:moveTo>
                    <a:pt x="127140" y="277498"/>
                  </a:moveTo>
                  <a:lnTo>
                    <a:pt x="102680" y="277498"/>
                  </a:lnTo>
                  <a:lnTo>
                    <a:pt x="105616" y="263024"/>
                  </a:lnTo>
                  <a:lnTo>
                    <a:pt x="113688" y="251215"/>
                  </a:lnTo>
                  <a:lnTo>
                    <a:pt x="125793" y="243259"/>
                  </a:lnTo>
                  <a:lnTo>
                    <a:pt x="140828" y="240343"/>
                  </a:lnTo>
                  <a:lnTo>
                    <a:pt x="155290" y="243820"/>
                  </a:lnTo>
                  <a:lnTo>
                    <a:pt x="167100" y="252069"/>
                  </a:lnTo>
                  <a:lnTo>
                    <a:pt x="175064" y="263984"/>
                  </a:lnTo>
                  <a:lnTo>
                    <a:pt x="175817" y="267721"/>
                  </a:lnTo>
                  <a:lnTo>
                    <a:pt x="133007" y="267721"/>
                  </a:lnTo>
                  <a:lnTo>
                    <a:pt x="127140" y="274550"/>
                  </a:lnTo>
                  <a:lnTo>
                    <a:pt x="127140" y="277498"/>
                  </a:lnTo>
                  <a:close/>
                </a:path>
                <a:path w="309245" h="393064">
                  <a:moveTo>
                    <a:pt x="225766" y="294105"/>
                  </a:moveTo>
                  <a:lnTo>
                    <a:pt x="147658" y="294105"/>
                  </a:lnTo>
                  <a:lnTo>
                    <a:pt x="152562" y="287276"/>
                  </a:lnTo>
                  <a:lnTo>
                    <a:pt x="153403" y="282149"/>
                  </a:lnTo>
                  <a:lnTo>
                    <a:pt x="153524" y="274550"/>
                  </a:lnTo>
                  <a:lnTo>
                    <a:pt x="147658" y="267721"/>
                  </a:lnTo>
                  <a:lnTo>
                    <a:pt x="175817" y="267721"/>
                  </a:lnTo>
                  <a:lnTo>
                    <a:pt x="177984" y="278461"/>
                  </a:lnTo>
                  <a:lnTo>
                    <a:pt x="177984" y="289232"/>
                  </a:lnTo>
                  <a:lnTo>
                    <a:pt x="233448" y="289232"/>
                  </a:lnTo>
                  <a:lnTo>
                    <a:pt x="225766" y="294105"/>
                  </a:lnTo>
                  <a:close/>
                </a:path>
                <a:path w="309245" h="393064">
                  <a:moveTo>
                    <a:pt x="277747" y="392875"/>
                  </a:moveTo>
                  <a:lnTo>
                    <a:pt x="5866" y="392875"/>
                  </a:lnTo>
                  <a:lnTo>
                    <a:pt x="0" y="388001"/>
                  </a:lnTo>
                  <a:lnTo>
                    <a:pt x="0" y="354757"/>
                  </a:lnTo>
                  <a:lnTo>
                    <a:pt x="2935" y="340128"/>
                  </a:lnTo>
                  <a:lnTo>
                    <a:pt x="11007" y="327977"/>
                  </a:lnTo>
                  <a:lnTo>
                    <a:pt x="23112" y="319680"/>
                  </a:lnTo>
                  <a:lnTo>
                    <a:pt x="38148" y="316609"/>
                  </a:lnTo>
                  <a:lnTo>
                    <a:pt x="244472" y="316609"/>
                  </a:lnTo>
                  <a:lnTo>
                    <a:pt x="259675" y="319680"/>
                  </a:lnTo>
                  <a:lnTo>
                    <a:pt x="272121" y="327977"/>
                  </a:lnTo>
                  <a:lnTo>
                    <a:pt x="280527" y="340128"/>
                  </a:lnTo>
                  <a:lnTo>
                    <a:pt x="283613" y="354757"/>
                  </a:lnTo>
                  <a:lnTo>
                    <a:pt x="283613" y="387008"/>
                  </a:lnTo>
                  <a:lnTo>
                    <a:pt x="277747" y="392875"/>
                  </a:lnTo>
                  <a:close/>
                </a:path>
              </a:pathLst>
            </a:custGeom>
            <a:solidFill>
              <a:srgbClr val="B6B6B6"/>
            </a:solidFill>
          </p:spPr>
          <p:txBody>
            <a:bodyPr wrap="square" lIns="0" tIns="0" rIns="0" bIns="0" rtlCol="0"/>
            <a:lstStyle/>
            <a:p>
              <a:endParaRPr/>
            </a:p>
          </p:txBody>
        </p:sp>
      </p:grpSp>
      <p:sp>
        <p:nvSpPr>
          <p:cNvPr id="112" name="object 112"/>
          <p:cNvSpPr/>
          <p:nvPr/>
        </p:nvSpPr>
        <p:spPr>
          <a:xfrm>
            <a:off x="2430883" y="2449568"/>
            <a:ext cx="387350" cy="393065"/>
          </a:xfrm>
          <a:custGeom>
            <a:avLst/>
            <a:gdLst/>
            <a:ahLst/>
            <a:cxnLst/>
            <a:rect l="l" t="t" r="r" b="b"/>
            <a:pathLst>
              <a:path w="387350" h="393064">
                <a:moveTo>
                  <a:pt x="118666" y="392502"/>
                </a:moveTo>
                <a:lnTo>
                  <a:pt x="108671" y="392502"/>
                </a:lnTo>
                <a:lnTo>
                  <a:pt x="102680" y="387536"/>
                </a:lnTo>
                <a:lnTo>
                  <a:pt x="102680" y="312915"/>
                </a:lnTo>
                <a:lnTo>
                  <a:pt x="61468" y="287524"/>
                </a:lnTo>
                <a:lnTo>
                  <a:pt x="28968" y="253516"/>
                </a:lnTo>
                <a:lnTo>
                  <a:pt x="7654" y="212542"/>
                </a:lnTo>
                <a:lnTo>
                  <a:pt x="0" y="166251"/>
                </a:lnTo>
                <a:lnTo>
                  <a:pt x="6940" y="122012"/>
                </a:lnTo>
                <a:lnTo>
                  <a:pt x="26512" y="82286"/>
                </a:lnTo>
                <a:lnTo>
                  <a:pt x="56842" y="48647"/>
                </a:lnTo>
                <a:lnTo>
                  <a:pt x="96054" y="22670"/>
                </a:lnTo>
                <a:lnTo>
                  <a:pt x="142274" y="5930"/>
                </a:lnTo>
                <a:lnTo>
                  <a:pt x="193628" y="0"/>
                </a:lnTo>
                <a:lnTo>
                  <a:pt x="245316" y="5930"/>
                </a:lnTo>
                <a:lnTo>
                  <a:pt x="291630" y="22670"/>
                </a:lnTo>
                <a:lnTo>
                  <a:pt x="330775" y="48647"/>
                </a:lnTo>
                <a:lnTo>
                  <a:pt x="360957" y="82286"/>
                </a:lnTo>
                <a:lnTo>
                  <a:pt x="380383" y="122012"/>
                </a:lnTo>
                <a:lnTo>
                  <a:pt x="383306" y="140829"/>
                </a:lnTo>
                <a:lnTo>
                  <a:pt x="116369" y="140829"/>
                </a:lnTo>
                <a:lnTo>
                  <a:pt x="106203" y="142736"/>
                </a:lnTo>
                <a:lnTo>
                  <a:pt x="98152" y="148034"/>
                </a:lnTo>
                <a:lnTo>
                  <a:pt x="92855" y="156084"/>
                </a:lnTo>
                <a:lnTo>
                  <a:pt x="90947" y="166251"/>
                </a:lnTo>
                <a:lnTo>
                  <a:pt x="92855" y="176404"/>
                </a:lnTo>
                <a:lnTo>
                  <a:pt x="98152" y="184456"/>
                </a:lnTo>
                <a:lnTo>
                  <a:pt x="106203" y="189761"/>
                </a:lnTo>
                <a:lnTo>
                  <a:pt x="116369" y="191672"/>
                </a:lnTo>
                <a:lnTo>
                  <a:pt x="383259" y="191672"/>
                </a:lnTo>
                <a:lnTo>
                  <a:pt x="380247" y="210823"/>
                </a:lnTo>
                <a:lnTo>
                  <a:pt x="360523" y="250643"/>
                </a:lnTo>
                <a:lnTo>
                  <a:pt x="330042" y="284215"/>
                </a:lnTo>
                <a:lnTo>
                  <a:pt x="290761" y="310044"/>
                </a:lnTo>
                <a:lnTo>
                  <a:pt x="244637" y="326638"/>
                </a:lnTo>
                <a:lnTo>
                  <a:pt x="202268" y="331508"/>
                </a:lnTo>
                <a:lnTo>
                  <a:pt x="174073" y="331508"/>
                </a:lnTo>
                <a:lnTo>
                  <a:pt x="125184" y="388219"/>
                </a:lnTo>
                <a:lnTo>
                  <a:pt x="122204" y="391198"/>
                </a:lnTo>
                <a:lnTo>
                  <a:pt x="118666" y="392502"/>
                </a:lnTo>
                <a:close/>
              </a:path>
              <a:path w="387350" h="393064">
                <a:moveTo>
                  <a:pt x="193628" y="191672"/>
                </a:moveTo>
                <a:lnTo>
                  <a:pt x="116369" y="191672"/>
                </a:lnTo>
                <a:lnTo>
                  <a:pt x="126690" y="189761"/>
                </a:lnTo>
                <a:lnTo>
                  <a:pt x="135082" y="184456"/>
                </a:lnTo>
                <a:lnTo>
                  <a:pt x="140721" y="176404"/>
                </a:lnTo>
                <a:lnTo>
                  <a:pt x="142784" y="166251"/>
                </a:lnTo>
                <a:lnTo>
                  <a:pt x="140721" y="156084"/>
                </a:lnTo>
                <a:lnTo>
                  <a:pt x="135082" y="148034"/>
                </a:lnTo>
                <a:lnTo>
                  <a:pt x="126690" y="142736"/>
                </a:lnTo>
                <a:lnTo>
                  <a:pt x="116369" y="140829"/>
                </a:lnTo>
                <a:lnTo>
                  <a:pt x="193628" y="140829"/>
                </a:lnTo>
                <a:lnTo>
                  <a:pt x="183462" y="142736"/>
                </a:lnTo>
                <a:lnTo>
                  <a:pt x="175411" y="148034"/>
                </a:lnTo>
                <a:lnTo>
                  <a:pt x="170114" y="156084"/>
                </a:lnTo>
                <a:lnTo>
                  <a:pt x="168206" y="166251"/>
                </a:lnTo>
                <a:lnTo>
                  <a:pt x="170114" y="176404"/>
                </a:lnTo>
                <a:lnTo>
                  <a:pt x="175411" y="184456"/>
                </a:lnTo>
                <a:lnTo>
                  <a:pt x="183462" y="189761"/>
                </a:lnTo>
                <a:lnTo>
                  <a:pt x="193628" y="191672"/>
                </a:lnTo>
                <a:close/>
              </a:path>
              <a:path w="387350" h="393064">
                <a:moveTo>
                  <a:pt x="270887" y="191672"/>
                </a:moveTo>
                <a:lnTo>
                  <a:pt x="193628" y="191672"/>
                </a:lnTo>
                <a:lnTo>
                  <a:pt x="203781" y="189761"/>
                </a:lnTo>
                <a:lnTo>
                  <a:pt x="211833" y="184456"/>
                </a:lnTo>
                <a:lnTo>
                  <a:pt x="217138" y="176404"/>
                </a:lnTo>
                <a:lnTo>
                  <a:pt x="219050" y="166251"/>
                </a:lnTo>
                <a:lnTo>
                  <a:pt x="217138" y="156084"/>
                </a:lnTo>
                <a:lnTo>
                  <a:pt x="211833" y="148034"/>
                </a:lnTo>
                <a:lnTo>
                  <a:pt x="203781" y="142736"/>
                </a:lnTo>
                <a:lnTo>
                  <a:pt x="193628" y="140829"/>
                </a:lnTo>
                <a:lnTo>
                  <a:pt x="270887" y="140829"/>
                </a:lnTo>
                <a:lnTo>
                  <a:pt x="260566" y="142736"/>
                </a:lnTo>
                <a:lnTo>
                  <a:pt x="252174" y="148034"/>
                </a:lnTo>
                <a:lnTo>
                  <a:pt x="246534" y="156084"/>
                </a:lnTo>
                <a:lnTo>
                  <a:pt x="244472" y="166251"/>
                </a:lnTo>
                <a:lnTo>
                  <a:pt x="246534" y="176404"/>
                </a:lnTo>
                <a:lnTo>
                  <a:pt x="252174" y="184456"/>
                </a:lnTo>
                <a:lnTo>
                  <a:pt x="260566" y="189761"/>
                </a:lnTo>
                <a:lnTo>
                  <a:pt x="270887" y="191672"/>
                </a:lnTo>
                <a:close/>
              </a:path>
              <a:path w="387350" h="393064">
                <a:moveTo>
                  <a:pt x="383259" y="191672"/>
                </a:moveTo>
                <a:lnTo>
                  <a:pt x="270887" y="191672"/>
                </a:lnTo>
                <a:lnTo>
                  <a:pt x="281040" y="189761"/>
                </a:lnTo>
                <a:lnTo>
                  <a:pt x="289092" y="184456"/>
                </a:lnTo>
                <a:lnTo>
                  <a:pt x="294397" y="176404"/>
                </a:lnTo>
                <a:lnTo>
                  <a:pt x="296309" y="166251"/>
                </a:lnTo>
                <a:lnTo>
                  <a:pt x="294397" y="156084"/>
                </a:lnTo>
                <a:lnTo>
                  <a:pt x="289092" y="148034"/>
                </a:lnTo>
                <a:lnTo>
                  <a:pt x="281040" y="142736"/>
                </a:lnTo>
                <a:lnTo>
                  <a:pt x="270887" y="140829"/>
                </a:lnTo>
                <a:lnTo>
                  <a:pt x="383306" y="140829"/>
                </a:lnTo>
                <a:lnTo>
                  <a:pt x="387256" y="166251"/>
                </a:lnTo>
                <a:lnTo>
                  <a:pt x="383259" y="191672"/>
                </a:lnTo>
                <a:close/>
              </a:path>
              <a:path w="387350" h="393064">
                <a:moveTo>
                  <a:pt x="193628" y="332501"/>
                </a:moveTo>
                <a:lnTo>
                  <a:pt x="185806" y="332501"/>
                </a:lnTo>
                <a:lnTo>
                  <a:pt x="179939" y="331508"/>
                </a:lnTo>
                <a:lnTo>
                  <a:pt x="202268" y="331508"/>
                </a:lnTo>
                <a:lnTo>
                  <a:pt x="193628" y="332501"/>
                </a:lnTo>
                <a:close/>
              </a:path>
            </a:pathLst>
          </a:custGeom>
          <a:solidFill>
            <a:srgbClr val="B6B6B6"/>
          </a:solidFill>
        </p:spPr>
        <p:txBody>
          <a:bodyPr wrap="square" lIns="0" tIns="0" rIns="0" bIns="0" rtlCol="0"/>
          <a:lstStyle/>
          <a:p>
            <a:endParaRPr/>
          </a:p>
        </p:txBody>
      </p:sp>
      <p:sp>
        <p:nvSpPr>
          <p:cNvPr id="113" name="object 113"/>
          <p:cNvSpPr/>
          <p:nvPr/>
        </p:nvSpPr>
        <p:spPr>
          <a:xfrm>
            <a:off x="2457282" y="2912157"/>
            <a:ext cx="334645" cy="395605"/>
          </a:xfrm>
          <a:custGeom>
            <a:avLst/>
            <a:gdLst/>
            <a:ahLst/>
            <a:cxnLst/>
            <a:rect l="l" t="t" r="r" b="b"/>
            <a:pathLst>
              <a:path w="334644" h="395604">
                <a:moveTo>
                  <a:pt x="328559" y="395079"/>
                </a:moveTo>
                <a:lnTo>
                  <a:pt x="51805" y="395079"/>
                </a:lnTo>
                <a:lnTo>
                  <a:pt x="31755" y="390969"/>
                </a:lnTo>
                <a:lnTo>
                  <a:pt x="15275" y="379799"/>
                </a:lnTo>
                <a:lnTo>
                  <a:pt x="4109" y="363310"/>
                </a:lnTo>
                <a:lnTo>
                  <a:pt x="0" y="343241"/>
                </a:lnTo>
                <a:lnTo>
                  <a:pt x="0" y="64532"/>
                </a:lnTo>
                <a:lnTo>
                  <a:pt x="5008" y="39599"/>
                </a:lnTo>
                <a:lnTo>
                  <a:pt x="18814" y="19066"/>
                </a:lnTo>
                <a:lnTo>
                  <a:pt x="39586" y="5133"/>
                </a:lnTo>
                <a:lnTo>
                  <a:pt x="65494" y="0"/>
                </a:lnTo>
                <a:lnTo>
                  <a:pt x="65494" y="1955"/>
                </a:lnTo>
                <a:lnTo>
                  <a:pt x="204367" y="1955"/>
                </a:lnTo>
                <a:lnTo>
                  <a:pt x="204367" y="26384"/>
                </a:lnTo>
                <a:lnTo>
                  <a:pt x="51805" y="26384"/>
                </a:lnTo>
                <a:lnTo>
                  <a:pt x="41652" y="32609"/>
                </a:lnTo>
                <a:lnTo>
                  <a:pt x="33600" y="40937"/>
                </a:lnTo>
                <a:lnTo>
                  <a:pt x="28295" y="51286"/>
                </a:lnTo>
                <a:lnTo>
                  <a:pt x="26384" y="63570"/>
                </a:lnTo>
                <a:lnTo>
                  <a:pt x="26384" y="297271"/>
                </a:lnTo>
                <a:lnTo>
                  <a:pt x="334426" y="297271"/>
                </a:lnTo>
                <a:lnTo>
                  <a:pt x="334426" y="315864"/>
                </a:lnTo>
                <a:lnTo>
                  <a:pt x="51805" y="315864"/>
                </a:lnTo>
                <a:lnTo>
                  <a:pt x="42058" y="318061"/>
                </a:lnTo>
                <a:lnTo>
                  <a:pt x="33961" y="323923"/>
                </a:lnTo>
                <a:lnTo>
                  <a:pt x="28431" y="332351"/>
                </a:lnTo>
                <a:lnTo>
                  <a:pt x="26384" y="342248"/>
                </a:lnTo>
                <a:lnTo>
                  <a:pt x="28431" y="351995"/>
                </a:lnTo>
                <a:lnTo>
                  <a:pt x="33961" y="360092"/>
                </a:lnTo>
                <a:lnTo>
                  <a:pt x="42058" y="365623"/>
                </a:lnTo>
                <a:lnTo>
                  <a:pt x="51805" y="367670"/>
                </a:lnTo>
                <a:lnTo>
                  <a:pt x="334426" y="367670"/>
                </a:lnTo>
                <a:lnTo>
                  <a:pt x="334426" y="388219"/>
                </a:lnTo>
                <a:lnTo>
                  <a:pt x="328559" y="395079"/>
                </a:lnTo>
                <a:close/>
              </a:path>
              <a:path w="334644" h="395604">
                <a:moveTo>
                  <a:pt x="334426" y="129437"/>
                </a:moveTo>
                <a:lnTo>
                  <a:pt x="276598" y="129437"/>
                </a:lnTo>
                <a:lnTo>
                  <a:pt x="282589" y="124470"/>
                </a:lnTo>
                <a:lnTo>
                  <a:pt x="282589" y="1955"/>
                </a:lnTo>
                <a:lnTo>
                  <a:pt x="328559" y="1955"/>
                </a:lnTo>
                <a:lnTo>
                  <a:pt x="334426" y="6828"/>
                </a:lnTo>
                <a:lnTo>
                  <a:pt x="334426" y="129437"/>
                </a:lnTo>
                <a:close/>
              </a:path>
              <a:path w="334644" h="395604">
                <a:moveTo>
                  <a:pt x="334426" y="297271"/>
                </a:moveTo>
                <a:lnTo>
                  <a:pt x="26384" y="297271"/>
                </a:lnTo>
                <a:lnTo>
                  <a:pt x="31875" y="293993"/>
                </a:lnTo>
                <a:lnTo>
                  <a:pt x="38000" y="291532"/>
                </a:lnTo>
                <a:lnTo>
                  <a:pt x="44673" y="289986"/>
                </a:lnTo>
                <a:lnTo>
                  <a:pt x="51805" y="289449"/>
                </a:lnTo>
                <a:lnTo>
                  <a:pt x="51805" y="26384"/>
                </a:lnTo>
                <a:lnTo>
                  <a:pt x="204367" y="26384"/>
                </a:lnTo>
                <a:lnTo>
                  <a:pt x="204367" y="124470"/>
                </a:lnTo>
                <a:lnTo>
                  <a:pt x="210358" y="129437"/>
                </a:lnTo>
                <a:lnTo>
                  <a:pt x="334426" y="129437"/>
                </a:lnTo>
                <a:lnTo>
                  <a:pt x="334426" y="297271"/>
                </a:lnTo>
                <a:close/>
              </a:path>
              <a:path w="334644" h="395604">
                <a:moveTo>
                  <a:pt x="267037" y="129437"/>
                </a:moveTo>
                <a:lnTo>
                  <a:pt x="220353" y="129437"/>
                </a:lnTo>
                <a:lnTo>
                  <a:pt x="223892" y="128133"/>
                </a:lnTo>
                <a:lnTo>
                  <a:pt x="243478" y="108547"/>
                </a:lnTo>
                <a:lnTo>
                  <a:pt x="261078" y="125153"/>
                </a:lnTo>
                <a:lnTo>
                  <a:pt x="263747" y="128133"/>
                </a:lnTo>
                <a:lnTo>
                  <a:pt x="267037" y="129437"/>
                </a:lnTo>
                <a:close/>
              </a:path>
              <a:path w="334644" h="395604">
                <a:moveTo>
                  <a:pt x="334426" y="367670"/>
                </a:moveTo>
                <a:lnTo>
                  <a:pt x="308042" y="367670"/>
                </a:lnTo>
                <a:lnTo>
                  <a:pt x="308042" y="315864"/>
                </a:lnTo>
                <a:lnTo>
                  <a:pt x="334426" y="315864"/>
                </a:lnTo>
                <a:lnTo>
                  <a:pt x="334426" y="367670"/>
                </a:lnTo>
                <a:close/>
              </a:path>
            </a:pathLst>
          </a:custGeom>
          <a:solidFill>
            <a:srgbClr val="B6B6B6"/>
          </a:solidFill>
        </p:spPr>
        <p:txBody>
          <a:bodyPr wrap="square" lIns="0" tIns="0" rIns="0" bIns="0" rtlCol="0"/>
          <a:lstStyle/>
          <a:p>
            <a:endParaRPr/>
          </a:p>
        </p:txBody>
      </p:sp>
      <p:sp>
        <p:nvSpPr>
          <p:cNvPr id="114" name="object 114"/>
          <p:cNvSpPr/>
          <p:nvPr/>
        </p:nvSpPr>
        <p:spPr>
          <a:xfrm>
            <a:off x="2424887" y="3382746"/>
            <a:ext cx="395605" cy="393700"/>
          </a:xfrm>
          <a:custGeom>
            <a:avLst/>
            <a:gdLst/>
            <a:ahLst/>
            <a:cxnLst/>
            <a:rect l="l" t="t" r="r" b="b"/>
            <a:pathLst>
              <a:path w="395605" h="393700">
                <a:moveTo>
                  <a:pt x="393115" y="180936"/>
                </a:moveTo>
                <a:lnTo>
                  <a:pt x="0" y="180936"/>
                </a:lnTo>
                <a:lnTo>
                  <a:pt x="0" y="355968"/>
                </a:lnTo>
                <a:lnTo>
                  <a:pt x="952" y="355968"/>
                </a:lnTo>
                <a:lnTo>
                  <a:pt x="3898" y="370446"/>
                </a:lnTo>
                <a:lnTo>
                  <a:pt x="11963" y="382244"/>
                </a:lnTo>
                <a:lnTo>
                  <a:pt x="24066" y="390207"/>
                </a:lnTo>
                <a:lnTo>
                  <a:pt x="39103" y="393115"/>
                </a:lnTo>
                <a:lnTo>
                  <a:pt x="354965" y="393115"/>
                </a:lnTo>
                <a:lnTo>
                  <a:pt x="369595" y="390207"/>
                </a:lnTo>
                <a:lnTo>
                  <a:pt x="381749" y="382244"/>
                </a:lnTo>
                <a:lnTo>
                  <a:pt x="390042" y="370446"/>
                </a:lnTo>
                <a:lnTo>
                  <a:pt x="393115" y="355968"/>
                </a:lnTo>
                <a:lnTo>
                  <a:pt x="393115" y="180936"/>
                </a:lnTo>
                <a:close/>
              </a:path>
              <a:path w="395605" h="393700">
                <a:moveTo>
                  <a:pt x="395071" y="88988"/>
                </a:moveTo>
                <a:lnTo>
                  <a:pt x="391274" y="74383"/>
                </a:lnTo>
                <a:lnTo>
                  <a:pt x="382358" y="62242"/>
                </a:lnTo>
                <a:lnTo>
                  <a:pt x="369760" y="53949"/>
                </a:lnTo>
                <a:lnTo>
                  <a:pt x="354965" y="50876"/>
                </a:lnTo>
                <a:lnTo>
                  <a:pt x="343242" y="50876"/>
                </a:lnTo>
                <a:lnTo>
                  <a:pt x="343242" y="38150"/>
                </a:lnTo>
                <a:lnTo>
                  <a:pt x="340639" y="25450"/>
                </a:lnTo>
                <a:lnTo>
                  <a:pt x="340169" y="23114"/>
                </a:lnTo>
                <a:lnTo>
                  <a:pt x="331863" y="11010"/>
                </a:lnTo>
                <a:lnTo>
                  <a:pt x="319722" y="2933"/>
                </a:lnTo>
                <a:lnTo>
                  <a:pt x="316826" y="2362"/>
                </a:lnTo>
                <a:lnTo>
                  <a:pt x="316826" y="31318"/>
                </a:lnTo>
                <a:lnTo>
                  <a:pt x="316826" y="97802"/>
                </a:lnTo>
                <a:lnTo>
                  <a:pt x="310959" y="102679"/>
                </a:lnTo>
                <a:lnTo>
                  <a:pt x="297268" y="102679"/>
                </a:lnTo>
                <a:lnTo>
                  <a:pt x="292392" y="96812"/>
                </a:lnTo>
                <a:lnTo>
                  <a:pt x="291401" y="89979"/>
                </a:lnTo>
                <a:lnTo>
                  <a:pt x="291401" y="50876"/>
                </a:lnTo>
                <a:lnTo>
                  <a:pt x="291401" y="31318"/>
                </a:lnTo>
                <a:lnTo>
                  <a:pt x="297268" y="26416"/>
                </a:lnTo>
                <a:lnTo>
                  <a:pt x="305092" y="25450"/>
                </a:lnTo>
                <a:lnTo>
                  <a:pt x="311950" y="25450"/>
                </a:lnTo>
                <a:lnTo>
                  <a:pt x="316826" y="31318"/>
                </a:lnTo>
                <a:lnTo>
                  <a:pt x="316826" y="2362"/>
                </a:lnTo>
                <a:lnTo>
                  <a:pt x="278206" y="11010"/>
                </a:lnTo>
                <a:lnTo>
                  <a:pt x="265976" y="38150"/>
                </a:lnTo>
                <a:lnTo>
                  <a:pt x="265976" y="50876"/>
                </a:lnTo>
                <a:lnTo>
                  <a:pt x="129095" y="50876"/>
                </a:lnTo>
                <a:lnTo>
                  <a:pt x="129095" y="38150"/>
                </a:lnTo>
                <a:lnTo>
                  <a:pt x="126619" y="25450"/>
                </a:lnTo>
                <a:lnTo>
                  <a:pt x="126161" y="23114"/>
                </a:lnTo>
                <a:lnTo>
                  <a:pt x="118084" y="11010"/>
                </a:lnTo>
                <a:lnTo>
                  <a:pt x="105981" y="2933"/>
                </a:lnTo>
                <a:lnTo>
                  <a:pt x="103644" y="2489"/>
                </a:lnTo>
                <a:lnTo>
                  <a:pt x="103644" y="31318"/>
                </a:lnTo>
                <a:lnTo>
                  <a:pt x="103644" y="97802"/>
                </a:lnTo>
                <a:lnTo>
                  <a:pt x="96812" y="102679"/>
                </a:lnTo>
                <a:lnTo>
                  <a:pt x="84086" y="102679"/>
                </a:lnTo>
                <a:lnTo>
                  <a:pt x="79209" y="96812"/>
                </a:lnTo>
                <a:lnTo>
                  <a:pt x="77254" y="89979"/>
                </a:lnTo>
                <a:lnTo>
                  <a:pt x="77254" y="31318"/>
                </a:lnTo>
                <a:lnTo>
                  <a:pt x="84086" y="26416"/>
                </a:lnTo>
                <a:lnTo>
                  <a:pt x="90944" y="25450"/>
                </a:lnTo>
                <a:lnTo>
                  <a:pt x="98767" y="25450"/>
                </a:lnTo>
                <a:lnTo>
                  <a:pt x="103644" y="31318"/>
                </a:lnTo>
                <a:lnTo>
                  <a:pt x="103644" y="2489"/>
                </a:lnTo>
                <a:lnTo>
                  <a:pt x="64046" y="11010"/>
                </a:lnTo>
                <a:lnTo>
                  <a:pt x="51828" y="38150"/>
                </a:lnTo>
                <a:lnTo>
                  <a:pt x="51828" y="50876"/>
                </a:lnTo>
                <a:lnTo>
                  <a:pt x="40093" y="50876"/>
                </a:lnTo>
                <a:lnTo>
                  <a:pt x="25057" y="53949"/>
                </a:lnTo>
                <a:lnTo>
                  <a:pt x="12941" y="62242"/>
                </a:lnTo>
                <a:lnTo>
                  <a:pt x="4876" y="74383"/>
                </a:lnTo>
                <a:lnTo>
                  <a:pt x="1955" y="88988"/>
                </a:lnTo>
                <a:lnTo>
                  <a:pt x="1955" y="153555"/>
                </a:lnTo>
                <a:lnTo>
                  <a:pt x="395071" y="153555"/>
                </a:lnTo>
                <a:lnTo>
                  <a:pt x="395071" y="102679"/>
                </a:lnTo>
                <a:lnTo>
                  <a:pt x="395071" y="88988"/>
                </a:lnTo>
                <a:close/>
              </a:path>
            </a:pathLst>
          </a:custGeom>
          <a:solidFill>
            <a:srgbClr val="B6B6B6"/>
          </a:solidFill>
        </p:spPr>
        <p:txBody>
          <a:bodyPr wrap="square" lIns="0" tIns="0" rIns="0" bIns="0" rtlCol="0"/>
          <a:lstStyle/>
          <a:p>
            <a:endParaRPr/>
          </a:p>
        </p:txBody>
      </p:sp>
      <p:sp>
        <p:nvSpPr>
          <p:cNvPr id="115" name="object 115"/>
          <p:cNvSpPr/>
          <p:nvPr/>
        </p:nvSpPr>
        <p:spPr>
          <a:xfrm>
            <a:off x="4760988" y="2510332"/>
            <a:ext cx="394335" cy="359410"/>
          </a:xfrm>
          <a:custGeom>
            <a:avLst/>
            <a:gdLst/>
            <a:ahLst/>
            <a:cxnLst/>
            <a:rect l="l" t="t" r="r" b="b"/>
            <a:pathLst>
              <a:path w="394335" h="359410">
                <a:moveTo>
                  <a:pt x="183845" y="37147"/>
                </a:moveTo>
                <a:lnTo>
                  <a:pt x="159613" y="22275"/>
                </a:lnTo>
                <a:lnTo>
                  <a:pt x="132994" y="11252"/>
                </a:lnTo>
                <a:lnTo>
                  <a:pt x="104914" y="3886"/>
                </a:lnTo>
                <a:lnTo>
                  <a:pt x="76301" y="0"/>
                </a:lnTo>
                <a:lnTo>
                  <a:pt x="76301" y="282613"/>
                </a:lnTo>
                <a:lnTo>
                  <a:pt x="104089" y="286499"/>
                </a:lnTo>
                <a:lnTo>
                  <a:pt x="132257" y="293878"/>
                </a:lnTo>
                <a:lnTo>
                  <a:pt x="159334" y="304901"/>
                </a:lnTo>
                <a:lnTo>
                  <a:pt x="183845" y="319773"/>
                </a:lnTo>
                <a:lnTo>
                  <a:pt x="183845" y="37147"/>
                </a:lnTo>
                <a:close/>
              </a:path>
              <a:path w="394335" h="359410">
                <a:moveTo>
                  <a:pt x="195580" y="358914"/>
                </a:moveTo>
                <a:lnTo>
                  <a:pt x="190436" y="357301"/>
                </a:lnTo>
                <a:lnTo>
                  <a:pt x="184467" y="353402"/>
                </a:lnTo>
                <a:lnTo>
                  <a:pt x="178676" y="348576"/>
                </a:lnTo>
                <a:lnTo>
                  <a:pt x="174078" y="344233"/>
                </a:lnTo>
                <a:lnTo>
                  <a:pt x="149377" y="328104"/>
                </a:lnTo>
                <a:lnTo>
                  <a:pt x="121754" y="316484"/>
                </a:lnTo>
                <a:lnTo>
                  <a:pt x="92671" y="309435"/>
                </a:lnTo>
                <a:lnTo>
                  <a:pt x="63576" y="307073"/>
                </a:lnTo>
                <a:lnTo>
                  <a:pt x="56743" y="307073"/>
                </a:lnTo>
                <a:lnTo>
                  <a:pt x="50838" y="301205"/>
                </a:lnTo>
                <a:lnTo>
                  <a:pt x="50838" y="50876"/>
                </a:lnTo>
                <a:lnTo>
                  <a:pt x="38150" y="50876"/>
                </a:lnTo>
                <a:lnTo>
                  <a:pt x="23520" y="53784"/>
                </a:lnTo>
                <a:lnTo>
                  <a:pt x="11366" y="61747"/>
                </a:lnTo>
                <a:lnTo>
                  <a:pt x="3073" y="73545"/>
                </a:lnTo>
                <a:lnTo>
                  <a:pt x="0" y="88023"/>
                </a:lnTo>
                <a:lnTo>
                  <a:pt x="0" y="319773"/>
                </a:lnTo>
                <a:lnTo>
                  <a:pt x="3492" y="334962"/>
                </a:lnTo>
                <a:lnTo>
                  <a:pt x="11747" y="347408"/>
                </a:lnTo>
                <a:lnTo>
                  <a:pt x="23660" y="355815"/>
                </a:lnTo>
                <a:lnTo>
                  <a:pt x="38150" y="358914"/>
                </a:lnTo>
                <a:lnTo>
                  <a:pt x="195580" y="358914"/>
                </a:lnTo>
                <a:close/>
              </a:path>
              <a:path w="394335" h="359410">
                <a:moveTo>
                  <a:pt x="316852" y="0"/>
                </a:moveTo>
                <a:lnTo>
                  <a:pt x="289039" y="3886"/>
                </a:lnTo>
                <a:lnTo>
                  <a:pt x="260870" y="11252"/>
                </a:lnTo>
                <a:lnTo>
                  <a:pt x="233781" y="22275"/>
                </a:lnTo>
                <a:lnTo>
                  <a:pt x="209270" y="37147"/>
                </a:lnTo>
                <a:lnTo>
                  <a:pt x="209270" y="319773"/>
                </a:lnTo>
                <a:lnTo>
                  <a:pt x="233514" y="304901"/>
                </a:lnTo>
                <a:lnTo>
                  <a:pt x="260134" y="293878"/>
                </a:lnTo>
                <a:lnTo>
                  <a:pt x="288213" y="286499"/>
                </a:lnTo>
                <a:lnTo>
                  <a:pt x="316852" y="282613"/>
                </a:lnTo>
                <a:lnTo>
                  <a:pt x="316852" y="0"/>
                </a:lnTo>
                <a:close/>
              </a:path>
              <a:path w="394335" h="359410">
                <a:moveTo>
                  <a:pt x="394119" y="88988"/>
                </a:moveTo>
                <a:lnTo>
                  <a:pt x="391033" y="73952"/>
                </a:lnTo>
                <a:lnTo>
                  <a:pt x="382625" y="61861"/>
                </a:lnTo>
                <a:lnTo>
                  <a:pt x="370192" y="53797"/>
                </a:lnTo>
                <a:lnTo>
                  <a:pt x="355003" y="50876"/>
                </a:lnTo>
                <a:lnTo>
                  <a:pt x="343242" y="50876"/>
                </a:lnTo>
                <a:lnTo>
                  <a:pt x="343242" y="302171"/>
                </a:lnTo>
                <a:lnTo>
                  <a:pt x="336410" y="307073"/>
                </a:lnTo>
                <a:lnTo>
                  <a:pt x="329552" y="307073"/>
                </a:lnTo>
                <a:lnTo>
                  <a:pt x="299910" y="309575"/>
                </a:lnTo>
                <a:lnTo>
                  <a:pt x="243192" y="328523"/>
                </a:lnTo>
                <a:lnTo>
                  <a:pt x="208673" y="352666"/>
                </a:lnTo>
                <a:lnTo>
                  <a:pt x="202692" y="357035"/>
                </a:lnTo>
                <a:lnTo>
                  <a:pt x="197535" y="358914"/>
                </a:lnTo>
                <a:lnTo>
                  <a:pt x="355003" y="358914"/>
                </a:lnTo>
                <a:lnTo>
                  <a:pt x="369773" y="355841"/>
                </a:lnTo>
                <a:lnTo>
                  <a:pt x="382257" y="347535"/>
                </a:lnTo>
                <a:lnTo>
                  <a:pt x="390893" y="335381"/>
                </a:lnTo>
                <a:lnTo>
                  <a:pt x="394119" y="320763"/>
                </a:lnTo>
                <a:lnTo>
                  <a:pt x="394119" y="88988"/>
                </a:lnTo>
                <a:close/>
              </a:path>
            </a:pathLst>
          </a:custGeom>
          <a:solidFill>
            <a:srgbClr val="B6B6B6"/>
          </a:solidFill>
        </p:spPr>
        <p:txBody>
          <a:bodyPr wrap="square" lIns="0" tIns="0" rIns="0" bIns="0" rtlCol="0"/>
          <a:lstStyle/>
          <a:p>
            <a:endParaRPr/>
          </a:p>
        </p:txBody>
      </p:sp>
      <p:grpSp>
        <p:nvGrpSpPr>
          <p:cNvPr id="116" name="object 116"/>
          <p:cNvGrpSpPr/>
          <p:nvPr/>
        </p:nvGrpSpPr>
        <p:grpSpPr>
          <a:xfrm>
            <a:off x="4767150" y="2936730"/>
            <a:ext cx="381635" cy="393700"/>
            <a:chOff x="4767150" y="2936730"/>
            <a:chExt cx="381635" cy="393700"/>
          </a:xfrm>
        </p:grpSpPr>
        <p:sp>
          <p:nvSpPr>
            <p:cNvPr id="117" name="object 117"/>
            <p:cNvSpPr/>
            <p:nvPr/>
          </p:nvSpPr>
          <p:spPr>
            <a:xfrm>
              <a:off x="4767150" y="2936730"/>
              <a:ext cx="381635" cy="167005"/>
            </a:xfrm>
            <a:custGeom>
              <a:avLst/>
              <a:gdLst/>
              <a:ahLst/>
              <a:cxnLst/>
              <a:rect l="l" t="t" r="r" b="b"/>
              <a:pathLst>
                <a:path w="381635" h="167005">
                  <a:moveTo>
                    <a:pt x="312943" y="166964"/>
                  </a:moveTo>
                  <a:lnTo>
                    <a:pt x="268556" y="146695"/>
                  </a:lnTo>
                  <a:lnTo>
                    <a:pt x="256159" y="122227"/>
                  </a:lnTo>
                  <a:lnTo>
                    <a:pt x="258895" y="99871"/>
                  </a:lnTo>
                  <a:lnTo>
                    <a:pt x="272816" y="83568"/>
                  </a:lnTo>
                  <a:lnTo>
                    <a:pt x="293978" y="77258"/>
                  </a:lnTo>
                  <a:lnTo>
                    <a:pt x="300806" y="78252"/>
                  </a:lnTo>
                  <a:lnTo>
                    <a:pt x="306673" y="83125"/>
                  </a:lnTo>
                  <a:lnTo>
                    <a:pt x="306673" y="97807"/>
                  </a:lnTo>
                  <a:lnTo>
                    <a:pt x="301800" y="103674"/>
                  </a:lnTo>
                  <a:lnTo>
                    <a:pt x="287118" y="103674"/>
                  </a:lnTo>
                  <a:lnTo>
                    <a:pt x="281251" y="108547"/>
                  </a:lnTo>
                  <a:lnTo>
                    <a:pt x="281251" y="122236"/>
                  </a:lnTo>
                  <a:lnTo>
                    <a:pt x="287118" y="128102"/>
                  </a:lnTo>
                  <a:lnTo>
                    <a:pt x="293978" y="128102"/>
                  </a:lnTo>
                  <a:lnTo>
                    <a:pt x="311064" y="124329"/>
                  </a:lnTo>
                  <a:lnTo>
                    <a:pt x="324397" y="114049"/>
                  </a:lnTo>
                  <a:lnTo>
                    <a:pt x="332049" y="98822"/>
                  </a:lnTo>
                  <a:lnTo>
                    <a:pt x="332095" y="80207"/>
                  </a:lnTo>
                  <a:lnTo>
                    <a:pt x="326636" y="67929"/>
                  </a:lnTo>
                  <a:lnTo>
                    <a:pt x="317642" y="58623"/>
                  </a:lnTo>
                  <a:lnTo>
                    <a:pt x="305988" y="52721"/>
                  </a:lnTo>
                  <a:lnTo>
                    <a:pt x="292550" y="50657"/>
                  </a:lnTo>
                  <a:lnTo>
                    <a:pt x="291060" y="50657"/>
                  </a:lnTo>
                  <a:lnTo>
                    <a:pt x="252065" y="67230"/>
                  </a:lnTo>
                  <a:lnTo>
                    <a:pt x="243103" y="77258"/>
                  </a:lnTo>
                  <a:lnTo>
                    <a:pt x="136511" y="77258"/>
                  </a:lnTo>
                  <a:lnTo>
                    <a:pt x="104895" y="54303"/>
                  </a:lnTo>
                  <a:lnTo>
                    <a:pt x="88585" y="50657"/>
                  </a:lnTo>
                  <a:lnTo>
                    <a:pt x="87095" y="50657"/>
                  </a:lnTo>
                  <a:lnTo>
                    <a:pt x="73657" y="52721"/>
                  </a:lnTo>
                  <a:lnTo>
                    <a:pt x="62003" y="58623"/>
                  </a:lnTo>
                  <a:lnTo>
                    <a:pt x="53009" y="67929"/>
                  </a:lnTo>
                  <a:lnTo>
                    <a:pt x="47550" y="80207"/>
                  </a:lnTo>
                  <a:lnTo>
                    <a:pt x="48002" y="98822"/>
                  </a:lnTo>
                  <a:lnTo>
                    <a:pt x="55609" y="114049"/>
                  </a:lnTo>
                  <a:lnTo>
                    <a:pt x="68716" y="124329"/>
                  </a:lnTo>
                  <a:lnTo>
                    <a:pt x="85667" y="128102"/>
                  </a:lnTo>
                  <a:lnTo>
                    <a:pt x="91534" y="128102"/>
                  </a:lnTo>
                  <a:lnTo>
                    <a:pt x="97400" y="123229"/>
                  </a:lnTo>
                  <a:lnTo>
                    <a:pt x="97400" y="109540"/>
                  </a:lnTo>
                  <a:lnTo>
                    <a:pt x="92527" y="103674"/>
                  </a:lnTo>
                  <a:lnTo>
                    <a:pt x="85667" y="103674"/>
                  </a:lnTo>
                  <a:lnTo>
                    <a:pt x="78838" y="102680"/>
                  </a:lnTo>
                  <a:lnTo>
                    <a:pt x="120750" y="99510"/>
                  </a:lnTo>
                  <a:lnTo>
                    <a:pt x="111089" y="146695"/>
                  </a:lnTo>
                  <a:lnTo>
                    <a:pt x="67167" y="166561"/>
                  </a:lnTo>
                  <a:lnTo>
                    <a:pt x="52489" y="164856"/>
                  </a:lnTo>
                  <a:lnTo>
                    <a:pt x="15268" y="139866"/>
                  </a:lnTo>
                  <a:lnTo>
                    <a:pt x="0" y="94056"/>
                  </a:lnTo>
                  <a:lnTo>
                    <a:pt x="586" y="77258"/>
                  </a:lnTo>
                  <a:lnTo>
                    <a:pt x="11672" y="45793"/>
                  </a:lnTo>
                  <a:lnTo>
                    <a:pt x="32744" y="21390"/>
                  </a:lnTo>
                  <a:lnTo>
                    <a:pt x="60963" y="5607"/>
                  </a:lnTo>
                  <a:lnTo>
                    <a:pt x="93489" y="0"/>
                  </a:lnTo>
                  <a:lnTo>
                    <a:pt x="287118" y="0"/>
                  </a:lnTo>
                  <a:lnTo>
                    <a:pt x="348236" y="21390"/>
                  </a:lnTo>
                  <a:lnTo>
                    <a:pt x="380021" y="77258"/>
                  </a:lnTo>
                  <a:lnTo>
                    <a:pt x="381032" y="95020"/>
                  </a:lnTo>
                  <a:lnTo>
                    <a:pt x="378562" y="111496"/>
                  </a:lnTo>
                  <a:lnTo>
                    <a:pt x="354795" y="151538"/>
                  </a:lnTo>
                  <a:lnTo>
                    <a:pt x="312943" y="166964"/>
                  </a:lnTo>
                  <a:close/>
                </a:path>
              </a:pathLst>
            </a:custGeom>
            <a:solidFill>
              <a:srgbClr val="B6B6B6"/>
            </a:solidFill>
          </p:spPr>
          <p:txBody>
            <a:bodyPr wrap="square" lIns="0" tIns="0" rIns="0" bIns="0" rtlCol="0"/>
            <a:lstStyle/>
            <a:p>
              <a:endParaRPr/>
            </a:p>
          </p:txBody>
        </p:sp>
        <p:pic>
          <p:nvPicPr>
            <p:cNvPr id="118" name="object 118"/>
            <p:cNvPicPr/>
            <p:nvPr/>
          </p:nvPicPr>
          <p:blipFill>
            <a:blip r:embed="rId41" cstate="print"/>
            <a:stretch>
              <a:fillRect/>
            </a:stretch>
          </p:blipFill>
          <p:spPr>
            <a:xfrm>
              <a:off x="4839130" y="3093204"/>
              <a:ext cx="229821" cy="236650"/>
            </a:xfrm>
            <a:prstGeom prst="rect">
              <a:avLst/>
            </a:prstGeom>
          </p:spPr>
        </p:pic>
        <p:sp>
          <p:nvSpPr>
            <p:cNvPr id="119" name="object 119"/>
            <p:cNvSpPr/>
            <p:nvPr/>
          </p:nvSpPr>
          <p:spPr>
            <a:xfrm>
              <a:off x="4916388" y="3040404"/>
              <a:ext cx="83185" cy="26034"/>
            </a:xfrm>
            <a:custGeom>
              <a:avLst/>
              <a:gdLst/>
              <a:ahLst/>
              <a:cxnLst/>
              <a:rect l="l" t="t" r="r" b="b"/>
              <a:pathLst>
                <a:path w="83185" h="26035">
                  <a:moveTo>
                    <a:pt x="82752" y="24428"/>
                  </a:moveTo>
                  <a:lnTo>
                    <a:pt x="0" y="24428"/>
                  </a:lnTo>
                  <a:lnTo>
                    <a:pt x="992" y="20517"/>
                  </a:lnTo>
                  <a:lnTo>
                    <a:pt x="992" y="3911"/>
                  </a:lnTo>
                  <a:lnTo>
                    <a:pt x="0" y="0"/>
                  </a:lnTo>
                  <a:lnTo>
                    <a:pt x="83125" y="0"/>
                  </a:lnTo>
                  <a:lnTo>
                    <a:pt x="81169" y="3911"/>
                  </a:lnTo>
                  <a:lnTo>
                    <a:pt x="81169" y="20113"/>
                  </a:lnTo>
                  <a:lnTo>
                    <a:pt x="82752" y="24428"/>
                  </a:lnTo>
                  <a:close/>
                </a:path>
                <a:path w="83185" h="26035">
                  <a:moveTo>
                    <a:pt x="83125" y="25421"/>
                  </a:moveTo>
                  <a:lnTo>
                    <a:pt x="82752" y="24428"/>
                  </a:lnTo>
                  <a:lnTo>
                    <a:pt x="83125" y="24428"/>
                  </a:lnTo>
                  <a:lnTo>
                    <a:pt x="83125" y="25421"/>
                  </a:lnTo>
                  <a:close/>
                </a:path>
              </a:pathLst>
            </a:custGeom>
            <a:solidFill>
              <a:srgbClr val="B6B6B6"/>
            </a:solidFill>
          </p:spPr>
          <p:txBody>
            <a:bodyPr wrap="square" lIns="0" tIns="0" rIns="0" bIns="0" rtlCol="0"/>
            <a:lstStyle/>
            <a:p>
              <a:endParaRPr/>
            </a:p>
          </p:txBody>
        </p:sp>
      </p:grpSp>
      <p:sp>
        <p:nvSpPr>
          <p:cNvPr id="120" name="object 120"/>
          <p:cNvSpPr/>
          <p:nvPr/>
        </p:nvSpPr>
        <p:spPr>
          <a:xfrm>
            <a:off x="4767369" y="3407906"/>
            <a:ext cx="385445" cy="395605"/>
          </a:xfrm>
          <a:custGeom>
            <a:avLst/>
            <a:gdLst/>
            <a:ahLst/>
            <a:cxnLst/>
            <a:rect l="l" t="t" r="r" b="b"/>
            <a:pathLst>
              <a:path w="385445" h="395604">
                <a:moveTo>
                  <a:pt x="77258" y="395171"/>
                </a:moveTo>
                <a:lnTo>
                  <a:pt x="47024" y="390038"/>
                </a:lnTo>
                <a:lnTo>
                  <a:pt x="22484" y="376105"/>
                </a:lnTo>
                <a:lnTo>
                  <a:pt x="6017" y="355572"/>
                </a:lnTo>
                <a:lnTo>
                  <a:pt x="0" y="330639"/>
                </a:lnTo>
                <a:lnTo>
                  <a:pt x="6017" y="305132"/>
                </a:lnTo>
                <a:lnTo>
                  <a:pt x="22484" y="284304"/>
                </a:lnTo>
                <a:lnTo>
                  <a:pt x="47024" y="270262"/>
                </a:lnTo>
                <a:lnTo>
                  <a:pt x="77258" y="265113"/>
                </a:lnTo>
                <a:lnTo>
                  <a:pt x="91663" y="266488"/>
                </a:lnTo>
                <a:lnTo>
                  <a:pt x="105241" y="270246"/>
                </a:lnTo>
                <a:lnTo>
                  <a:pt x="117539" y="275838"/>
                </a:lnTo>
                <a:lnTo>
                  <a:pt x="128102" y="282713"/>
                </a:lnTo>
                <a:lnTo>
                  <a:pt x="128102" y="57796"/>
                </a:lnTo>
                <a:lnTo>
                  <a:pt x="369657" y="124"/>
                </a:lnTo>
                <a:lnTo>
                  <a:pt x="370774" y="0"/>
                </a:lnTo>
                <a:lnTo>
                  <a:pt x="371364" y="0"/>
                </a:lnTo>
                <a:lnTo>
                  <a:pt x="378565" y="0"/>
                </a:lnTo>
                <a:lnTo>
                  <a:pt x="385301" y="5649"/>
                </a:lnTo>
                <a:lnTo>
                  <a:pt x="385301" y="279795"/>
                </a:lnTo>
                <a:lnTo>
                  <a:pt x="379279" y="305302"/>
                </a:lnTo>
                <a:lnTo>
                  <a:pt x="362805" y="326130"/>
                </a:lnTo>
                <a:lnTo>
                  <a:pt x="338263" y="340172"/>
                </a:lnTo>
                <a:lnTo>
                  <a:pt x="308042" y="345321"/>
                </a:lnTo>
                <a:lnTo>
                  <a:pt x="278377" y="340172"/>
                </a:lnTo>
                <a:lnTo>
                  <a:pt x="254121" y="326130"/>
                </a:lnTo>
                <a:lnTo>
                  <a:pt x="237752" y="305302"/>
                </a:lnTo>
                <a:lnTo>
                  <a:pt x="231745" y="279795"/>
                </a:lnTo>
                <a:lnTo>
                  <a:pt x="237752" y="254862"/>
                </a:lnTo>
                <a:lnTo>
                  <a:pt x="278377" y="220396"/>
                </a:lnTo>
                <a:lnTo>
                  <a:pt x="322466" y="216638"/>
                </a:lnTo>
                <a:lnTo>
                  <a:pt x="359879" y="232863"/>
                </a:lnTo>
                <a:lnTo>
                  <a:pt x="359879" y="106715"/>
                </a:lnTo>
                <a:lnTo>
                  <a:pt x="154517" y="151692"/>
                </a:lnTo>
                <a:lnTo>
                  <a:pt x="154517" y="330639"/>
                </a:lnTo>
                <a:lnTo>
                  <a:pt x="148496" y="355572"/>
                </a:lnTo>
                <a:lnTo>
                  <a:pt x="132021" y="376105"/>
                </a:lnTo>
                <a:lnTo>
                  <a:pt x="107480" y="390038"/>
                </a:lnTo>
                <a:lnTo>
                  <a:pt x="77258" y="395171"/>
                </a:lnTo>
                <a:close/>
              </a:path>
            </a:pathLst>
          </a:custGeom>
          <a:solidFill>
            <a:srgbClr val="B6B6B6"/>
          </a:solidFill>
        </p:spPr>
        <p:txBody>
          <a:bodyPr wrap="square" lIns="0" tIns="0" rIns="0" bIns="0" rtlCol="0"/>
          <a:lstStyle/>
          <a:p>
            <a:endParaRPr/>
          </a:p>
        </p:txBody>
      </p:sp>
      <p:grpSp>
        <p:nvGrpSpPr>
          <p:cNvPr id="121" name="object 121"/>
          <p:cNvGrpSpPr/>
          <p:nvPr/>
        </p:nvGrpSpPr>
        <p:grpSpPr>
          <a:xfrm>
            <a:off x="3414018" y="3885384"/>
            <a:ext cx="393700" cy="395605"/>
            <a:chOff x="3414018" y="3885384"/>
            <a:chExt cx="393700" cy="395605"/>
          </a:xfrm>
        </p:grpSpPr>
        <p:pic>
          <p:nvPicPr>
            <p:cNvPr id="122" name="object 122"/>
            <p:cNvPicPr/>
            <p:nvPr/>
          </p:nvPicPr>
          <p:blipFill>
            <a:blip r:embed="rId42" cstate="print"/>
            <a:stretch>
              <a:fillRect/>
            </a:stretch>
          </p:blipFill>
          <p:spPr>
            <a:xfrm>
              <a:off x="3414018" y="4051635"/>
              <a:ext cx="229540" cy="229200"/>
            </a:xfrm>
            <a:prstGeom prst="rect">
              <a:avLst/>
            </a:prstGeom>
          </p:spPr>
        </p:pic>
        <p:sp>
          <p:nvSpPr>
            <p:cNvPr id="123" name="object 123"/>
            <p:cNvSpPr/>
            <p:nvPr/>
          </p:nvSpPr>
          <p:spPr>
            <a:xfrm>
              <a:off x="3550917" y="3885384"/>
              <a:ext cx="256540" cy="238760"/>
            </a:xfrm>
            <a:custGeom>
              <a:avLst/>
              <a:gdLst/>
              <a:ahLst/>
              <a:cxnLst/>
              <a:rect l="l" t="t" r="r" b="b"/>
              <a:pathLst>
                <a:path w="256539" h="238760">
                  <a:moveTo>
                    <a:pt x="110271" y="238605"/>
                  </a:moveTo>
                  <a:lnTo>
                    <a:pt x="20286" y="147657"/>
                  </a:lnTo>
                  <a:lnTo>
                    <a:pt x="124922" y="43021"/>
                  </a:lnTo>
                  <a:lnTo>
                    <a:pt x="108781" y="26880"/>
                  </a:lnTo>
                  <a:lnTo>
                    <a:pt x="105615" y="25670"/>
                  </a:lnTo>
                  <a:lnTo>
                    <a:pt x="99252" y="25670"/>
                  </a:lnTo>
                  <a:lnTo>
                    <a:pt x="96086" y="26880"/>
                  </a:lnTo>
                  <a:lnTo>
                    <a:pt x="19541" y="103425"/>
                  </a:lnTo>
                  <a:lnTo>
                    <a:pt x="16468" y="104574"/>
                  </a:lnTo>
                  <a:lnTo>
                    <a:pt x="13457" y="104574"/>
                  </a:lnTo>
                  <a:lnTo>
                    <a:pt x="6468" y="102442"/>
                  </a:lnTo>
                  <a:lnTo>
                    <a:pt x="1456" y="97019"/>
                  </a:lnTo>
                  <a:lnTo>
                    <a:pt x="0" y="89763"/>
                  </a:lnTo>
                  <a:lnTo>
                    <a:pt x="3679" y="82132"/>
                  </a:lnTo>
                  <a:lnTo>
                    <a:pt x="75041" y="11733"/>
                  </a:lnTo>
                  <a:lnTo>
                    <a:pt x="101456" y="0"/>
                  </a:lnTo>
                  <a:lnTo>
                    <a:pt x="113791" y="2032"/>
                  </a:lnTo>
                  <a:lnTo>
                    <a:pt x="123828" y="7457"/>
                  </a:lnTo>
                  <a:lnTo>
                    <a:pt x="132945" y="15268"/>
                  </a:lnTo>
                  <a:lnTo>
                    <a:pt x="142522" y="24459"/>
                  </a:lnTo>
                  <a:lnTo>
                    <a:pt x="155144" y="13927"/>
                  </a:lnTo>
                  <a:lnTo>
                    <a:pt x="167913" y="6735"/>
                  </a:lnTo>
                  <a:lnTo>
                    <a:pt x="180611" y="2617"/>
                  </a:lnTo>
                  <a:lnTo>
                    <a:pt x="193024" y="1303"/>
                  </a:lnTo>
                  <a:lnTo>
                    <a:pt x="227629" y="12270"/>
                  </a:lnTo>
                  <a:lnTo>
                    <a:pt x="250914" y="39731"/>
                  </a:lnTo>
                  <a:lnTo>
                    <a:pt x="256343" y="75526"/>
                  </a:lnTo>
                  <a:lnTo>
                    <a:pt x="237380" y="111496"/>
                  </a:lnTo>
                  <a:lnTo>
                    <a:pt x="110271" y="238605"/>
                  </a:lnTo>
                  <a:close/>
                </a:path>
              </a:pathLst>
            </a:custGeom>
            <a:solidFill>
              <a:srgbClr val="B6B6B6"/>
            </a:solidFill>
          </p:spPr>
          <p:txBody>
            <a:bodyPr wrap="square" lIns="0" tIns="0" rIns="0" bIns="0" rtlCol="0"/>
            <a:lstStyle/>
            <a:p>
              <a:endParaRPr/>
            </a:p>
          </p:txBody>
        </p:sp>
      </p:grpSp>
      <p:sp>
        <p:nvSpPr>
          <p:cNvPr id="124" name="object 124"/>
          <p:cNvSpPr/>
          <p:nvPr/>
        </p:nvSpPr>
        <p:spPr>
          <a:xfrm>
            <a:off x="3432022" y="4373549"/>
            <a:ext cx="393700" cy="392430"/>
          </a:xfrm>
          <a:custGeom>
            <a:avLst/>
            <a:gdLst/>
            <a:ahLst/>
            <a:cxnLst/>
            <a:rect l="l" t="t" r="r" b="b"/>
            <a:pathLst>
              <a:path w="393700" h="392429">
                <a:moveTo>
                  <a:pt x="132016" y="163296"/>
                </a:moveTo>
                <a:lnTo>
                  <a:pt x="105625" y="163296"/>
                </a:lnTo>
                <a:lnTo>
                  <a:pt x="105625" y="208280"/>
                </a:lnTo>
                <a:lnTo>
                  <a:pt x="112458" y="213182"/>
                </a:lnTo>
                <a:lnTo>
                  <a:pt x="118325" y="215138"/>
                </a:lnTo>
                <a:lnTo>
                  <a:pt x="125183" y="213182"/>
                </a:lnTo>
                <a:lnTo>
                  <a:pt x="132016" y="208280"/>
                </a:lnTo>
                <a:lnTo>
                  <a:pt x="132016" y="163296"/>
                </a:lnTo>
                <a:close/>
              </a:path>
              <a:path w="393700" h="392429">
                <a:moveTo>
                  <a:pt x="285572" y="163296"/>
                </a:moveTo>
                <a:lnTo>
                  <a:pt x="260146" y="163296"/>
                </a:lnTo>
                <a:lnTo>
                  <a:pt x="260146" y="208280"/>
                </a:lnTo>
                <a:lnTo>
                  <a:pt x="266014" y="213182"/>
                </a:lnTo>
                <a:lnTo>
                  <a:pt x="273837" y="215138"/>
                </a:lnTo>
                <a:lnTo>
                  <a:pt x="279704" y="213182"/>
                </a:lnTo>
                <a:lnTo>
                  <a:pt x="285572" y="208280"/>
                </a:lnTo>
                <a:lnTo>
                  <a:pt x="285572" y="163296"/>
                </a:lnTo>
                <a:close/>
              </a:path>
              <a:path w="393700" h="392429">
                <a:moveTo>
                  <a:pt x="367703" y="213182"/>
                </a:moveTo>
                <a:lnTo>
                  <a:pt x="309994" y="213182"/>
                </a:lnTo>
                <a:lnTo>
                  <a:pt x="304622" y="223481"/>
                </a:lnTo>
                <a:lnTo>
                  <a:pt x="296316" y="231863"/>
                </a:lnTo>
                <a:lnTo>
                  <a:pt x="285800" y="237502"/>
                </a:lnTo>
                <a:lnTo>
                  <a:pt x="273837" y="239560"/>
                </a:lnTo>
                <a:lnTo>
                  <a:pt x="261429" y="237502"/>
                </a:lnTo>
                <a:lnTo>
                  <a:pt x="261112" y="237337"/>
                </a:lnTo>
                <a:lnTo>
                  <a:pt x="261112" y="270878"/>
                </a:lnTo>
                <a:lnTo>
                  <a:pt x="261112" y="337375"/>
                </a:lnTo>
                <a:lnTo>
                  <a:pt x="255244" y="342239"/>
                </a:lnTo>
                <a:lnTo>
                  <a:pt x="137909" y="342239"/>
                </a:lnTo>
                <a:lnTo>
                  <a:pt x="132016" y="335419"/>
                </a:lnTo>
                <a:lnTo>
                  <a:pt x="132016" y="270878"/>
                </a:lnTo>
                <a:lnTo>
                  <a:pt x="137909" y="265023"/>
                </a:lnTo>
                <a:lnTo>
                  <a:pt x="255244" y="265023"/>
                </a:lnTo>
                <a:lnTo>
                  <a:pt x="261112" y="270878"/>
                </a:lnTo>
                <a:lnTo>
                  <a:pt x="261112" y="237337"/>
                </a:lnTo>
                <a:lnTo>
                  <a:pt x="250863" y="231863"/>
                </a:lnTo>
                <a:lnTo>
                  <a:pt x="242481" y="223481"/>
                </a:lnTo>
                <a:lnTo>
                  <a:pt x="236677" y="213182"/>
                </a:lnTo>
                <a:lnTo>
                  <a:pt x="154520" y="213182"/>
                </a:lnTo>
                <a:lnTo>
                  <a:pt x="149275" y="223481"/>
                </a:lnTo>
                <a:lnTo>
                  <a:pt x="141198" y="231863"/>
                </a:lnTo>
                <a:lnTo>
                  <a:pt x="130721" y="237502"/>
                </a:lnTo>
                <a:lnTo>
                  <a:pt x="118325" y="239560"/>
                </a:lnTo>
                <a:lnTo>
                  <a:pt x="106908" y="237782"/>
                </a:lnTo>
                <a:lnTo>
                  <a:pt x="96697" y="232600"/>
                </a:lnTo>
                <a:lnTo>
                  <a:pt x="88493" y="224307"/>
                </a:lnTo>
                <a:lnTo>
                  <a:pt x="83121" y="213182"/>
                </a:lnTo>
                <a:lnTo>
                  <a:pt x="25425" y="213182"/>
                </a:lnTo>
                <a:lnTo>
                  <a:pt x="25425" y="353974"/>
                </a:lnTo>
                <a:lnTo>
                  <a:pt x="28511" y="368604"/>
                </a:lnTo>
                <a:lnTo>
                  <a:pt x="36931" y="380758"/>
                </a:lnTo>
                <a:lnTo>
                  <a:pt x="49377" y="389051"/>
                </a:lnTo>
                <a:lnTo>
                  <a:pt x="64566" y="392125"/>
                </a:lnTo>
                <a:lnTo>
                  <a:pt x="329552" y="392125"/>
                </a:lnTo>
                <a:lnTo>
                  <a:pt x="344182" y="389051"/>
                </a:lnTo>
                <a:lnTo>
                  <a:pt x="356336" y="380758"/>
                </a:lnTo>
                <a:lnTo>
                  <a:pt x="364629" y="368604"/>
                </a:lnTo>
                <a:lnTo>
                  <a:pt x="367703" y="353974"/>
                </a:lnTo>
                <a:lnTo>
                  <a:pt x="367703" y="342239"/>
                </a:lnTo>
                <a:lnTo>
                  <a:pt x="367703" y="265023"/>
                </a:lnTo>
                <a:lnTo>
                  <a:pt x="367703" y="239560"/>
                </a:lnTo>
                <a:lnTo>
                  <a:pt x="367703" y="213182"/>
                </a:lnTo>
                <a:close/>
              </a:path>
              <a:path w="393700" h="392429">
                <a:moveTo>
                  <a:pt x="393128" y="88988"/>
                </a:moveTo>
                <a:lnTo>
                  <a:pt x="389902" y="74777"/>
                </a:lnTo>
                <a:lnTo>
                  <a:pt x="381279" y="62585"/>
                </a:lnTo>
                <a:lnTo>
                  <a:pt x="368795" y="54051"/>
                </a:lnTo>
                <a:lnTo>
                  <a:pt x="354012" y="50838"/>
                </a:lnTo>
                <a:lnTo>
                  <a:pt x="285572" y="50838"/>
                </a:lnTo>
                <a:lnTo>
                  <a:pt x="285572" y="38112"/>
                </a:lnTo>
                <a:lnTo>
                  <a:pt x="262051" y="3467"/>
                </a:lnTo>
                <a:lnTo>
                  <a:pt x="261112" y="3263"/>
                </a:lnTo>
                <a:lnTo>
                  <a:pt x="261112" y="38112"/>
                </a:lnTo>
                <a:lnTo>
                  <a:pt x="261112" y="50838"/>
                </a:lnTo>
                <a:lnTo>
                  <a:pt x="132016" y="50838"/>
                </a:lnTo>
                <a:lnTo>
                  <a:pt x="132016" y="31280"/>
                </a:lnTo>
                <a:lnTo>
                  <a:pt x="137909" y="26377"/>
                </a:lnTo>
                <a:lnTo>
                  <a:pt x="144741" y="25412"/>
                </a:lnTo>
                <a:lnTo>
                  <a:pt x="255244" y="25412"/>
                </a:lnTo>
                <a:lnTo>
                  <a:pt x="260146" y="31280"/>
                </a:lnTo>
                <a:lnTo>
                  <a:pt x="261112" y="38112"/>
                </a:lnTo>
                <a:lnTo>
                  <a:pt x="261112" y="3263"/>
                </a:lnTo>
                <a:lnTo>
                  <a:pt x="246456" y="0"/>
                </a:lnTo>
                <a:lnTo>
                  <a:pt x="143776" y="0"/>
                </a:lnTo>
                <a:lnTo>
                  <a:pt x="129146" y="2933"/>
                </a:lnTo>
                <a:lnTo>
                  <a:pt x="116992" y="10985"/>
                </a:lnTo>
                <a:lnTo>
                  <a:pt x="108699" y="23088"/>
                </a:lnTo>
                <a:lnTo>
                  <a:pt x="105625" y="38112"/>
                </a:lnTo>
                <a:lnTo>
                  <a:pt x="105625" y="50838"/>
                </a:lnTo>
                <a:lnTo>
                  <a:pt x="38150" y="50838"/>
                </a:lnTo>
                <a:lnTo>
                  <a:pt x="23114" y="53771"/>
                </a:lnTo>
                <a:lnTo>
                  <a:pt x="11010" y="61849"/>
                </a:lnTo>
                <a:lnTo>
                  <a:pt x="2933" y="73952"/>
                </a:lnTo>
                <a:lnTo>
                  <a:pt x="0" y="88988"/>
                </a:lnTo>
                <a:lnTo>
                  <a:pt x="0" y="181889"/>
                </a:lnTo>
                <a:lnTo>
                  <a:pt x="5867" y="187756"/>
                </a:lnTo>
                <a:lnTo>
                  <a:pt x="80213" y="187756"/>
                </a:lnTo>
                <a:lnTo>
                  <a:pt x="80213" y="142748"/>
                </a:lnTo>
                <a:lnTo>
                  <a:pt x="87033" y="135915"/>
                </a:lnTo>
                <a:lnTo>
                  <a:pt x="152565" y="135915"/>
                </a:lnTo>
                <a:lnTo>
                  <a:pt x="158432" y="142748"/>
                </a:lnTo>
                <a:lnTo>
                  <a:pt x="158432" y="187756"/>
                </a:lnTo>
                <a:lnTo>
                  <a:pt x="235686" y="187756"/>
                </a:lnTo>
                <a:lnTo>
                  <a:pt x="235686" y="142748"/>
                </a:lnTo>
                <a:lnTo>
                  <a:pt x="241554" y="135915"/>
                </a:lnTo>
                <a:lnTo>
                  <a:pt x="306082" y="135915"/>
                </a:lnTo>
                <a:lnTo>
                  <a:pt x="310984" y="142748"/>
                </a:lnTo>
                <a:lnTo>
                  <a:pt x="310984" y="187756"/>
                </a:lnTo>
                <a:lnTo>
                  <a:pt x="387261" y="187756"/>
                </a:lnTo>
                <a:lnTo>
                  <a:pt x="393128" y="181889"/>
                </a:lnTo>
                <a:lnTo>
                  <a:pt x="393128" y="135915"/>
                </a:lnTo>
                <a:lnTo>
                  <a:pt x="393128" y="88988"/>
                </a:lnTo>
                <a:close/>
              </a:path>
            </a:pathLst>
          </a:custGeom>
          <a:solidFill>
            <a:srgbClr val="B6B6B6"/>
          </a:solidFill>
        </p:spPr>
        <p:txBody>
          <a:bodyPr wrap="square" lIns="0" tIns="0" rIns="0" bIns="0" rtlCol="0"/>
          <a:lstStyle/>
          <a:p>
            <a:endParaRPr/>
          </a:p>
        </p:txBody>
      </p:sp>
      <p:sp>
        <p:nvSpPr>
          <p:cNvPr id="125" name="object 125"/>
          <p:cNvSpPr/>
          <p:nvPr/>
        </p:nvSpPr>
        <p:spPr>
          <a:xfrm>
            <a:off x="3431095" y="4859718"/>
            <a:ext cx="394335" cy="393700"/>
          </a:xfrm>
          <a:custGeom>
            <a:avLst/>
            <a:gdLst/>
            <a:ahLst/>
            <a:cxnLst/>
            <a:rect l="l" t="t" r="r" b="b"/>
            <a:pathLst>
              <a:path w="394335" h="393700">
                <a:moveTo>
                  <a:pt x="315861" y="157467"/>
                </a:moveTo>
                <a:lnTo>
                  <a:pt x="309499" y="118351"/>
                </a:lnTo>
                <a:lnTo>
                  <a:pt x="285242" y="64439"/>
                </a:lnTo>
                <a:lnTo>
                  <a:pt x="251028" y="30353"/>
                </a:lnTo>
                <a:lnTo>
                  <a:pt x="207860" y="8013"/>
                </a:lnTo>
                <a:lnTo>
                  <a:pt x="197535" y="6350"/>
                </a:lnTo>
                <a:lnTo>
                  <a:pt x="197535" y="157467"/>
                </a:lnTo>
                <a:lnTo>
                  <a:pt x="194449" y="172643"/>
                </a:lnTo>
                <a:lnTo>
                  <a:pt x="186055" y="185089"/>
                </a:lnTo>
                <a:lnTo>
                  <a:pt x="173621" y="193484"/>
                </a:lnTo>
                <a:lnTo>
                  <a:pt x="158432" y="196570"/>
                </a:lnTo>
                <a:lnTo>
                  <a:pt x="142824" y="193484"/>
                </a:lnTo>
                <a:lnTo>
                  <a:pt x="130441" y="185089"/>
                </a:lnTo>
                <a:lnTo>
                  <a:pt x="122262" y="172643"/>
                </a:lnTo>
                <a:lnTo>
                  <a:pt x="119316" y="157467"/>
                </a:lnTo>
                <a:lnTo>
                  <a:pt x="122402" y="142684"/>
                </a:lnTo>
                <a:lnTo>
                  <a:pt x="130810" y="130200"/>
                </a:lnTo>
                <a:lnTo>
                  <a:pt x="143243" y="121577"/>
                </a:lnTo>
                <a:lnTo>
                  <a:pt x="158432" y="118351"/>
                </a:lnTo>
                <a:lnTo>
                  <a:pt x="173621" y="121297"/>
                </a:lnTo>
                <a:lnTo>
                  <a:pt x="186055" y="129463"/>
                </a:lnTo>
                <a:lnTo>
                  <a:pt x="194449" y="141859"/>
                </a:lnTo>
                <a:lnTo>
                  <a:pt x="197535" y="157467"/>
                </a:lnTo>
                <a:lnTo>
                  <a:pt x="197535" y="6350"/>
                </a:lnTo>
                <a:lnTo>
                  <a:pt x="158432" y="0"/>
                </a:lnTo>
                <a:lnTo>
                  <a:pt x="108534" y="8013"/>
                </a:lnTo>
                <a:lnTo>
                  <a:pt x="65062" y="30353"/>
                </a:lnTo>
                <a:lnTo>
                  <a:pt x="30695" y="64439"/>
                </a:lnTo>
                <a:lnTo>
                  <a:pt x="8128" y="107670"/>
                </a:lnTo>
                <a:lnTo>
                  <a:pt x="0" y="157467"/>
                </a:lnTo>
                <a:lnTo>
                  <a:pt x="8877" y="207632"/>
                </a:lnTo>
                <a:lnTo>
                  <a:pt x="31546" y="250901"/>
                </a:lnTo>
                <a:lnTo>
                  <a:pt x="65620" y="284822"/>
                </a:lnTo>
                <a:lnTo>
                  <a:pt x="108724" y="306971"/>
                </a:lnTo>
                <a:lnTo>
                  <a:pt x="158432" y="314896"/>
                </a:lnTo>
                <a:lnTo>
                  <a:pt x="207860" y="306882"/>
                </a:lnTo>
                <a:lnTo>
                  <a:pt x="251028" y="284543"/>
                </a:lnTo>
                <a:lnTo>
                  <a:pt x="285242" y="250482"/>
                </a:lnTo>
                <a:lnTo>
                  <a:pt x="307759" y="207264"/>
                </a:lnTo>
                <a:lnTo>
                  <a:pt x="309499" y="196570"/>
                </a:lnTo>
                <a:lnTo>
                  <a:pt x="315861" y="157467"/>
                </a:lnTo>
                <a:close/>
              </a:path>
              <a:path w="394335" h="393700">
                <a:moveTo>
                  <a:pt x="394119" y="192659"/>
                </a:moveTo>
                <a:lnTo>
                  <a:pt x="359879" y="158419"/>
                </a:lnTo>
                <a:lnTo>
                  <a:pt x="357403" y="158267"/>
                </a:lnTo>
                <a:lnTo>
                  <a:pt x="356184" y="158267"/>
                </a:lnTo>
                <a:lnTo>
                  <a:pt x="340118" y="161277"/>
                </a:lnTo>
                <a:lnTo>
                  <a:pt x="326999" y="169557"/>
                </a:lnTo>
                <a:lnTo>
                  <a:pt x="318147" y="182016"/>
                </a:lnTo>
                <a:lnTo>
                  <a:pt x="314909" y="197535"/>
                </a:lnTo>
                <a:lnTo>
                  <a:pt x="316826" y="209677"/>
                </a:lnTo>
                <a:lnTo>
                  <a:pt x="322237" y="220535"/>
                </a:lnTo>
                <a:lnTo>
                  <a:pt x="330581" y="229184"/>
                </a:lnTo>
                <a:lnTo>
                  <a:pt x="341312" y="234721"/>
                </a:lnTo>
                <a:lnTo>
                  <a:pt x="341312" y="250367"/>
                </a:lnTo>
                <a:lnTo>
                  <a:pt x="335280" y="282422"/>
                </a:lnTo>
                <a:lnTo>
                  <a:pt x="318693" y="309524"/>
                </a:lnTo>
                <a:lnTo>
                  <a:pt x="293865" y="329298"/>
                </a:lnTo>
                <a:lnTo>
                  <a:pt x="263067" y="339356"/>
                </a:lnTo>
                <a:lnTo>
                  <a:pt x="263067" y="308038"/>
                </a:lnTo>
                <a:lnTo>
                  <a:pt x="239839" y="321754"/>
                </a:lnTo>
                <a:lnTo>
                  <a:pt x="214414" y="331889"/>
                </a:lnTo>
                <a:lnTo>
                  <a:pt x="187159" y="338162"/>
                </a:lnTo>
                <a:lnTo>
                  <a:pt x="158432" y="340321"/>
                </a:lnTo>
                <a:lnTo>
                  <a:pt x="129692" y="338162"/>
                </a:lnTo>
                <a:lnTo>
                  <a:pt x="102323" y="331889"/>
                </a:lnTo>
                <a:lnTo>
                  <a:pt x="76606" y="321754"/>
                </a:lnTo>
                <a:lnTo>
                  <a:pt x="52832" y="308038"/>
                </a:lnTo>
                <a:lnTo>
                  <a:pt x="52832" y="354012"/>
                </a:lnTo>
                <a:lnTo>
                  <a:pt x="55918" y="369620"/>
                </a:lnTo>
                <a:lnTo>
                  <a:pt x="64325" y="382003"/>
                </a:lnTo>
                <a:lnTo>
                  <a:pt x="76758" y="390169"/>
                </a:lnTo>
                <a:lnTo>
                  <a:pt x="91948" y="393115"/>
                </a:lnTo>
                <a:lnTo>
                  <a:pt x="220040" y="393115"/>
                </a:lnTo>
                <a:lnTo>
                  <a:pt x="232740" y="391198"/>
                </a:lnTo>
                <a:lnTo>
                  <a:pt x="243878" y="385800"/>
                </a:lnTo>
                <a:lnTo>
                  <a:pt x="252641" y="377456"/>
                </a:lnTo>
                <a:lnTo>
                  <a:pt x="258191" y="366737"/>
                </a:lnTo>
                <a:lnTo>
                  <a:pt x="300990" y="354152"/>
                </a:lnTo>
                <a:lnTo>
                  <a:pt x="335191" y="328472"/>
                </a:lnTo>
                <a:lnTo>
                  <a:pt x="358025" y="292328"/>
                </a:lnTo>
                <a:lnTo>
                  <a:pt x="366737" y="248412"/>
                </a:lnTo>
                <a:lnTo>
                  <a:pt x="366737" y="232765"/>
                </a:lnTo>
                <a:lnTo>
                  <a:pt x="378155" y="226631"/>
                </a:lnTo>
                <a:lnTo>
                  <a:pt x="387019" y="217474"/>
                </a:lnTo>
                <a:lnTo>
                  <a:pt x="392582" y="205930"/>
                </a:lnTo>
                <a:lnTo>
                  <a:pt x="394119" y="192659"/>
                </a:lnTo>
                <a:close/>
              </a:path>
            </a:pathLst>
          </a:custGeom>
          <a:solidFill>
            <a:srgbClr val="B6B6B6"/>
          </a:solidFill>
        </p:spPr>
        <p:txBody>
          <a:bodyPr wrap="square" lIns="0" tIns="0" rIns="0" bIns="0" rtlCol="0"/>
          <a:lstStyle/>
          <a:p>
            <a:endParaRPr/>
          </a:p>
        </p:txBody>
      </p:sp>
      <p:grpSp>
        <p:nvGrpSpPr>
          <p:cNvPr id="126" name="object 126"/>
          <p:cNvGrpSpPr/>
          <p:nvPr/>
        </p:nvGrpSpPr>
        <p:grpSpPr>
          <a:xfrm>
            <a:off x="4830942" y="4854343"/>
            <a:ext cx="394335" cy="395605"/>
            <a:chOff x="4830942" y="4854343"/>
            <a:chExt cx="394335" cy="395605"/>
          </a:xfrm>
        </p:grpSpPr>
        <p:pic>
          <p:nvPicPr>
            <p:cNvPr id="127" name="object 127"/>
            <p:cNvPicPr/>
            <p:nvPr/>
          </p:nvPicPr>
          <p:blipFill>
            <a:blip r:embed="rId43" cstate="print"/>
            <a:stretch>
              <a:fillRect/>
            </a:stretch>
          </p:blipFill>
          <p:spPr>
            <a:xfrm>
              <a:off x="5072496" y="5096859"/>
              <a:ext cx="152546" cy="152562"/>
            </a:xfrm>
            <a:prstGeom prst="rect">
              <a:avLst/>
            </a:prstGeom>
          </p:spPr>
        </p:pic>
        <p:sp>
          <p:nvSpPr>
            <p:cNvPr id="128" name="object 128"/>
            <p:cNvSpPr/>
            <p:nvPr/>
          </p:nvSpPr>
          <p:spPr>
            <a:xfrm>
              <a:off x="4830942" y="4854343"/>
              <a:ext cx="308610" cy="309245"/>
            </a:xfrm>
            <a:custGeom>
              <a:avLst/>
              <a:gdLst/>
              <a:ahLst/>
              <a:cxnLst/>
              <a:rect l="l" t="t" r="r" b="b"/>
              <a:pathLst>
                <a:path w="308610" h="309245">
                  <a:moveTo>
                    <a:pt x="157776" y="309035"/>
                  </a:moveTo>
                  <a:lnTo>
                    <a:pt x="155604" y="309035"/>
                  </a:lnTo>
                  <a:lnTo>
                    <a:pt x="154517" y="309004"/>
                  </a:lnTo>
                  <a:lnTo>
                    <a:pt x="106146" y="301010"/>
                  </a:lnTo>
                  <a:lnTo>
                    <a:pt x="63788" y="278840"/>
                  </a:lnTo>
                  <a:lnTo>
                    <a:pt x="30164" y="245216"/>
                  </a:lnTo>
                  <a:lnTo>
                    <a:pt x="7994" y="202858"/>
                  </a:lnTo>
                  <a:lnTo>
                    <a:pt x="0" y="154487"/>
                  </a:lnTo>
                  <a:lnTo>
                    <a:pt x="7994" y="106130"/>
                  </a:lnTo>
                  <a:lnTo>
                    <a:pt x="30164" y="63781"/>
                  </a:lnTo>
                  <a:lnTo>
                    <a:pt x="63788" y="30162"/>
                  </a:lnTo>
                  <a:lnTo>
                    <a:pt x="106146" y="7994"/>
                  </a:lnTo>
                  <a:lnTo>
                    <a:pt x="154517" y="0"/>
                  </a:lnTo>
                  <a:lnTo>
                    <a:pt x="202774" y="7994"/>
                  </a:lnTo>
                  <a:lnTo>
                    <a:pt x="244884" y="30162"/>
                  </a:lnTo>
                  <a:lnTo>
                    <a:pt x="267329" y="52799"/>
                  </a:lnTo>
                  <a:lnTo>
                    <a:pt x="154517" y="52799"/>
                  </a:lnTo>
                  <a:lnTo>
                    <a:pt x="114549" y="61003"/>
                  </a:lnTo>
                  <a:lnTo>
                    <a:pt x="81911" y="83234"/>
                  </a:lnTo>
                  <a:lnTo>
                    <a:pt x="59905" y="115917"/>
                  </a:lnTo>
                  <a:lnTo>
                    <a:pt x="51836" y="155480"/>
                  </a:lnTo>
                  <a:lnTo>
                    <a:pt x="59905" y="195448"/>
                  </a:lnTo>
                  <a:lnTo>
                    <a:pt x="81911" y="228086"/>
                  </a:lnTo>
                  <a:lnTo>
                    <a:pt x="114549" y="250092"/>
                  </a:lnTo>
                  <a:lnTo>
                    <a:pt x="154517" y="258161"/>
                  </a:lnTo>
                  <a:lnTo>
                    <a:pt x="267157" y="258161"/>
                  </a:lnTo>
                  <a:lnTo>
                    <a:pt x="264027" y="262072"/>
                  </a:lnTo>
                  <a:lnTo>
                    <a:pt x="240982" y="281863"/>
                  </a:lnTo>
                  <a:lnTo>
                    <a:pt x="215138" y="296623"/>
                  </a:lnTo>
                  <a:lnTo>
                    <a:pt x="187176" y="305848"/>
                  </a:lnTo>
                  <a:lnTo>
                    <a:pt x="157776" y="309035"/>
                  </a:lnTo>
                  <a:close/>
                </a:path>
                <a:path w="308610" h="309245">
                  <a:moveTo>
                    <a:pt x="267157" y="258161"/>
                  </a:moveTo>
                  <a:lnTo>
                    <a:pt x="154517" y="258161"/>
                  </a:lnTo>
                  <a:lnTo>
                    <a:pt x="175738" y="255882"/>
                  </a:lnTo>
                  <a:lnTo>
                    <a:pt x="195219" y="249477"/>
                  </a:lnTo>
                  <a:lnTo>
                    <a:pt x="227865" y="226872"/>
                  </a:lnTo>
                  <a:lnTo>
                    <a:pt x="249120" y="194470"/>
                  </a:lnTo>
                  <a:lnTo>
                    <a:pt x="257198" y="155480"/>
                  </a:lnTo>
                  <a:lnTo>
                    <a:pt x="248993" y="115917"/>
                  </a:lnTo>
                  <a:lnTo>
                    <a:pt x="226763" y="83234"/>
                  </a:lnTo>
                  <a:lnTo>
                    <a:pt x="194080" y="61003"/>
                  </a:lnTo>
                  <a:lnTo>
                    <a:pt x="154517" y="52799"/>
                  </a:lnTo>
                  <a:lnTo>
                    <a:pt x="267329" y="52799"/>
                  </a:lnTo>
                  <a:lnTo>
                    <a:pt x="278218" y="63781"/>
                  </a:lnTo>
                  <a:lnTo>
                    <a:pt x="300147" y="106130"/>
                  </a:lnTo>
                  <a:lnTo>
                    <a:pt x="308042" y="154487"/>
                  </a:lnTo>
                  <a:lnTo>
                    <a:pt x="305154" y="184091"/>
                  </a:lnTo>
                  <a:lnTo>
                    <a:pt x="296673" y="212318"/>
                  </a:lnTo>
                  <a:lnTo>
                    <a:pt x="282873" y="238526"/>
                  </a:lnTo>
                  <a:lnTo>
                    <a:pt x="267157" y="258161"/>
                  </a:lnTo>
                  <a:close/>
                </a:path>
              </a:pathLst>
            </a:custGeom>
            <a:solidFill>
              <a:srgbClr val="B6B6B6"/>
            </a:solidFill>
          </p:spPr>
          <p:txBody>
            <a:bodyPr wrap="square" lIns="0" tIns="0" rIns="0" bIns="0" rtlCol="0"/>
            <a:lstStyle/>
            <a:p>
              <a:endParaRPr/>
            </a:p>
          </p:txBody>
        </p:sp>
      </p:grpSp>
      <p:grpSp>
        <p:nvGrpSpPr>
          <p:cNvPr id="129" name="object 129"/>
          <p:cNvGrpSpPr/>
          <p:nvPr/>
        </p:nvGrpSpPr>
        <p:grpSpPr>
          <a:xfrm>
            <a:off x="2892447" y="2447989"/>
            <a:ext cx="394335" cy="394335"/>
            <a:chOff x="2892447" y="2447989"/>
            <a:chExt cx="394335" cy="394335"/>
          </a:xfrm>
        </p:grpSpPr>
        <p:sp>
          <p:nvSpPr>
            <p:cNvPr id="130" name="object 130"/>
            <p:cNvSpPr/>
            <p:nvPr/>
          </p:nvSpPr>
          <p:spPr>
            <a:xfrm>
              <a:off x="2892437" y="2518143"/>
              <a:ext cx="394335" cy="305435"/>
            </a:xfrm>
            <a:custGeom>
              <a:avLst/>
              <a:gdLst/>
              <a:ahLst/>
              <a:cxnLst/>
              <a:rect l="l" t="t" r="r" b="b"/>
              <a:pathLst>
                <a:path w="394335" h="305435">
                  <a:moveTo>
                    <a:pt x="51803" y="50876"/>
                  </a:moveTo>
                  <a:lnTo>
                    <a:pt x="0" y="0"/>
                  </a:lnTo>
                  <a:lnTo>
                    <a:pt x="0" y="305130"/>
                  </a:lnTo>
                  <a:lnTo>
                    <a:pt x="51803" y="254279"/>
                  </a:lnTo>
                  <a:lnTo>
                    <a:pt x="51803" y="50876"/>
                  </a:lnTo>
                  <a:close/>
                </a:path>
                <a:path w="394335" h="305435">
                  <a:moveTo>
                    <a:pt x="394093" y="0"/>
                  </a:moveTo>
                  <a:lnTo>
                    <a:pt x="342252" y="50876"/>
                  </a:lnTo>
                  <a:lnTo>
                    <a:pt x="342252" y="254279"/>
                  </a:lnTo>
                  <a:lnTo>
                    <a:pt x="394093" y="305130"/>
                  </a:lnTo>
                  <a:lnTo>
                    <a:pt x="394093" y="0"/>
                  </a:lnTo>
                  <a:close/>
                </a:path>
              </a:pathLst>
            </a:custGeom>
            <a:solidFill>
              <a:srgbClr val="B6B6B6"/>
            </a:solidFill>
          </p:spPr>
          <p:txBody>
            <a:bodyPr wrap="square" lIns="0" tIns="0" rIns="0" bIns="0" rtlCol="0"/>
            <a:lstStyle/>
            <a:p>
              <a:endParaRPr/>
            </a:p>
          </p:txBody>
        </p:sp>
        <p:pic>
          <p:nvPicPr>
            <p:cNvPr id="131" name="object 131"/>
            <p:cNvPicPr/>
            <p:nvPr/>
          </p:nvPicPr>
          <p:blipFill>
            <a:blip r:embed="rId44" cstate="print"/>
            <a:stretch>
              <a:fillRect/>
            </a:stretch>
          </p:blipFill>
          <p:spPr>
            <a:xfrm>
              <a:off x="2969705" y="2576837"/>
              <a:ext cx="239567" cy="187761"/>
            </a:xfrm>
            <a:prstGeom prst="rect">
              <a:avLst/>
            </a:prstGeom>
          </p:spPr>
        </p:pic>
        <p:sp>
          <p:nvSpPr>
            <p:cNvPr id="132" name="object 132"/>
            <p:cNvSpPr/>
            <p:nvPr/>
          </p:nvSpPr>
          <p:spPr>
            <a:xfrm>
              <a:off x="2910039" y="2448001"/>
              <a:ext cx="358140" cy="394335"/>
            </a:xfrm>
            <a:custGeom>
              <a:avLst/>
              <a:gdLst/>
              <a:ahLst/>
              <a:cxnLst/>
              <a:rect l="l" t="t" r="r" b="b"/>
              <a:pathLst>
                <a:path w="358139" h="394335">
                  <a:moveTo>
                    <a:pt x="357924" y="393827"/>
                  </a:moveTo>
                  <a:lnTo>
                    <a:pt x="306082" y="342988"/>
                  </a:lnTo>
                  <a:lnTo>
                    <a:pt x="51841" y="342988"/>
                  </a:lnTo>
                  <a:lnTo>
                    <a:pt x="965" y="393827"/>
                  </a:lnTo>
                  <a:lnTo>
                    <a:pt x="357924" y="393827"/>
                  </a:lnTo>
                  <a:close/>
                </a:path>
                <a:path w="358139" h="394335">
                  <a:moveTo>
                    <a:pt x="357924" y="51587"/>
                  </a:moveTo>
                  <a:lnTo>
                    <a:pt x="235661" y="51587"/>
                  </a:lnTo>
                  <a:lnTo>
                    <a:pt x="216115" y="32029"/>
                  </a:lnTo>
                  <a:lnTo>
                    <a:pt x="200456" y="16370"/>
                  </a:lnTo>
                  <a:lnTo>
                    <a:pt x="200456" y="52539"/>
                  </a:lnTo>
                  <a:lnTo>
                    <a:pt x="159397" y="52539"/>
                  </a:lnTo>
                  <a:lnTo>
                    <a:pt x="179946" y="32029"/>
                  </a:lnTo>
                  <a:lnTo>
                    <a:pt x="200456" y="52539"/>
                  </a:lnTo>
                  <a:lnTo>
                    <a:pt x="200456" y="16370"/>
                  </a:lnTo>
                  <a:lnTo>
                    <a:pt x="185305" y="1206"/>
                  </a:lnTo>
                  <a:lnTo>
                    <a:pt x="181902" y="0"/>
                  </a:lnTo>
                  <a:lnTo>
                    <a:pt x="175031" y="0"/>
                  </a:lnTo>
                  <a:lnTo>
                    <a:pt x="171627" y="1206"/>
                  </a:lnTo>
                  <a:lnTo>
                    <a:pt x="169164" y="3657"/>
                  </a:lnTo>
                  <a:lnTo>
                    <a:pt x="122237" y="51587"/>
                  </a:lnTo>
                  <a:lnTo>
                    <a:pt x="0" y="51587"/>
                  </a:lnTo>
                  <a:lnTo>
                    <a:pt x="50838" y="103390"/>
                  </a:lnTo>
                  <a:lnTo>
                    <a:pt x="306082" y="103390"/>
                  </a:lnTo>
                  <a:lnTo>
                    <a:pt x="356958" y="52539"/>
                  </a:lnTo>
                  <a:lnTo>
                    <a:pt x="357924" y="51587"/>
                  </a:lnTo>
                  <a:close/>
                </a:path>
              </a:pathLst>
            </a:custGeom>
            <a:solidFill>
              <a:srgbClr val="B6B6B6"/>
            </a:solidFill>
          </p:spPr>
          <p:txBody>
            <a:bodyPr wrap="square" lIns="0" tIns="0" rIns="0" bIns="0" rtlCol="0"/>
            <a:lstStyle/>
            <a:p>
              <a:endParaRPr/>
            </a:p>
          </p:txBody>
        </p:sp>
      </p:grpSp>
      <p:pic>
        <p:nvPicPr>
          <p:cNvPr id="133" name="object 133"/>
          <p:cNvPicPr/>
          <p:nvPr/>
        </p:nvPicPr>
        <p:blipFill>
          <a:blip r:embed="rId45" cstate="print"/>
          <a:stretch>
            <a:fillRect/>
          </a:stretch>
        </p:blipFill>
        <p:spPr>
          <a:xfrm>
            <a:off x="2891933" y="2912302"/>
            <a:ext cx="395078" cy="393123"/>
          </a:xfrm>
          <a:prstGeom prst="rect">
            <a:avLst/>
          </a:prstGeom>
        </p:spPr>
      </p:pic>
      <p:sp>
        <p:nvSpPr>
          <p:cNvPr id="134" name="object 134"/>
          <p:cNvSpPr/>
          <p:nvPr/>
        </p:nvSpPr>
        <p:spPr>
          <a:xfrm>
            <a:off x="2893999" y="3384533"/>
            <a:ext cx="395605" cy="392430"/>
          </a:xfrm>
          <a:custGeom>
            <a:avLst/>
            <a:gdLst/>
            <a:ahLst/>
            <a:cxnLst/>
            <a:rect l="l" t="t" r="r" b="b"/>
            <a:pathLst>
              <a:path w="395604" h="392429">
                <a:moveTo>
                  <a:pt x="189717" y="280665"/>
                </a:moveTo>
                <a:lnTo>
                  <a:pt x="5866" y="280665"/>
                </a:lnTo>
                <a:lnTo>
                  <a:pt x="0" y="273836"/>
                </a:lnTo>
                <a:lnTo>
                  <a:pt x="2917" y="268932"/>
                </a:lnTo>
                <a:lnTo>
                  <a:pt x="2917" y="263065"/>
                </a:lnTo>
                <a:lnTo>
                  <a:pt x="8784" y="257198"/>
                </a:lnTo>
                <a:lnTo>
                  <a:pt x="76265" y="257198"/>
                </a:lnTo>
                <a:lnTo>
                  <a:pt x="142753" y="145733"/>
                </a:lnTo>
                <a:lnTo>
                  <a:pt x="139630" y="138384"/>
                </a:lnTo>
                <a:lnTo>
                  <a:pt x="137511" y="130942"/>
                </a:lnTo>
                <a:lnTo>
                  <a:pt x="136306" y="123314"/>
                </a:lnTo>
                <a:lnTo>
                  <a:pt x="135924" y="115407"/>
                </a:lnTo>
                <a:lnTo>
                  <a:pt x="137697" y="100173"/>
                </a:lnTo>
                <a:lnTo>
                  <a:pt x="142769" y="86679"/>
                </a:lnTo>
                <a:lnTo>
                  <a:pt x="150774" y="74838"/>
                </a:lnTo>
                <a:lnTo>
                  <a:pt x="161346" y="64563"/>
                </a:lnTo>
                <a:lnTo>
                  <a:pt x="161346" y="38148"/>
                </a:lnTo>
                <a:lnTo>
                  <a:pt x="164417" y="23531"/>
                </a:lnTo>
                <a:lnTo>
                  <a:pt x="172715" y="11380"/>
                </a:lnTo>
                <a:lnTo>
                  <a:pt x="184865" y="3075"/>
                </a:lnTo>
                <a:lnTo>
                  <a:pt x="199495" y="0"/>
                </a:lnTo>
                <a:lnTo>
                  <a:pt x="214106" y="3075"/>
                </a:lnTo>
                <a:lnTo>
                  <a:pt x="226247" y="11380"/>
                </a:lnTo>
                <a:lnTo>
                  <a:pt x="234541" y="23531"/>
                </a:lnTo>
                <a:lnTo>
                  <a:pt x="237612" y="38148"/>
                </a:lnTo>
                <a:lnTo>
                  <a:pt x="237612" y="64563"/>
                </a:lnTo>
                <a:lnTo>
                  <a:pt x="247944" y="74341"/>
                </a:lnTo>
                <a:lnTo>
                  <a:pt x="197539" y="74341"/>
                </a:lnTo>
                <a:lnTo>
                  <a:pt x="182228" y="77427"/>
                </a:lnTo>
                <a:lnTo>
                  <a:pt x="169665" y="85830"/>
                </a:lnTo>
                <a:lnTo>
                  <a:pt x="161501" y="98266"/>
                </a:lnTo>
                <a:lnTo>
                  <a:pt x="159391" y="113451"/>
                </a:lnTo>
                <a:lnTo>
                  <a:pt x="162326" y="128487"/>
                </a:lnTo>
                <a:lnTo>
                  <a:pt x="170398" y="140592"/>
                </a:lnTo>
                <a:lnTo>
                  <a:pt x="182503" y="148664"/>
                </a:lnTo>
                <a:lnTo>
                  <a:pt x="197539" y="151600"/>
                </a:lnTo>
                <a:lnTo>
                  <a:pt x="257779" y="151600"/>
                </a:lnTo>
                <a:lnTo>
                  <a:pt x="271899" y="175066"/>
                </a:lnTo>
                <a:lnTo>
                  <a:pt x="180901" y="175066"/>
                </a:lnTo>
                <a:lnTo>
                  <a:pt x="132975" y="254280"/>
                </a:lnTo>
                <a:lnTo>
                  <a:pt x="197539" y="254280"/>
                </a:lnTo>
                <a:lnTo>
                  <a:pt x="190679" y="256236"/>
                </a:lnTo>
                <a:lnTo>
                  <a:pt x="184813" y="261110"/>
                </a:lnTo>
                <a:lnTo>
                  <a:pt x="184813" y="273836"/>
                </a:lnTo>
                <a:lnTo>
                  <a:pt x="189717" y="280665"/>
                </a:lnTo>
                <a:close/>
              </a:path>
              <a:path w="395604" h="392429">
                <a:moveTo>
                  <a:pt x="257779" y="151600"/>
                </a:moveTo>
                <a:lnTo>
                  <a:pt x="197539" y="151600"/>
                </a:lnTo>
                <a:lnTo>
                  <a:pt x="212000" y="148664"/>
                </a:lnTo>
                <a:lnTo>
                  <a:pt x="223811" y="140592"/>
                </a:lnTo>
                <a:lnTo>
                  <a:pt x="231774" y="128487"/>
                </a:lnTo>
                <a:lnTo>
                  <a:pt x="234694" y="113451"/>
                </a:lnTo>
                <a:lnTo>
                  <a:pt x="231774" y="98266"/>
                </a:lnTo>
                <a:lnTo>
                  <a:pt x="223811" y="85830"/>
                </a:lnTo>
                <a:lnTo>
                  <a:pt x="212000" y="77427"/>
                </a:lnTo>
                <a:lnTo>
                  <a:pt x="197539" y="74341"/>
                </a:lnTo>
                <a:lnTo>
                  <a:pt x="247944" y="74341"/>
                </a:lnTo>
                <a:lnTo>
                  <a:pt x="248184" y="74568"/>
                </a:lnTo>
                <a:lnTo>
                  <a:pt x="256189" y="86679"/>
                </a:lnTo>
                <a:lnTo>
                  <a:pt x="261262" y="100444"/>
                </a:lnTo>
                <a:lnTo>
                  <a:pt x="263034" y="115407"/>
                </a:lnTo>
                <a:lnTo>
                  <a:pt x="262347" y="123314"/>
                </a:lnTo>
                <a:lnTo>
                  <a:pt x="260469" y="130942"/>
                </a:lnTo>
                <a:lnTo>
                  <a:pt x="257678" y="138384"/>
                </a:lnTo>
                <a:lnTo>
                  <a:pt x="254249" y="145733"/>
                </a:lnTo>
                <a:lnTo>
                  <a:pt x="257779" y="151600"/>
                </a:lnTo>
                <a:close/>
              </a:path>
              <a:path w="395604" h="392429">
                <a:moveTo>
                  <a:pt x="201450" y="177984"/>
                </a:moveTo>
                <a:lnTo>
                  <a:pt x="190679" y="177984"/>
                </a:lnTo>
                <a:lnTo>
                  <a:pt x="185806" y="176028"/>
                </a:lnTo>
                <a:lnTo>
                  <a:pt x="180901" y="175066"/>
                </a:lnTo>
                <a:lnTo>
                  <a:pt x="211228" y="175066"/>
                </a:lnTo>
                <a:lnTo>
                  <a:pt x="207317" y="176028"/>
                </a:lnTo>
                <a:lnTo>
                  <a:pt x="201450" y="177984"/>
                </a:lnTo>
                <a:close/>
              </a:path>
              <a:path w="395604" h="392429">
                <a:moveTo>
                  <a:pt x="389212" y="280665"/>
                </a:moveTo>
                <a:lnTo>
                  <a:pt x="204368" y="280665"/>
                </a:lnTo>
                <a:lnTo>
                  <a:pt x="209272" y="273836"/>
                </a:lnTo>
                <a:lnTo>
                  <a:pt x="209272" y="261110"/>
                </a:lnTo>
                <a:lnTo>
                  <a:pt x="204368" y="254280"/>
                </a:lnTo>
                <a:lnTo>
                  <a:pt x="259123" y="254280"/>
                </a:lnTo>
                <a:lnTo>
                  <a:pt x="211228" y="175066"/>
                </a:lnTo>
                <a:lnTo>
                  <a:pt x="271899" y="175066"/>
                </a:lnTo>
                <a:lnTo>
                  <a:pt x="320737" y="256236"/>
                </a:lnTo>
                <a:lnTo>
                  <a:pt x="389212" y="256236"/>
                </a:lnTo>
                <a:lnTo>
                  <a:pt x="395078" y="261110"/>
                </a:lnTo>
                <a:lnTo>
                  <a:pt x="395078" y="273836"/>
                </a:lnTo>
                <a:lnTo>
                  <a:pt x="389212" y="280665"/>
                </a:lnTo>
                <a:close/>
              </a:path>
              <a:path w="395604" h="392429">
                <a:moveTo>
                  <a:pt x="233701" y="254280"/>
                </a:moveTo>
                <a:lnTo>
                  <a:pt x="160353" y="254280"/>
                </a:lnTo>
                <a:lnTo>
                  <a:pt x="166161" y="244114"/>
                </a:lnTo>
                <a:lnTo>
                  <a:pt x="174433" y="236064"/>
                </a:lnTo>
                <a:lnTo>
                  <a:pt x="184714" y="230766"/>
                </a:lnTo>
                <a:lnTo>
                  <a:pt x="196546" y="228859"/>
                </a:lnTo>
                <a:lnTo>
                  <a:pt x="209091" y="230766"/>
                </a:lnTo>
                <a:lnTo>
                  <a:pt x="219896" y="236064"/>
                </a:lnTo>
                <a:lnTo>
                  <a:pt x="228314" y="244114"/>
                </a:lnTo>
                <a:lnTo>
                  <a:pt x="233701" y="254280"/>
                </a:lnTo>
                <a:close/>
              </a:path>
              <a:path w="395604" h="392429">
                <a:moveTo>
                  <a:pt x="46249" y="392409"/>
                </a:moveTo>
                <a:lnTo>
                  <a:pt x="42369" y="392409"/>
                </a:lnTo>
                <a:lnTo>
                  <a:pt x="34287" y="389494"/>
                </a:lnTo>
                <a:lnTo>
                  <a:pt x="26946" y="381518"/>
                </a:lnTo>
                <a:lnTo>
                  <a:pt x="21614" y="369637"/>
                </a:lnTo>
                <a:lnTo>
                  <a:pt x="19555" y="355006"/>
                </a:lnTo>
                <a:lnTo>
                  <a:pt x="22900" y="338846"/>
                </a:lnTo>
                <a:lnTo>
                  <a:pt x="31653" y="321129"/>
                </a:lnTo>
                <a:lnTo>
                  <a:pt x="43885" y="301766"/>
                </a:lnTo>
                <a:lnTo>
                  <a:pt x="57672" y="280665"/>
                </a:lnTo>
                <a:lnTo>
                  <a:pt x="335419" y="280665"/>
                </a:lnTo>
                <a:lnTo>
                  <a:pt x="336042" y="281658"/>
                </a:lnTo>
                <a:lnTo>
                  <a:pt x="117331" y="281658"/>
                </a:lnTo>
                <a:lnTo>
                  <a:pt x="52799" y="385301"/>
                </a:lnTo>
                <a:lnTo>
                  <a:pt x="49943" y="390237"/>
                </a:lnTo>
                <a:lnTo>
                  <a:pt x="46249" y="392409"/>
                </a:lnTo>
                <a:close/>
              </a:path>
              <a:path w="395604" h="392429">
                <a:moveTo>
                  <a:pt x="196546" y="307080"/>
                </a:moveTo>
                <a:lnTo>
                  <a:pt x="184574" y="305168"/>
                </a:lnTo>
                <a:lnTo>
                  <a:pt x="174061" y="299863"/>
                </a:lnTo>
                <a:lnTo>
                  <a:pt x="165742" y="291811"/>
                </a:lnTo>
                <a:lnTo>
                  <a:pt x="160353" y="281658"/>
                </a:lnTo>
                <a:lnTo>
                  <a:pt x="233701" y="281658"/>
                </a:lnTo>
                <a:lnTo>
                  <a:pt x="227895" y="291811"/>
                </a:lnTo>
                <a:lnTo>
                  <a:pt x="219523" y="299863"/>
                </a:lnTo>
                <a:lnTo>
                  <a:pt x="208951" y="305168"/>
                </a:lnTo>
                <a:lnTo>
                  <a:pt x="196546" y="307080"/>
                </a:lnTo>
                <a:close/>
              </a:path>
              <a:path w="395604" h="392429">
                <a:moveTo>
                  <a:pt x="350567" y="392409"/>
                </a:moveTo>
                <a:lnTo>
                  <a:pt x="346780" y="392409"/>
                </a:lnTo>
                <a:lnTo>
                  <a:pt x="343148" y="390237"/>
                </a:lnTo>
                <a:lnTo>
                  <a:pt x="340293" y="385301"/>
                </a:lnTo>
                <a:lnTo>
                  <a:pt x="274798" y="281658"/>
                </a:lnTo>
                <a:lnTo>
                  <a:pt x="336042" y="281658"/>
                </a:lnTo>
                <a:lnTo>
                  <a:pt x="348650" y="301766"/>
                </a:lnTo>
                <a:lnTo>
                  <a:pt x="360597" y="321129"/>
                </a:lnTo>
                <a:lnTo>
                  <a:pt x="369244" y="338846"/>
                </a:lnTo>
                <a:lnTo>
                  <a:pt x="372574" y="355006"/>
                </a:lnTo>
                <a:lnTo>
                  <a:pt x="370598" y="369637"/>
                </a:lnTo>
                <a:lnTo>
                  <a:pt x="365470" y="381518"/>
                </a:lnTo>
                <a:lnTo>
                  <a:pt x="358392" y="389494"/>
                </a:lnTo>
                <a:lnTo>
                  <a:pt x="350567" y="392409"/>
                </a:lnTo>
                <a:close/>
              </a:path>
            </a:pathLst>
          </a:custGeom>
          <a:solidFill>
            <a:srgbClr val="B6B6B6"/>
          </a:solidFill>
        </p:spPr>
        <p:txBody>
          <a:bodyPr wrap="square" lIns="0" tIns="0" rIns="0" bIns="0" rtlCol="0"/>
          <a:lstStyle/>
          <a:p>
            <a:endParaRPr/>
          </a:p>
        </p:txBody>
      </p:sp>
      <p:sp>
        <p:nvSpPr>
          <p:cNvPr id="135" name="object 135"/>
          <p:cNvSpPr/>
          <p:nvPr/>
        </p:nvSpPr>
        <p:spPr>
          <a:xfrm>
            <a:off x="1580742" y="3907763"/>
            <a:ext cx="339725" cy="392430"/>
          </a:xfrm>
          <a:custGeom>
            <a:avLst/>
            <a:gdLst/>
            <a:ahLst/>
            <a:cxnLst/>
            <a:rect l="l" t="t" r="r" b="b"/>
            <a:pathLst>
              <a:path w="339725" h="392429">
                <a:moveTo>
                  <a:pt x="194507" y="63539"/>
                </a:moveTo>
                <a:lnTo>
                  <a:pt x="164286" y="63539"/>
                </a:lnTo>
                <a:lnTo>
                  <a:pt x="181742" y="35055"/>
                </a:lnTo>
                <a:lnTo>
                  <a:pt x="204875" y="15275"/>
                </a:lnTo>
                <a:lnTo>
                  <a:pt x="231669" y="3742"/>
                </a:lnTo>
                <a:lnTo>
                  <a:pt x="260107" y="0"/>
                </a:lnTo>
                <a:lnTo>
                  <a:pt x="270963" y="687"/>
                </a:lnTo>
                <a:lnTo>
                  <a:pt x="308033" y="10739"/>
                </a:lnTo>
                <a:lnTo>
                  <a:pt x="310982" y="15644"/>
                </a:lnTo>
                <a:lnTo>
                  <a:pt x="310982" y="20517"/>
                </a:lnTo>
                <a:lnTo>
                  <a:pt x="309963" y="27439"/>
                </a:lnTo>
                <a:lnTo>
                  <a:pt x="259455" y="27439"/>
                </a:lnTo>
                <a:lnTo>
                  <a:pt x="232956" y="31803"/>
                </a:lnTo>
                <a:lnTo>
                  <a:pt x="210846" y="44286"/>
                </a:lnTo>
                <a:lnTo>
                  <a:pt x="194507" y="63539"/>
                </a:lnTo>
                <a:close/>
              </a:path>
              <a:path w="339725" h="392429">
                <a:moveTo>
                  <a:pt x="286461" y="97776"/>
                </a:moveTo>
                <a:lnTo>
                  <a:pt x="152553" y="97776"/>
                </a:lnTo>
                <a:lnTo>
                  <a:pt x="145431" y="81499"/>
                </a:lnTo>
                <a:lnTo>
                  <a:pt x="135923" y="68804"/>
                </a:lnTo>
                <a:lnTo>
                  <a:pt x="124215" y="58862"/>
                </a:lnTo>
                <a:lnTo>
                  <a:pt x="110493" y="50843"/>
                </a:lnTo>
                <a:lnTo>
                  <a:pt x="103865" y="44592"/>
                </a:lnTo>
                <a:lnTo>
                  <a:pt x="103327" y="36588"/>
                </a:lnTo>
                <a:lnTo>
                  <a:pt x="107660" y="29691"/>
                </a:lnTo>
                <a:lnTo>
                  <a:pt x="115646" y="26756"/>
                </a:lnTo>
                <a:lnTo>
                  <a:pt x="117694" y="26756"/>
                </a:lnTo>
                <a:lnTo>
                  <a:pt x="155104" y="51308"/>
                </a:lnTo>
                <a:lnTo>
                  <a:pt x="164286" y="63539"/>
                </a:lnTo>
                <a:lnTo>
                  <a:pt x="194507" y="63539"/>
                </a:lnTo>
                <a:lnTo>
                  <a:pt x="194137" y="63974"/>
                </a:lnTo>
                <a:lnTo>
                  <a:pt x="183841" y="89954"/>
                </a:lnTo>
                <a:lnTo>
                  <a:pt x="191663" y="92903"/>
                </a:lnTo>
                <a:lnTo>
                  <a:pt x="198523" y="93865"/>
                </a:lnTo>
                <a:lnTo>
                  <a:pt x="281602" y="93865"/>
                </a:lnTo>
                <a:lnTo>
                  <a:pt x="286461" y="97776"/>
                </a:lnTo>
                <a:close/>
              </a:path>
              <a:path w="339725" h="392429">
                <a:moveTo>
                  <a:pt x="281602" y="93865"/>
                </a:moveTo>
                <a:lnTo>
                  <a:pt x="207307" y="93865"/>
                </a:lnTo>
                <a:lnTo>
                  <a:pt x="231723" y="89441"/>
                </a:lnTo>
                <a:lnTo>
                  <a:pt x="253759" y="77491"/>
                </a:lnTo>
                <a:lnTo>
                  <a:pt x="271395" y="57836"/>
                </a:lnTo>
                <a:lnTo>
                  <a:pt x="282611" y="30295"/>
                </a:lnTo>
                <a:lnTo>
                  <a:pt x="274603" y="28370"/>
                </a:lnTo>
                <a:lnTo>
                  <a:pt x="266842" y="27439"/>
                </a:lnTo>
                <a:lnTo>
                  <a:pt x="309963" y="27439"/>
                </a:lnTo>
                <a:lnTo>
                  <a:pt x="308657" y="36321"/>
                </a:lnTo>
                <a:lnTo>
                  <a:pt x="301930" y="54502"/>
                </a:lnTo>
                <a:lnTo>
                  <a:pt x="291169" y="73050"/>
                </a:lnTo>
                <a:lnTo>
                  <a:pt x="276744" y="89954"/>
                </a:lnTo>
                <a:lnTo>
                  <a:pt x="281602" y="93865"/>
                </a:lnTo>
                <a:close/>
              </a:path>
              <a:path w="339725" h="392429">
                <a:moveTo>
                  <a:pt x="115398" y="392130"/>
                </a:moveTo>
                <a:lnTo>
                  <a:pt x="59568" y="360899"/>
                </a:lnTo>
                <a:lnTo>
                  <a:pt x="34332" y="326949"/>
                </a:lnTo>
                <a:lnTo>
                  <a:pt x="14288" y="285297"/>
                </a:lnTo>
                <a:lnTo>
                  <a:pt x="1992" y="239336"/>
                </a:lnTo>
                <a:lnTo>
                  <a:pt x="0" y="192456"/>
                </a:lnTo>
                <a:lnTo>
                  <a:pt x="10865" y="148050"/>
                </a:lnTo>
                <a:lnTo>
                  <a:pt x="37145" y="109509"/>
                </a:lnTo>
                <a:lnTo>
                  <a:pt x="72116" y="86047"/>
                </a:lnTo>
                <a:lnTo>
                  <a:pt x="105620" y="77228"/>
                </a:lnTo>
                <a:lnTo>
                  <a:pt x="118584" y="79063"/>
                </a:lnTo>
                <a:lnTo>
                  <a:pt x="130180" y="83835"/>
                </a:lnTo>
                <a:lnTo>
                  <a:pt x="141230" y="90440"/>
                </a:lnTo>
                <a:lnTo>
                  <a:pt x="152553" y="97776"/>
                </a:lnTo>
                <a:lnTo>
                  <a:pt x="286461" y="97776"/>
                </a:lnTo>
                <a:lnTo>
                  <a:pt x="309986" y="116714"/>
                </a:lnTo>
                <a:lnTo>
                  <a:pt x="321061" y="134931"/>
                </a:lnTo>
                <a:lnTo>
                  <a:pt x="245456" y="134931"/>
                </a:lnTo>
                <a:lnTo>
                  <a:pt x="238596" y="141791"/>
                </a:lnTo>
                <a:lnTo>
                  <a:pt x="238596" y="153524"/>
                </a:lnTo>
                <a:lnTo>
                  <a:pt x="240552" y="157435"/>
                </a:lnTo>
                <a:lnTo>
                  <a:pt x="243500" y="159391"/>
                </a:lnTo>
                <a:lnTo>
                  <a:pt x="260297" y="185646"/>
                </a:lnTo>
                <a:lnTo>
                  <a:pt x="261961" y="216113"/>
                </a:lnTo>
                <a:lnTo>
                  <a:pt x="256840" y="242173"/>
                </a:lnTo>
                <a:lnTo>
                  <a:pt x="253278" y="255211"/>
                </a:lnTo>
                <a:lnTo>
                  <a:pt x="253278" y="263034"/>
                </a:lnTo>
                <a:lnTo>
                  <a:pt x="260107" y="268900"/>
                </a:lnTo>
                <a:lnTo>
                  <a:pt x="330849" y="268900"/>
                </a:lnTo>
                <a:lnTo>
                  <a:pt x="330770" y="269281"/>
                </a:lnTo>
                <a:lnTo>
                  <a:pt x="315958" y="307451"/>
                </a:lnTo>
                <a:lnTo>
                  <a:pt x="296358" y="341092"/>
                </a:lnTo>
                <a:lnTo>
                  <a:pt x="273578" y="367933"/>
                </a:lnTo>
                <a:lnTo>
                  <a:pt x="268577" y="371581"/>
                </a:lnTo>
                <a:lnTo>
                  <a:pt x="170152" y="371581"/>
                </a:lnTo>
                <a:lnTo>
                  <a:pt x="164759" y="372314"/>
                </a:lnTo>
                <a:lnTo>
                  <a:pt x="158877" y="374514"/>
                </a:lnTo>
                <a:lnTo>
                  <a:pt x="152029" y="378181"/>
                </a:lnTo>
                <a:lnTo>
                  <a:pt x="143737" y="383314"/>
                </a:lnTo>
                <a:lnTo>
                  <a:pt x="136978" y="387586"/>
                </a:lnTo>
                <a:lnTo>
                  <a:pt x="129940" y="390294"/>
                </a:lnTo>
                <a:lnTo>
                  <a:pt x="122715" y="391717"/>
                </a:lnTo>
                <a:lnTo>
                  <a:pt x="115398" y="392130"/>
                </a:lnTo>
                <a:close/>
              </a:path>
              <a:path w="339725" h="392429">
                <a:moveTo>
                  <a:pt x="330849" y="268900"/>
                </a:moveTo>
                <a:lnTo>
                  <a:pt x="271871" y="268900"/>
                </a:lnTo>
                <a:lnTo>
                  <a:pt x="277738" y="264989"/>
                </a:lnTo>
                <a:lnTo>
                  <a:pt x="279693" y="260116"/>
                </a:lnTo>
                <a:lnTo>
                  <a:pt x="283696" y="247307"/>
                </a:lnTo>
                <a:lnTo>
                  <a:pt x="286782" y="233953"/>
                </a:lnTo>
                <a:lnTo>
                  <a:pt x="288768" y="220233"/>
                </a:lnTo>
                <a:lnTo>
                  <a:pt x="289471" y="206323"/>
                </a:lnTo>
                <a:lnTo>
                  <a:pt x="285175" y="177433"/>
                </a:lnTo>
                <a:lnTo>
                  <a:pt x="274917" y="155600"/>
                </a:lnTo>
                <a:lnTo>
                  <a:pt x="262639" y="141280"/>
                </a:lnTo>
                <a:lnTo>
                  <a:pt x="252285" y="134931"/>
                </a:lnTo>
                <a:lnTo>
                  <a:pt x="321061" y="134931"/>
                </a:lnTo>
                <a:lnTo>
                  <a:pt x="330402" y="150297"/>
                </a:lnTo>
                <a:lnTo>
                  <a:pt x="339600" y="188433"/>
                </a:lnTo>
                <a:lnTo>
                  <a:pt x="339186" y="228851"/>
                </a:lnTo>
                <a:lnTo>
                  <a:pt x="330849" y="268900"/>
                </a:lnTo>
                <a:close/>
              </a:path>
              <a:path w="339725" h="392429">
                <a:moveTo>
                  <a:pt x="224907" y="392130"/>
                </a:moveTo>
                <a:lnTo>
                  <a:pt x="217590" y="391717"/>
                </a:lnTo>
                <a:lnTo>
                  <a:pt x="210365" y="390294"/>
                </a:lnTo>
                <a:lnTo>
                  <a:pt x="203327" y="387586"/>
                </a:lnTo>
                <a:lnTo>
                  <a:pt x="196568" y="383314"/>
                </a:lnTo>
                <a:lnTo>
                  <a:pt x="188276" y="378181"/>
                </a:lnTo>
                <a:lnTo>
                  <a:pt x="181428" y="374514"/>
                </a:lnTo>
                <a:lnTo>
                  <a:pt x="175546" y="372314"/>
                </a:lnTo>
                <a:lnTo>
                  <a:pt x="170152" y="371581"/>
                </a:lnTo>
                <a:lnTo>
                  <a:pt x="268577" y="371581"/>
                </a:lnTo>
                <a:lnTo>
                  <a:pt x="249225" y="385702"/>
                </a:lnTo>
                <a:lnTo>
                  <a:pt x="224907" y="392130"/>
                </a:lnTo>
                <a:close/>
              </a:path>
            </a:pathLst>
          </a:custGeom>
          <a:solidFill>
            <a:srgbClr val="B6B6B6"/>
          </a:solidFill>
        </p:spPr>
        <p:txBody>
          <a:bodyPr wrap="square" lIns="0" tIns="0" rIns="0" bIns="0" rtlCol="0"/>
          <a:lstStyle/>
          <a:p>
            <a:endParaRPr/>
          </a:p>
        </p:txBody>
      </p:sp>
      <p:sp>
        <p:nvSpPr>
          <p:cNvPr id="136" name="object 136"/>
          <p:cNvSpPr/>
          <p:nvPr/>
        </p:nvSpPr>
        <p:spPr>
          <a:xfrm>
            <a:off x="1595259" y="4395050"/>
            <a:ext cx="337820" cy="394335"/>
          </a:xfrm>
          <a:custGeom>
            <a:avLst/>
            <a:gdLst/>
            <a:ahLst/>
            <a:cxnLst/>
            <a:rect l="l" t="t" r="r" b="b"/>
            <a:pathLst>
              <a:path w="337819" h="394335">
                <a:moveTo>
                  <a:pt x="260184" y="39116"/>
                </a:moveTo>
                <a:lnTo>
                  <a:pt x="257251" y="24333"/>
                </a:lnTo>
                <a:lnTo>
                  <a:pt x="249186" y="11849"/>
                </a:lnTo>
                <a:lnTo>
                  <a:pt x="237096" y="3225"/>
                </a:lnTo>
                <a:lnTo>
                  <a:pt x="222059" y="0"/>
                </a:lnTo>
                <a:lnTo>
                  <a:pt x="119380" y="0"/>
                </a:lnTo>
                <a:lnTo>
                  <a:pt x="104914" y="3086"/>
                </a:lnTo>
                <a:lnTo>
                  <a:pt x="93103" y="11493"/>
                </a:lnTo>
                <a:lnTo>
                  <a:pt x="85140" y="23926"/>
                </a:lnTo>
                <a:lnTo>
                  <a:pt x="82232" y="39116"/>
                </a:lnTo>
                <a:lnTo>
                  <a:pt x="84137" y="51346"/>
                </a:lnTo>
                <a:lnTo>
                  <a:pt x="89433" y="61480"/>
                </a:lnTo>
                <a:lnTo>
                  <a:pt x="97485" y="69227"/>
                </a:lnTo>
                <a:lnTo>
                  <a:pt x="107645" y="74307"/>
                </a:lnTo>
                <a:lnTo>
                  <a:pt x="107645" y="180898"/>
                </a:lnTo>
                <a:lnTo>
                  <a:pt x="104571" y="194487"/>
                </a:lnTo>
                <a:lnTo>
                  <a:pt x="96278" y="208889"/>
                </a:lnTo>
                <a:lnTo>
                  <a:pt x="81927" y="228625"/>
                </a:lnTo>
                <a:lnTo>
                  <a:pt x="60680" y="258165"/>
                </a:lnTo>
                <a:lnTo>
                  <a:pt x="70612" y="260464"/>
                </a:lnTo>
                <a:lnTo>
                  <a:pt x="79895" y="262051"/>
                </a:lnTo>
                <a:lnTo>
                  <a:pt x="88595" y="262966"/>
                </a:lnTo>
                <a:lnTo>
                  <a:pt x="96761" y="263258"/>
                </a:lnTo>
                <a:lnTo>
                  <a:pt x="134950" y="255892"/>
                </a:lnTo>
                <a:lnTo>
                  <a:pt x="167030" y="239674"/>
                </a:lnTo>
                <a:lnTo>
                  <a:pt x="201891" y="223469"/>
                </a:lnTo>
                <a:lnTo>
                  <a:pt x="248450" y="216103"/>
                </a:lnTo>
                <a:lnTo>
                  <a:pt x="250405" y="216103"/>
                </a:lnTo>
                <a:lnTo>
                  <a:pt x="244259" y="207873"/>
                </a:lnTo>
                <a:lnTo>
                  <a:pt x="239293" y="200088"/>
                </a:lnTo>
                <a:lnTo>
                  <a:pt x="235966" y="191770"/>
                </a:lnTo>
                <a:lnTo>
                  <a:pt x="234759" y="181902"/>
                </a:lnTo>
                <a:lnTo>
                  <a:pt x="234759" y="76263"/>
                </a:lnTo>
                <a:lnTo>
                  <a:pt x="244932" y="70878"/>
                </a:lnTo>
                <a:lnTo>
                  <a:pt x="252971" y="62458"/>
                </a:lnTo>
                <a:lnTo>
                  <a:pt x="258279" y="51663"/>
                </a:lnTo>
                <a:lnTo>
                  <a:pt x="260184" y="39116"/>
                </a:lnTo>
                <a:close/>
              </a:path>
              <a:path w="337819" h="394335">
                <a:moveTo>
                  <a:pt x="337820" y="352844"/>
                </a:moveTo>
                <a:lnTo>
                  <a:pt x="334568" y="342252"/>
                </a:lnTo>
                <a:lnTo>
                  <a:pt x="331571" y="332473"/>
                </a:lnTo>
                <a:lnTo>
                  <a:pt x="302691" y="291401"/>
                </a:lnTo>
                <a:lnTo>
                  <a:pt x="300761" y="288671"/>
                </a:lnTo>
                <a:lnTo>
                  <a:pt x="268998" y="243509"/>
                </a:lnTo>
                <a:lnTo>
                  <a:pt x="260642" y="241935"/>
                </a:lnTo>
                <a:lnTo>
                  <a:pt x="258229" y="241719"/>
                </a:lnTo>
                <a:lnTo>
                  <a:pt x="258229" y="316826"/>
                </a:lnTo>
                <a:lnTo>
                  <a:pt x="256159" y="326999"/>
                </a:lnTo>
                <a:lnTo>
                  <a:pt x="250532" y="335051"/>
                </a:lnTo>
                <a:lnTo>
                  <a:pt x="242150" y="340347"/>
                </a:lnTo>
                <a:lnTo>
                  <a:pt x="231838" y="342252"/>
                </a:lnTo>
                <a:lnTo>
                  <a:pt x="221678" y="340347"/>
                </a:lnTo>
                <a:lnTo>
                  <a:pt x="213626" y="335051"/>
                </a:lnTo>
                <a:lnTo>
                  <a:pt x="208330" y="326999"/>
                </a:lnTo>
                <a:lnTo>
                  <a:pt x="206425" y="316826"/>
                </a:lnTo>
                <a:lnTo>
                  <a:pt x="208330" y="306679"/>
                </a:lnTo>
                <a:lnTo>
                  <a:pt x="209994" y="304139"/>
                </a:lnTo>
                <a:lnTo>
                  <a:pt x="213626" y="298627"/>
                </a:lnTo>
                <a:lnTo>
                  <a:pt x="221678" y="293319"/>
                </a:lnTo>
                <a:lnTo>
                  <a:pt x="231838" y="291401"/>
                </a:lnTo>
                <a:lnTo>
                  <a:pt x="242150" y="293319"/>
                </a:lnTo>
                <a:lnTo>
                  <a:pt x="250532" y="298627"/>
                </a:lnTo>
                <a:lnTo>
                  <a:pt x="256159" y="306679"/>
                </a:lnTo>
                <a:lnTo>
                  <a:pt x="258229" y="316826"/>
                </a:lnTo>
                <a:lnTo>
                  <a:pt x="258229" y="241719"/>
                </a:lnTo>
                <a:lnTo>
                  <a:pt x="252882" y="241211"/>
                </a:lnTo>
                <a:lnTo>
                  <a:pt x="245592" y="241211"/>
                </a:lnTo>
                <a:lnTo>
                  <a:pt x="205524" y="248627"/>
                </a:lnTo>
                <a:lnTo>
                  <a:pt x="168275" y="266141"/>
                </a:lnTo>
                <a:lnTo>
                  <a:pt x="168275" y="336384"/>
                </a:lnTo>
                <a:lnTo>
                  <a:pt x="168275" y="350100"/>
                </a:lnTo>
                <a:lnTo>
                  <a:pt x="162407" y="355968"/>
                </a:lnTo>
                <a:lnTo>
                  <a:pt x="147726" y="355968"/>
                </a:lnTo>
                <a:lnTo>
                  <a:pt x="141859" y="350100"/>
                </a:lnTo>
                <a:lnTo>
                  <a:pt x="141859" y="334429"/>
                </a:lnTo>
                <a:lnTo>
                  <a:pt x="147726" y="330517"/>
                </a:lnTo>
                <a:lnTo>
                  <a:pt x="162407" y="330517"/>
                </a:lnTo>
                <a:lnTo>
                  <a:pt x="168275" y="336384"/>
                </a:lnTo>
                <a:lnTo>
                  <a:pt x="168275" y="266141"/>
                </a:lnTo>
                <a:lnTo>
                  <a:pt x="136118" y="281254"/>
                </a:lnTo>
                <a:lnTo>
                  <a:pt x="116433" y="284772"/>
                </a:lnTo>
                <a:lnTo>
                  <a:pt x="116433" y="309994"/>
                </a:lnTo>
                <a:lnTo>
                  <a:pt x="116433" y="325640"/>
                </a:lnTo>
                <a:lnTo>
                  <a:pt x="109601" y="330517"/>
                </a:lnTo>
                <a:lnTo>
                  <a:pt x="96875" y="330517"/>
                </a:lnTo>
                <a:lnTo>
                  <a:pt x="90055" y="323684"/>
                </a:lnTo>
                <a:lnTo>
                  <a:pt x="90055" y="309003"/>
                </a:lnTo>
                <a:lnTo>
                  <a:pt x="96875" y="304139"/>
                </a:lnTo>
                <a:lnTo>
                  <a:pt x="111556" y="304139"/>
                </a:lnTo>
                <a:lnTo>
                  <a:pt x="116433" y="309994"/>
                </a:lnTo>
                <a:lnTo>
                  <a:pt x="116433" y="284772"/>
                </a:lnTo>
                <a:lnTo>
                  <a:pt x="94488" y="288671"/>
                </a:lnTo>
                <a:lnTo>
                  <a:pt x="83134" y="288175"/>
                </a:lnTo>
                <a:lnTo>
                  <a:pt x="71005" y="286588"/>
                </a:lnTo>
                <a:lnTo>
                  <a:pt x="58013" y="283794"/>
                </a:lnTo>
                <a:lnTo>
                  <a:pt x="44081" y="279679"/>
                </a:lnTo>
                <a:lnTo>
                  <a:pt x="6921" y="333463"/>
                </a:lnTo>
                <a:lnTo>
                  <a:pt x="0" y="353936"/>
                </a:lnTo>
                <a:lnTo>
                  <a:pt x="4089" y="373557"/>
                </a:lnTo>
                <a:lnTo>
                  <a:pt x="17322" y="388302"/>
                </a:lnTo>
                <a:lnTo>
                  <a:pt x="37871" y="394119"/>
                </a:lnTo>
                <a:lnTo>
                  <a:pt x="38735" y="394119"/>
                </a:lnTo>
                <a:lnTo>
                  <a:pt x="39179" y="394093"/>
                </a:lnTo>
                <a:lnTo>
                  <a:pt x="299326" y="394093"/>
                </a:lnTo>
                <a:lnTo>
                  <a:pt x="319481" y="388035"/>
                </a:lnTo>
                <a:lnTo>
                  <a:pt x="333044" y="372821"/>
                </a:lnTo>
                <a:lnTo>
                  <a:pt x="337070" y="355968"/>
                </a:lnTo>
                <a:lnTo>
                  <a:pt x="337820" y="352844"/>
                </a:lnTo>
                <a:close/>
              </a:path>
            </a:pathLst>
          </a:custGeom>
          <a:solidFill>
            <a:srgbClr val="B6B6B6"/>
          </a:solidFill>
        </p:spPr>
        <p:txBody>
          <a:bodyPr wrap="square" lIns="0" tIns="0" rIns="0" bIns="0" rtlCol="0"/>
          <a:lstStyle/>
          <a:p>
            <a:endParaRPr/>
          </a:p>
        </p:txBody>
      </p:sp>
      <p:grpSp>
        <p:nvGrpSpPr>
          <p:cNvPr id="137" name="object 137"/>
          <p:cNvGrpSpPr/>
          <p:nvPr/>
        </p:nvGrpSpPr>
        <p:grpSpPr>
          <a:xfrm>
            <a:off x="1567525" y="4882211"/>
            <a:ext cx="393700" cy="393700"/>
            <a:chOff x="1567525" y="4882211"/>
            <a:chExt cx="393700" cy="393700"/>
          </a:xfrm>
        </p:grpSpPr>
        <p:sp>
          <p:nvSpPr>
            <p:cNvPr id="138" name="object 138"/>
            <p:cNvSpPr/>
            <p:nvPr/>
          </p:nvSpPr>
          <p:spPr>
            <a:xfrm>
              <a:off x="1567525" y="4882211"/>
              <a:ext cx="393700" cy="288925"/>
            </a:xfrm>
            <a:custGeom>
              <a:avLst/>
              <a:gdLst/>
              <a:ahLst/>
              <a:cxnLst/>
              <a:rect l="l" t="t" r="r" b="b"/>
              <a:pathLst>
                <a:path w="393700" h="288925">
                  <a:moveTo>
                    <a:pt x="314871" y="27377"/>
                  </a:moveTo>
                  <a:lnTo>
                    <a:pt x="79183" y="27377"/>
                  </a:lnTo>
                  <a:lnTo>
                    <a:pt x="79183" y="5866"/>
                  </a:lnTo>
                  <a:lnTo>
                    <a:pt x="85049" y="0"/>
                  </a:lnTo>
                  <a:lnTo>
                    <a:pt x="309004" y="0"/>
                  </a:lnTo>
                  <a:lnTo>
                    <a:pt x="314871" y="5866"/>
                  </a:lnTo>
                  <a:lnTo>
                    <a:pt x="314871" y="27377"/>
                  </a:lnTo>
                  <a:close/>
                </a:path>
                <a:path w="393700" h="288925">
                  <a:moveTo>
                    <a:pt x="254249" y="288487"/>
                  </a:moveTo>
                  <a:lnTo>
                    <a:pt x="137880" y="288487"/>
                  </a:lnTo>
                  <a:lnTo>
                    <a:pt x="145885" y="277938"/>
                  </a:lnTo>
                  <a:lnTo>
                    <a:pt x="152057" y="265746"/>
                  </a:lnTo>
                  <a:lnTo>
                    <a:pt x="156030" y="252453"/>
                  </a:lnTo>
                  <a:lnTo>
                    <a:pt x="157435" y="238605"/>
                  </a:lnTo>
                  <a:lnTo>
                    <a:pt x="152529" y="228544"/>
                  </a:lnTo>
                  <a:lnTo>
                    <a:pt x="139463" y="221133"/>
                  </a:lnTo>
                  <a:lnTo>
                    <a:pt x="120717" y="208770"/>
                  </a:lnTo>
                  <a:lnTo>
                    <a:pt x="98769" y="183850"/>
                  </a:lnTo>
                  <a:lnTo>
                    <a:pt x="61468" y="174452"/>
                  </a:lnTo>
                  <a:lnTo>
                    <a:pt x="29945" y="151941"/>
                  </a:lnTo>
                  <a:lnTo>
                    <a:pt x="8143" y="116044"/>
                  </a:lnTo>
                  <a:lnTo>
                    <a:pt x="0" y="66487"/>
                  </a:lnTo>
                  <a:lnTo>
                    <a:pt x="2946" y="50895"/>
                  </a:lnTo>
                  <a:lnTo>
                    <a:pt x="11116" y="38505"/>
                  </a:lnTo>
                  <a:lnTo>
                    <a:pt x="23505" y="30327"/>
                  </a:lnTo>
                  <a:lnTo>
                    <a:pt x="39110" y="27377"/>
                  </a:lnTo>
                  <a:lnTo>
                    <a:pt x="353981" y="27377"/>
                  </a:lnTo>
                  <a:lnTo>
                    <a:pt x="369172" y="30327"/>
                  </a:lnTo>
                  <a:lnTo>
                    <a:pt x="381619" y="38505"/>
                  </a:lnTo>
                  <a:lnTo>
                    <a:pt x="390032" y="50895"/>
                  </a:lnTo>
                  <a:lnTo>
                    <a:pt x="390409" y="52799"/>
                  </a:lnTo>
                  <a:lnTo>
                    <a:pt x="32250" y="52799"/>
                  </a:lnTo>
                  <a:lnTo>
                    <a:pt x="26384" y="58665"/>
                  </a:lnTo>
                  <a:lnTo>
                    <a:pt x="26384" y="66487"/>
                  </a:lnTo>
                  <a:lnTo>
                    <a:pt x="30755" y="100480"/>
                  </a:lnTo>
                  <a:lnTo>
                    <a:pt x="43013" y="126395"/>
                  </a:lnTo>
                  <a:lnTo>
                    <a:pt x="61871" y="144604"/>
                  </a:lnTo>
                  <a:lnTo>
                    <a:pt x="86043" y="155480"/>
                  </a:lnTo>
                  <a:lnTo>
                    <a:pt x="120232" y="155480"/>
                  </a:lnTo>
                  <a:lnTo>
                    <a:pt x="123939" y="163678"/>
                  </a:lnTo>
                  <a:lnTo>
                    <a:pt x="136533" y="177874"/>
                  </a:lnTo>
                  <a:lnTo>
                    <a:pt x="153524" y="187761"/>
                  </a:lnTo>
                  <a:lnTo>
                    <a:pt x="154548" y="188103"/>
                  </a:lnTo>
                  <a:lnTo>
                    <a:pt x="155697" y="188258"/>
                  </a:lnTo>
                  <a:lnTo>
                    <a:pt x="290441" y="188258"/>
                  </a:lnTo>
                  <a:lnTo>
                    <a:pt x="272237" y="208770"/>
                  </a:lnTo>
                  <a:lnTo>
                    <a:pt x="253151" y="221133"/>
                  </a:lnTo>
                  <a:lnTo>
                    <a:pt x="239751" y="228544"/>
                  </a:lnTo>
                  <a:lnTo>
                    <a:pt x="234694" y="238605"/>
                  </a:lnTo>
                  <a:lnTo>
                    <a:pt x="235960" y="252453"/>
                  </a:lnTo>
                  <a:lnTo>
                    <a:pt x="239699" y="265746"/>
                  </a:lnTo>
                  <a:lnTo>
                    <a:pt x="245825" y="277938"/>
                  </a:lnTo>
                  <a:lnTo>
                    <a:pt x="254249" y="288487"/>
                  </a:lnTo>
                  <a:close/>
                </a:path>
                <a:path w="393700" h="288925">
                  <a:moveTo>
                    <a:pt x="120232" y="155480"/>
                  </a:moveTo>
                  <a:lnTo>
                    <a:pt x="86043" y="155480"/>
                  </a:lnTo>
                  <a:lnTo>
                    <a:pt x="83476" y="146108"/>
                  </a:lnTo>
                  <a:lnTo>
                    <a:pt x="81643" y="136914"/>
                  </a:lnTo>
                  <a:lnTo>
                    <a:pt x="80543" y="127714"/>
                  </a:lnTo>
                  <a:lnTo>
                    <a:pt x="80253" y="120280"/>
                  </a:lnTo>
                  <a:lnTo>
                    <a:pt x="80176" y="52799"/>
                  </a:lnTo>
                  <a:lnTo>
                    <a:pt x="314871" y="52799"/>
                  </a:lnTo>
                  <a:lnTo>
                    <a:pt x="314871" y="113451"/>
                  </a:lnTo>
                  <a:lnTo>
                    <a:pt x="119287" y="113451"/>
                  </a:lnTo>
                  <a:lnTo>
                    <a:pt x="113420" y="120280"/>
                  </a:lnTo>
                  <a:lnTo>
                    <a:pt x="113501" y="127714"/>
                  </a:lnTo>
                  <a:lnTo>
                    <a:pt x="116111" y="146368"/>
                  </a:lnTo>
                  <a:lnTo>
                    <a:pt x="120232" y="155480"/>
                  </a:lnTo>
                  <a:close/>
                </a:path>
                <a:path w="393700" h="288925">
                  <a:moveTo>
                    <a:pt x="359838" y="154517"/>
                  </a:moveTo>
                  <a:lnTo>
                    <a:pt x="309004" y="154517"/>
                  </a:lnTo>
                  <a:lnTo>
                    <a:pt x="333020" y="143652"/>
                  </a:lnTo>
                  <a:lnTo>
                    <a:pt x="351537" y="125541"/>
                  </a:lnTo>
                  <a:lnTo>
                    <a:pt x="363453" y="99911"/>
                  </a:lnTo>
                  <a:lnTo>
                    <a:pt x="367670" y="66487"/>
                  </a:lnTo>
                  <a:lnTo>
                    <a:pt x="367670" y="58665"/>
                  </a:lnTo>
                  <a:lnTo>
                    <a:pt x="360841" y="52799"/>
                  </a:lnTo>
                  <a:lnTo>
                    <a:pt x="390409" y="52799"/>
                  </a:lnTo>
                  <a:lnTo>
                    <a:pt x="393123" y="66487"/>
                  </a:lnTo>
                  <a:lnTo>
                    <a:pt x="385250" y="115638"/>
                  </a:lnTo>
                  <a:lnTo>
                    <a:pt x="363899" y="151580"/>
                  </a:lnTo>
                  <a:lnTo>
                    <a:pt x="359838" y="154517"/>
                  </a:lnTo>
                  <a:close/>
                </a:path>
                <a:path w="393700" h="288925">
                  <a:moveTo>
                    <a:pt x="290441" y="188258"/>
                  </a:moveTo>
                  <a:lnTo>
                    <a:pt x="162277" y="188258"/>
                  </a:lnTo>
                  <a:lnTo>
                    <a:pt x="168547" y="184750"/>
                  </a:lnTo>
                  <a:lnTo>
                    <a:pt x="170130" y="179939"/>
                  </a:lnTo>
                  <a:lnTo>
                    <a:pt x="173079" y="174073"/>
                  </a:lnTo>
                  <a:lnTo>
                    <a:pt x="169168" y="165257"/>
                  </a:lnTo>
                  <a:lnTo>
                    <a:pt x="163302" y="163301"/>
                  </a:lnTo>
                  <a:lnTo>
                    <a:pt x="153860" y="157106"/>
                  </a:lnTo>
                  <a:lnTo>
                    <a:pt x="146435" y="148887"/>
                  </a:lnTo>
                  <a:lnTo>
                    <a:pt x="141577" y="138836"/>
                  </a:lnTo>
                  <a:lnTo>
                    <a:pt x="139921" y="127714"/>
                  </a:lnTo>
                  <a:lnTo>
                    <a:pt x="139835" y="120280"/>
                  </a:lnTo>
                  <a:lnTo>
                    <a:pt x="133969" y="113451"/>
                  </a:lnTo>
                  <a:lnTo>
                    <a:pt x="314871" y="113451"/>
                  </a:lnTo>
                  <a:lnTo>
                    <a:pt x="314817" y="120280"/>
                  </a:lnTo>
                  <a:lnTo>
                    <a:pt x="314369" y="128253"/>
                  </a:lnTo>
                  <a:lnTo>
                    <a:pt x="313043" y="137278"/>
                  </a:lnTo>
                  <a:lnTo>
                    <a:pt x="311102" y="146368"/>
                  </a:lnTo>
                  <a:lnTo>
                    <a:pt x="309004" y="154517"/>
                  </a:lnTo>
                  <a:lnTo>
                    <a:pt x="359838" y="154517"/>
                  </a:lnTo>
                  <a:lnTo>
                    <a:pt x="332466" y="174316"/>
                  </a:lnTo>
                  <a:lnTo>
                    <a:pt x="294353" y="183850"/>
                  </a:lnTo>
                  <a:lnTo>
                    <a:pt x="290441" y="188258"/>
                  </a:lnTo>
                  <a:close/>
                </a:path>
              </a:pathLst>
            </a:custGeom>
            <a:solidFill>
              <a:srgbClr val="B6B6B6"/>
            </a:solidFill>
          </p:spPr>
          <p:txBody>
            <a:bodyPr wrap="square" lIns="0" tIns="0" rIns="0" bIns="0" rtlCol="0"/>
            <a:lstStyle/>
            <a:p>
              <a:endParaRPr/>
            </a:p>
          </p:txBody>
        </p:sp>
        <p:pic>
          <p:nvPicPr>
            <p:cNvPr id="139" name="object 139"/>
            <p:cNvPicPr/>
            <p:nvPr/>
          </p:nvPicPr>
          <p:blipFill>
            <a:blip r:embed="rId46" cstate="print"/>
            <a:stretch>
              <a:fillRect/>
            </a:stretch>
          </p:blipFill>
          <p:spPr>
            <a:xfrm>
              <a:off x="1642797" y="5197113"/>
              <a:ext cx="239253" cy="78221"/>
            </a:xfrm>
            <a:prstGeom prst="rect">
              <a:avLst/>
            </a:prstGeom>
          </p:spPr>
        </p:pic>
      </p:grpSp>
      <p:grpSp>
        <p:nvGrpSpPr>
          <p:cNvPr id="140" name="object 140"/>
          <p:cNvGrpSpPr/>
          <p:nvPr/>
        </p:nvGrpSpPr>
        <p:grpSpPr>
          <a:xfrm>
            <a:off x="3939416" y="3888305"/>
            <a:ext cx="283845" cy="392430"/>
            <a:chOff x="3939416" y="3888305"/>
            <a:chExt cx="283845" cy="392430"/>
          </a:xfrm>
        </p:grpSpPr>
        <p:sp>
          <p:nvSpPr>
            <p:cNvPr id="141" name="object 141"/>
            <p:cNvSpPr/>
            <p:nvPr/>
          </p:nvSpPr>
          <p:spPr>
            <a:xfrm>
              <a:off x="3939416" y="3888305"/>
              <a:ext cx="283845" cy="283210"/>
            </a:xfrm>
            <a:custGeom>
              <a:avLst/>
              <a:gdLst/>
              <a:ahLst/>
              <a:cxnLst/>
              <a:rect l="l" t="t" r="r" b="b"/>
              <a:pathLst>
                <a:path w="283845" h="283210">
                  <a:moveTo>
                    <a:pt x="207317" y="282620"/>
                  </a:moveTo>
                  <a:lnTo>
                    <a:pt x="78221" y="282620"/>
                  </a:lnTo>
                  <a:lnTo>
                    <a:pt x="78221" y="268931"/>
                  </a:lnTo>
                  <a:lnTo>
                    <a:pt x="76265" y="264058"/>
                  </a:lnTo>
                  <a:lnTo>
                    <a:pt x="42899" y="240964"/>
                  </a:lnTo>
                  <a:lnTo>
                    <a:pt x="5255" y="178780"/>
                  </a:lnTo>
                  <a:lnTo>
                    <a:pt x="0" y="141822"/>
                  </a:lnTo>
                  <a:lnTo>
                    <a:pt x="7237" y="97023"/>
                  </a:lnTo>
                  <a:lnTo>
                    <a:pt x="27382" y="58095"/>
                  </a:lnTo>
                  <a:lnTo>
                    <a:pt x="58089" y="27384"/>
                  </a:lnTo>
                  <a:lnTo>
                    <a:pt x="97007" y="7237"/>
                  </a:lnTo>
                  <a:lnTo>
                    <a:pt x="141791" y="0"/>
                  </a:lnTo>
                  <a:lnTo>
                    <a:pt x="186574" y="7618"/>
                  </a:lnTo>
                  <a:lnTo>
                    <a:pt x="225493" y="27813"/>
                  </a:lnTo>
                  <a:lnTo>
                    <a:pt x="237838" y="40103"/>
                  </a:lnTo>
                  <a:lnTo>
                    <a:pt x="127140" y="40103"/>
                  </a:lnTo>
                  <a:lnTo>
                    <a:pt x="92036" y="47583"/>
                  </a:lnTo>
                  <a:lnTo>
                    <a:pt x="63442" y="66883"/>
                  </a:lnTo>
                  <a:lnTo>
                    <a:pt x="44200" y="95530"/>
                  </a:lnTo>
                  <a:lnTo>
                    <a:pt x="37155" y="131051"/>
                  </a:lnTo>
                  <a:lnTo>
                    <a:pt x="37155" y="136917"/>
                  </a:lnTo>
                  <a:lnTo>
                    <a:pt x="43021" y="142784"/>
                  </a:lnTo>
                  <a:lnTo>
                    <a:pt x="283457" y="142784"/>
                  </a:lnTo>
                  <a:lnTo>
                    <a:pt x="278647" y="179756"/>
                  </a:lnTo>
                  <a:lnTo>
                    <a:pt x="264636" y="213567"/>
                  </a:lnTo>
                  <a:lnTo>
                    <a:pt x="242739" y="242064"/>
                  </a:lnTo>
                  <a:lnTo>
                    <a:pt x="214145" y="264058"/>
                  </a:lnTo>
                  <a:lnTo>
                    <a:pt x="209272" y="266013"/>
                  </a:lnTo>
                  <a:lnTo>
                    <a:pt x="207317" y="269924"/>
                  </a:lnTo>
                  <a:lnTo>
                    <a:pt x="207317" y="282620"/>
                  </a:lnTo>
                  <a:close/>
                </a:path>
                <a:path w="283845" h="283210">
                  <a:moveTo>
                    <a:pt x="283457" y="142784"/>
                  </a:moveTo>
                  <a:lnTo>
                    <a:pt x="57703" y="142784"/>
                  </a:lnTo>
                  <a:lnTo>
                    <a:pt x="63570" y="137911"/>
                  </a:lnTo>
                  <a:lnTo>
                    <a:pt x="63570" y="131051"/>
                  </a:lnTo>
                  <a:lnTo>
                    <a:pt x="69543" y="105544"/>
                  </a:lnTo>
                  <a:lnTo>
                    <a:pt x="83493" y="84716"/>
                  </a:lnTo>
                  <a:lnTo>
                    <a:pt x="103863" y="70674"/>
                  </a:lnTo>
                  <a:lnTo>
                    <a:pt x="129095" y="65525"/>
                  </a:lnTo>
                  <a:lnTo>
                    <a:pt x="134962" y="65525"/>
                  </a:lnTo>
                  <a:lnTo>
                    <a:pt x="140828" y="59658"/>
                  </a:lnTo>
                  <a:lnTo>
                    <a:pt x="140828" y="45008"/>
                  </a:lnTo>
                  <a:lnTo>
                    <a:pt x="134962" y="40103"/>
                  </a:lnTo>
                  <a:lnTo>
                    <a:pt x="237838" y="40103"/>
                  </a:lnTo>
                  <a:lnTo>
                    <a:pt x="256199" y="58381"/>
                  </a:lnTo>
                  <a:lnTo>
                    <a:pt x="276345" y="97119"/>
                  </a:lnTo>
                  <a:lnTo>
                    <a:pt x="283582" y="141822"/>
                  </a:lnTo>
                  <a:lnTo>
                    <a:pt x="283457" y="142784"/>
                  </a:lnTo>
                  <a:close/>
                </a:path>
              </a:pathLst>
            </a:custGeom>
            <a:solidFill>
              <a:srgbClr val="B6B6B6"/>
            </a:solidFill>
          </p:spPr>
          <p:txBody>
            <a:bodyPr wrap="square" lIns="0" tIns="0" rIns="0" bIns="0" rtlCol="0"/>
            <a:lstStyle/>
            <a:p>
              <a:endParaRPr/>
            </a:p>
          </p:txBody>
        </p:sp>
        <p:pic>
          <p:nvPicPr>
            <p:cNvPr id="142" name="object 142"/>
            <p:cNvPicPr/>
            <p:nvPr/>
          </p:nvPicPr>
          <p:blipFill>
            <a:blip r:embed="rId47" cstate="print"/>
            <a:stretch>
              <a:fillRect/>
            </a:stretch>
          </p:blipFill>
          <p:spPr>
            <a:xfrm>
              <a:off x="4016675" y="4196347"/>
              <a:ext cx="128102" cy="84119"/>
            </a:xfrm>
            <a:prstGeom prst="rect">
              <a:avLst/>
            </a:prstGeom>
          </p:spPr>
        </p:pic>
      </p:grpSp>
      <p:pic>
        <p:nvPicPr>
          <p:cNvPr id="143" name="object 143"/>
          <p:cNvPicPr/>
          <p:nvPr/>
        </p:nvPicPr>
        <p:blipFill>
          <a:blip r:embed="rId48" cstate="print"/>
          <a:stretch>
            <a:fillRect/>
          </a:stretch>
        </p:blipFill>
        <p:spPr>
          <a:xfrm>
            <a:off x="3891475" y="4373542"/>
            <a:ext cx="395079" cy="393123"/>
          </a:xfrm>
          <a:prstGeom prst="rect">
            <a:avLst/>
          </a:prstGeom>
        </p:spPr>
      </p:pic>
      <p:grpSp>
        <p:nvGrpSpPr>
          <p:cNvPr id="144" name="object 144"/>
          <p:cNvGrpSpPr/>
          <p:nvPr/>
        </p:nvGrpSpPr>
        <p:grpSpPr>
          <a:xfrm>
            <a:off x="3972138" y="4860702"/>
            <a:ext cx="234315" cy="393700"/>
            <a:chOff x="3972138" y="4860702"/>
            <a:chExt cx="234315" cy="393700"/>
          </a:xfrm>
        </p:grpSpPr>
        <p:sp>
          <p:nvSpPr>
            <p:cNvPr id="145" name="object 145"/>
            <p:cNvSpPr/>
            <p:nvPr/>
          </p:nvSpPr>
          <p:spPr>
            <a:xfrm>
              <a:off x="3972138" y="4860702"/>
              <a:ext cx="234315" cy="274320"/>
            </a:xfrm>
            <a:custGeom>
              <a:avLst/>
              <a:gdLst/>
              <a:ahLst/>
              <a:cxnLst/>
              <a:rect l="l" t="t" r="r" b="b"/>
              <a:pathLst>
                <a:path w="234314" h="274320">
                  <a:moveTo>
                    <a:pt x="188724" y="273804"/>
                  </a:moveTo>
                  <a:lnTo>
                    <a:pt x="43983" y="273804"/>
                  </a:lnTo>
                  <a:lnTo>
                    <a:pt x="2918" y="189717"/>
                  </a:lnTo>
                  <a:lnTo>
                    <a:pt x="0" y="185806"/>
                  </a:lnTo>
                  <a:lnTo>
                    <a:pt x="0" y="180901"/>
                  </a:lnTo>
                  <a:lnTo>
                    <a:pt x="2918" y="176990"/>
                  </a:lnTo>
                  <a:lnTo>
                    <a:pt x="104636" y="0"/>
                  </a:lnTo>
                  <a:lnTo>
                    <a:pt x="104636" y="146695"/>
                  </a:lnTo>
                  <a:lnTo>
                    <a:pt x="94314" y="152485"/>
                  </a:lnTo>
                  <a:lnTo>
                    <a:pt x="85922" y="160748"/>
                  </a:lnTo>
                  <a:lnTo>
                    <a:pt x="80283" y="171026"/>
                  </a:lnTo>
                  <a:lnTo>
                    <a:pt x="78221" y="182857"/>
                  </a:lnTo>
                  <a:lnTo>
                    <a:pt x="81292" y="197892"/>
                  </a:lnTo>
                  <a:lnTo>
                    <a:pt x="89589" y="209997"/>
                  </a:lnTo>
                  <a:lnTo>
                    <a:pt x="101740" y="218069"/>
                  </a:lnTo>
                  <a:lnTo>
                    <a:pt x="116369" y="221005"/>
                  </a:lnTo>
                  <a:lnTo>
                    <a:pt x="131961" y="218069"/>
                  </a:lnTo>
                  <a:lnTo>
                    <a:pt x="144352" y="209997"/>
                  </a:lnTo>
                  <a:lnTo>
                    <a:pt x="152529" y="197892"/>
                  </a:lnTo>
                  <a:lnTo>
                    <a:pt x="155480" y="182857"/>
                  </a:lnTo>
                  <a:lnTo>
                    <a:pt x="153568" y="170886"/>
                  </a:lnTo>
                  <a:lnTo>
                    <a:pt x="148263" y="160376"/>
                  </a:lnTo>
                  <a:lnTo>
                    <a:pt x="140211" y="152066"/>
                  </a:lnTo>
                  <a:lnTo>
                    <a:pt x="130058" y="146695"/>
                  </a:lnTo>
                  <a:lnTo>
                    <a:pt x="130058" y="0"/>
                  </a:lnTo>
                  <a:lnTo>
                    <a:pt x="231745" y="176990"/>
                  </a:lnTo>
                  <a:lnTo>
                    <a:pt x="232738" y="180901"/>
                  </a:lnTo>
                  <a:lnTo>
                    <a:pt x="233701" y="185806"/>
                  </a:lnTo>
                  <a:lnTo>
                    <a:pt x="231745" y="189717"/>
                  </a:lnTo>
                  <a:lnTo>
                    <a:pt x="188724" y="273804"/>
                  </a:lnTo>
                  <a:close/>
                </a:path>
              </a:pathLst>
            </a:custGeom>
            <a:solidFill>
              <a:srgbClr val="B6B6B6"/>
            </a:solidFill>
          </p:spPr>
          <p:txBody>
            <a:bodyPr wrap="square" lIns="0" tIns="0" rIns="0" bIns="0" rtlCol="0"/>
            <a:lstStyle/>
            <a:p>
              <a:endParaRPr/>
            </a:p>
          </p:txBody>
        </p:sp>
        <p:pic>
          <p:nvPicPr>
            <p:cNvPr id="146" name="object 146"/>
            <p:cNvPicPr/>
            <p:nvPr/>
          </p:nvPicPr>
          <p:blipFill>
            <a:blip r:embed="rId49" cstate="print"/>
            <a:stretch>
              <a:fillRect/>
            </a:stretch>
          </p:blipFill>
          <p:spPr>
            <a:xfrm>
              <a:off x="4024937" y="5159928"/>
              <a:ext cx="130058" cy="93896"/>
            </a:xfrm>
            <a:prstGeom prst="rect">
              <a:avLst/>
            </a:prstGeom>
          </p:spPr>
        </p:pic>
      </p:grpSp>
      <p:sp>
        <p:nvSpPr>
          <p:cNvPr id="147" name="object 147"/>
          <p:cNvSpPr/>
          <p:nvPr/>
        </p:nvSpPr>
        <p:spPr>
          <a:xfrm>
            <a:off x="3016456" y="5349375"/>
            <a:ext cx="392430" cy="393700"/>
          </a:xfrm>
          <a:custGeom>
            <a:avLst/>
            <a:gdLst/>
            <a:ahLst/>
            <a:cxnLst/>
            <a:rect l="l" t="t" r="r" b="b"/>
            <a:pathLst>
              <a:path w="392429" h="393700">
                <a:moveTo>
                  <a:pt x="192759" y="393433"/>
                </a:moveTo>
                <a:lnTo>
                  <a:pt x="152562" y="388249"/>
                </a:lnTo>
                <a:lnTo>
                  <a:pt x="111374" y="373915"/>
                </a:lnTo>
                <a:lnTo>
                  <a:pt x="74753" y="351158"/>
                </a:lnTo>
                <a:lnTo>
                  <a:pt x="44003" y="321012"/>
                </a:lnTo>
                <a:lnTo>
                  <a:pt x="20425" y="284511"/>
                </a:lnTo>
                <a:lnTo>
                  <a:pt x="5323" y="242688"/>
                </a:lnTo>
                <a:lnTo>
                  <a:pt x="0" y="196577"/>
                </a:lnTo>
                <a:lnTo>
                  <a:pt x="5191" y="151509"/>
                </a:lnTo>
                <a:lnTo>
                  <a:pt x="19977" y="110135"/>
                </a:lnTo>
                <a:lnTo>
                  <a:pt x="43179" y="73636"/>
                </a:lnTo>
                <a:lnTo>
                  <a:pt x="73617" y="43191"/>
                </a:lnTo>
                <a:lnTo>
                  <a:pt x="110111" y="19983"/>
                </a:lnTo>
                <a:lnTo>
                  <a:pt x="151480" y="5192"/>
                </a:lnTo>
                <a:lnTo>
                  <a:pt x="196546" y="0"/>
                </a:lnTo>
                <a:lnTo>
                  <a:pt x="243002" y="5461"/>
                </a:lnTo>
                <a:lnTo>
                  <a:pt x="284922" y="20866"/>
                </a:lnTo>
                <a:lnTo>
                  <a:pt x="321354" y="44748"/>
                </a:lnTo>
                <a:lnTo>
                  <a:pt x="329202" y="52829"/>
                </a:lnTo>
                <a:lnTo>
                  <a:pt x="222961" y="52829"/>
                </a:lnTo>
                <a:lnTo>
                  <a:pt x="207925" y="55776"/>
                </a:lnTo>
                <a:lnTo>
                  <a:pt x="195820" y="63946"/>
                </a:lnTo>
                <a:lnTo>
                  <a:pt x="187748" y="76335"/>
                </a:lnTo>
                <a:lnTo>
                  <a:pt x="187388" y="78251"/>
                </a:lnTo>
                <a:lnTo>
                  <a:pt x="118325" y="78251"/>
                </a:lnTo>
                <a:lnTo>
                  <a:pt x="102580" y="81198"/>
                </a:lnTo>
                <a:lnTo>
                  <a:pt x="89958" y="89368"/>
                </a:lnTo>
                <a:lnTo>
                  <a:pt x="81741" y="101757"/>
                </a:lnTo>
                <a:lnTo>
                  <a:pt x="79214" y="117362"/>
                </a:lnTo>
                <a:lnTo>
                  <a:pt x="82160" y="132548"/>
                </a:lnTo>
                <a:lnTo>
                  <a:pt x="90330" y="144984"/>
                </a:lnTo>
                <a:lnTo>
                  <a:pt x="102720" y="153387"/>
                </a:lnTo>
                <a:lnTo>
                  <a:pt x="118325" y="156473"/>
                </a:lnTo>
                <a:lnTo>
                  <a:pt x="388520" y="156473"/>
                </a:lnTo>
                <a:lnTo>
                  <a:pt x="390552" y="182888"/>
                </a:lnTo>
                <a:lnTo>
                  <a:pt x="90947" y="182888"/>
                </a:lnTo>
                <a:lnTo>
                  <a:pt x="75761" y="185974"/>
                </a:lnTo>
                <a:lnTo>
                  <a:pt x="63325" y="194376"/>
                </a:lnTo>
                <a:lnTo>
                  <a:pt x="54923" y="206812"/>
                </a:lnTo>
                <a:lnTo>
                  <a:pt x="51836" y="221998"/>
                </a:lnTo>
                <a:lnTo>
                  <a:pt x="54923" y="237603"/>
                </a:lnTo>
                <a:lnTo>
                  <a:pt x="63325" y="249993"/>
                </a:lnTo>
                <a:lnTo>
                  <a:pt x="75761" y="258162"/>
                </a:lnTo>
                <a:lnTo>
                  <a:pt x="90947" y="261109"/>
                </a:lnTo>
                <a:lnTo>
                  <a:pt x="318645" y="261109"/>
                </a:lnTo>
                <a:lnTo>
                  <a:pt x="301213" y="263064"/>
                </a:lnTo>
                <a:lnTo>
                  <a:pt x="171124" y="263064"/>
                </a:lnTo>
                <a:lnTo>
                  <a:pt x="155532" y="266015"/>
                </a:lnTo>
                <a:lnTo>
                  <a:pt x="143141" y="274192"/>
                </a:lnTo>
                <a:lnTo>
                  <a:pt x="134964" y="286583"/>
                </a:lnTo>
                <a:lnTo>
                  <a:pt x="132013" y="302175"/>
                </a:lnTo>
                <a:lnTo>
                  <a:pt x="134964" y="317379"/>
                </a:lnTo>
                <a:lnTo>
                  <a:pt x="143141" y="329824"/>
                </a:lnTo>
                <a:lnTo>
                  <a:pt x="155532" y="338230"/>
                </a:lnTo>
                <a:lnTo>
                  <a:pt x="171124" y="341317"/>
                </a:lnTo>
                <a:lnTo>
                  <a:pt x="258205" y="341317"/>
                </a:lnTo>
                <a:lnTo>
                  <a:pt x="247238" y="368873"/>
                </a:lnTo>
                <a:lnTo>
                  <a:pt x="225890" y="387075"/>
                </a:lnTo>
                <a:lnTo>
                  <a:pt x="192759" y="393433"/>
                </a:lnTo>
                <a:close/>
              </a:path>
              <a:path w="392429" h="393700">
                <a:moveTo>
                  <a:pt x="380642" y="131051"/>
                </a:moveTo>
                <a:lnTo>
                  <a:pt x="222961" y="131051"/>
                </a:lnTo>
                <a:lnTo>
                  <a:pt x="238147" y="127825"/>
                </a:lnTo>
                <a:lnTo>
                  <a:pt x="250583" y="119189"/>
                </a:lnTo>
                <a:lnTo>
                  <a:pt x="258986" y="106707"/>
                </a:lnTo>
                <a:lnTo>
                  <a:pt x="262072" y="91940"/>
                </a:lnTo>
                <a:lnTo>
                  <a:pt x="259125" y="76335"/>
                </a:lnTo>
                <a:lnTo>
                  <a:pt x="250955" y="63946"/>
                </a:lnTo>
                <a:lnTo>
                  <a:pt x="238566" y="55776"/>
                </a:lnTo>
                <a:lnTo>
                  <a:pt x="222961" y="52829"/>
                </a:lnTo>
                <a:lnTo>
                  <a:pt x="329202" y="52829"/>
                </a:lnTo>
                <a:lnTo>
                  <a:pt x="351349" y="75636"/>
                </a:lnTo>
                <a:lnTo>
                  <a:pt x="373954" y="112063"/>
                </a:lnTo>
                <a:lnTo>
                  <a:pt x="380642" y="131051"/>
                </a:lnTo>
                <a:close/>
              </a:path>
              <a:path w="392429" h="393700">
                <a:moveTo>
                  <a:pt x="388520" y="156473"/>
                </a:moveTo>
                <a:lnTo>
                  <a:pt x="118325" y="156473"/>
                </a:lnTo>
                <a:lnTo>
                  <a:pt x="133510" y="153387"/>
                </a:lnTo>
                <a:lnTo>
                  <a:pt x="145946" y="144984"/>
                </a:lnTo>
                <a:lnTo>
                  <a:pt x="154349" y="132548"/>
                </a:lnTo>
                <a:lnTo>
                  <a:pt x="157435" y="117362"/>
                </a:lnTo>
                <a:lnTo>
                  <a:pt x="154349" y="101757"/>
                </a:lnTo>
                <a:lnTo>
                  <a:pt x="145946" y="89368"/>
                </a:lnTo>
                <a:lnTo>
                  <a:pt x="133510" y="81198"/>
                </a:lnTo>
                <a:lnTo>
                  <a:pt x="118325" y="78251"/>
                </a:lnTo>
                <a:lnTo>
                  <a:pt x="187388" y="78251"/>
                </a:lnTo>
                <a:lnTo>
                  <a:pt x="195820" y="119562"/>
                </a:lnTo>
                <a:lnTo>
                  <a:pt x="222961" y="131051"/>
                </a:lnTo>
                <a:lnTo>
                  <a:pt x="380642" y="131051"/>
                </a:lnTo>
                <a:lnTo>
                  <a:pt x="388219" y="152561"/>
                </a:lnTo>
                <a:lnTo>
                  <a:pt x="388520" y="156473"/>
                </a:lnTo>
                <a:close/>
              </a:path>
              <a:path w="392429" h="393700">
                <a:moveTo>
                  <a:pt x="318645" y="261109"/>
                </a:moveTo>
                <a:lnTo>
                  <a:pt x="90947" y="261109"/>
                </a:lnTo>
                <a:lnTo>
                  <a:pt x="106552" y="258162"/>
                </a:lnTo>
                <a:lnTo>
                  <a:pt x="118941" y="249993"/>
                </a:lnTo>
                <a:lnTo>
                  <a:pt x="127111" y="237603"/>
                </a:lnTo>
                <a:lnTo>
                  <a:pt x="130058" y="221998"/>
                </a:lnTo>
                <a:lnTo>
                  <a:pt x="127111" y="206812"/>
                </a:lnTo>
                <a:lnTo>
                  <a:pt x="118941" y="194376"/>
                </a:lnTo>
                <a:lnTo>
                  <a:pt x="106552" y="185974"/>
                </a:lnTo>
                <a:lnTo>
                  <a:pt x="90947" y="182888"/>
                </a:lnTo>
                <a:lnTo>
                  <a:pt x="390552" y="182888"/>
                </a:lnTo>
                <a:lnTo>
                  <a:pt x="392372" y="206546"/>
                </a:lnTo>
                <a:lnTo>
                  <a:pt x="377355" y="240452"/>
                </a:lnTo>
                <a:lnTo>
                  <a:pt x="346018" y="258038"/>
                </a:lnTo>
                <a:lnTo>
                  <a:pt x="318645" y="261109"/>
                </a:lnTo>
                <a:close/>
              </a:path>
              <a:path w="392429" h="393700">
                <a:moveTo>
                  <a:pt x="258205" y="341317"/>
                </a:moveTo>
                <a:lnTo>
                  <a:pt x="171124" y="341317"/>
                </a:lnTo>
                <a:lnTo>
                  <a:pt x="185909" y="338090"/>
                </a:lnTo>
                <a:lnTo>
                  <a:pt x="198400" y="329451"/>
                </a:lnTo>
                <a:lnTo>
                  <a:pt x="207039" y="316960"/>
                </a:lnTo>
                <a:lnTo>
                  <a:pt x="210266" y="302175"/>
                </a:lnTo>
                <a:lnTo>
                  <a:pt x="207175" y="286583"/>
                </a:lnTo>
                <a:lnTo>
                  <a:pt x="198761" y="274192"/>
                </a:lnTo>
                <a:lnTo>
                  <a:pt x="186315" y="266015"/>
                </a:lnTo>
                <a:lnTo>
                  <a:pt x="171124" y="263064"/>
                </a:lnTo>
                <a:lnTo>
                  <a:pt x="301213" y="263064"/>
                </a:lnTo>
                <a:lnTo>
                  <a:pt x="265158" y="286583"/>
                </a:lnTo>
                <a:lnTo>
                  <a:pt x="258675" y="340136"/>
                </a:lnTo>
                <a:lnTo>
                  <a:pt x="258205" y="341317"/>
                </a:lnTo>
                <a:close/>
              </a:path>
            </a:pathLst>
          </a:custGeom>
          <a:solidFill>
            <a:srgbClr val="B6B6B6"/>
          </a:solidFill>
        </p:spPr>
        <p:txBody>
          <a:bodyPr wrap="square" lIns="0" tIns="0" rIns="0" bIns="0" rtlCol="0"/>
          <a:lstStyle/>
          <a:p>
            <a:endParaRPr/>
          </a:p>
        </p:txBody>
      </p:sp>
      <p:grpSp>
        <p:nvGrpSpPr>
          <p:cNvPr id="148" name="object 148"/>
          <p:cNvGrpSpPr/>
          <p:nvPr/>
        </p:nvGrpSpPr>
        <p:grpSpPr>
          <a:xfrm>
            <a:off x="3354569" y="2449945"/>
            <a:ext cx="393700" cy="392430"/>
            <a:chOff x="3354569" y="2449945"/>
            <a:chExt cx="393700" cy="392430"/>
          </a:xfrm>
        </p:grpSpPr>
        <p:pic>
          <p:nvPicPr>
            <p:cNvPr id="149" name="object 149"/>
            <p:cNvPicPr/>
            <p:nvPr/>
          </p:nvPicPr>
          <p:blipFill>
            <a:blip r:embed="rId50" cstate="print"/>
            <a:stretch>
              <a:fillRect/>
            </a:stretch>
          </p:blipFill>
          <p:spPr>
            <a:xfrm>
              <a:off x="3354569" y="2597355"/>
              <a:ext cx="243750" cy="244720"/>
            </a:xfrm>
            <a:prstGeom prst="rect">
              <a:avLst/>
            </a:prstGeom>
          </p:spPr>
        </p:pic>
        <p:sp>
          <p:nvSpPr>
            <p:cNvPr id="150" name="object 150"/>
            <p:cNvSpPr/>
            <p:nvPr/>
          </p:nvSpPr>
          <p:spPr>
            <a:xfrm>
              <a:off x="3469255" y="2449945"/>
              <a:ext cx="278765" cy="275590"/>
            </a:xfrm>
            <a:custGeom>
              <a:avLst/>
              <a:gdLst/>
              <a:ahLst/>
              <a:cxnLst/>
              <a:rect l="l" t="t" r="r" b="b"/>
              <a:pathLst>
                <a:path w="278764" h="275589">
                  <a:moveTo>
                    <a:pt x="146664" y="275512"/>
                  </a:moveTo>
                  <a:lnTo>
                    <a:pt x="0" y="128847"/>
                  </a:lnTo>
                  <a:lnTo>
                    <a:pt x="127109" y="3662"/>
                  </a:lnTo>
                  <a:lnTo>
                    <a:pt x="129561" y="1210"/>
                  </a:lnTo>
                  <a:lnTo>
                    <a:pt x="132975" y="0"/>
                  </a:lnTo>
                  <a:lnTo>
                    <a:pt x="136390" y="0"/>
                  </a:lnTo>
                  <a:lnTo>
                    <a:pt x="139835" y="0"/>
                  </a:lnTo>
                  <a:lnTo>
                    <a:pt x="143250" y="1210"/>
                  </a:lnTo>
                  <a:lnTo>
                    <a:pt x="273804" y="131765"/>
                  </a:lnTo>
                  <a:lnTo>
                    <a:pt x="278678" y="136669"/>
                  </a:lnTo>
                  <a:lnTo>
                    <a:pt x="278678" y="145454"/>
                  </a:lnTo>
                  <a:lnTo>
                    <a:pt x="273804" y="150358"/>
                  </a:lnTo>
                  <a:lnTo>
                    <a:pt x="146664" y="275512"/>
                  </a:lnTo>
                  <a:close/>
                </a:path>
              </a:pathLst>
            </a:custGeom>
            <a:solidFill>
              <a:srgbClr val="B6B6B6"/>
            </a:solidFill>
          </p:spPr>
          <p:txBody>
            <a:bodyPr wrap="square" lIns="0" tIns="0" rIns="0" bIns="0" rtlCol="0"/>
            <a:lstStyle/>
            <a:p>
              <a:endParaRPr/>
            </a:p>
          </p:txBody>
        </p:sp>
      </p:grpSp>
      <p:sp>
        <p:nvSpPr>
          <p:cNvPr id="151" name="object 151"/>
          <p:cNvSpPr/>
          <p:nvPr/>
        </p:nvSpPr>
        <p:spPr>
          <a:xfrm>
            <a:off x="3353409" y="2997390"/>
            <a:ext cx="392430" cy="307340"/>
          </a:xfrm>
          <a:custGeom>
            <a:avLst/>
            <a:gdLst/>
            <a:ahLst/>
            <a:cxnLst/>
            <a:rect l="l" t="t" r="r" b="b"/>
            <a:pathLst>
              <a:path w="392429" h="307339">
                <a:moveTo>
                  <a:pt x="366712" y="38112"/>
                </a:moveTo>
                <a:lnTo>
                  <a:pt x="363626" y="23507"/>
                </a:lnTo>
                <a:lnTo>
                  <a:pt x="355219" y="11366"/>
                </a:lnTo>
                <a:lnTo>
                  <a:pt x="342785" y="3073"/>
                </a:lnTo>
                <a:lnTo>
                  <a:pt x="327596" y="0"/>
                </a:lnTo>
                <a:lnTo>
                  <a:pt x="260121" y="0"/>
                </a:lnTo>
                <a:lnTo>
                  <a:pt x="260121" y="163309"/>
                </a:lnTo>
                <a:lnTo>
                  <a:pt x="260121" y="171119"/>
                </a:lnTo>
                <a:lnTo>
                  <a:pt x="252793" y="178447"/>
                </a:lnTo>
                <a:lnTo>
                  <a:pt x="249377" y="179692"/>
                </a:lnTo>
                <a:lnTo>
                  <a:pt x="242519" y="179692"/>
                </a:lnTo>
                <a:lnTo>
                  <a:pt x="239102" y="178447"/>
                </a:lnTo>
                <a:lnTo>
                  <a:pt x="236651" y="175996"/>
                </a:lnTo>
                <a:lnTo>
                  <a:pt x="214947" y="154800"/>
                </a:lnTo>
                <a:lnTo>
                  <a:pt x="193624" y="133972"/>
                </a:lnTo>
                <a:lnTo>
                  <a:pt x="176987" y="150571"/>
                </a:lnTo>
                <a:lnTo>
                  <a:pt x="174078" y="153530"/>
                </a:lnTo>
                <a:lnTo>
                  <a:pt x="170751" y="154800"/>
                </a:lnTo>
                <a:lnTo>
                  <a:pt x="162369" y="154800"/>
                </a:lnTo>
                <a:lnTo>
                  <a:pt x="157683" y="151193"/>
                </a:lnTo>
                <a:lnTo>
                  <a:pt x="156476" y="145707"/>
                </a:lnTo>
                <a:lnTo>
                  <a:pt x="131051" y="68440"/>
                </a:lnTo>
                <a:lnTo>
                  <a:pt x="127736" y="60185"/>
                </a:lnTo>
                <a:lnTo>
                  <a:pt x="134213" y="51904"/>
                </a:lnTo>
                <a:lnTo>
                  <a:pt x="143649" y="51904"/>
                </a:lnTo>
                <a:lnTo>
                  <a:pt x="145173" y="52184"/>
                </a:lnTo>
                <a:lnTo>
                  <a:pt x="146697" y="52806"/>
                </a:lnTo>
                <a:lnTo>
                  <a:pt x="223951" y="78219"/>
                </a:lnTo>
                <a:lnTo>
                  <a:pt x="228981" y="81864"/>
                </a:lnTo>
                <a:lnTo>
                  <a:pt x="231902" y="87528"/>
                </a:lnTo>
                <a:lnTo>
                  <a:pt x="232067" y="93903"/>
                </a:lnTo>
                <a:lnTo>
                  <a:pt x="228828" y="99733"/>
                </a:lnTo>
                <a:lnTo>
                  <a:pt x="211226" y="116370"/>
                </a:lnTo>
                <a:lnTo>
                  <a:pt x="254254" y="159397"/>
                </a:lnTo>
                <a:lnTo>
                  <a:pt x="260121" y="163309"/>
                </a:lnTo>
                <a:lnTo>
                  <a:pt x="260121" y="0"/>
                </a:lnTo>
                <a:lnTo>
                  <a:pt x="61620" y="0"/>
                </a:lnTo>
                <a:lnTo>
                  <a:pt x="47142" y="3073"/>
                </a:lnTo>
                <a:lnTo>
                  <a:pt x="35331" y="11366"/>
                </a:lnTo>
                <a:lnTo>
                  <a:pt x="27381" y="23507"/>
                </a:lnTo>
                <a:lnTo>
                  <a:pt x="24460" y="38112"/>
                </a:lnTo>
                <a:lnTo>
                  <a:pt x="24460" y="231749"/>
                </a:lnTo>
                <a:lnTo>
                  <a:pt x="366712" y="231749"/>
                </a:lnTo>
                <a:lnTo>
                  <a:pt x="366712" y="179692"/>
                </a:lnTo>
                <a:lnTo>
                  <a:pt x="366712" y="51904"/>
                </a:lnTo>
                <a:lnTo>
                  <a:pt x="366712" y="38112"/>
                </a:lnTo>
                <a:close/>
              </a:path>
              <a:path w="392429" h="307339">
                <a:moveTo>
                  <a:pt x="392125" y="268897"/>
                </a:moveTo>
                <a:lnTo>
                  <a:pt x="391172" y="262077"/>
                </a:lnTo>
                <a:lnTo>
                  <a:pt x="386257" y="257175"/>
                </a:lnTo>
                <a:lnTo>
                  <a:pt x="340321" y="257175"/>
                </a:lnTo>
                <a:lnTo>
                  <a:pt x="340321" y="276720"/>
                </a:lnTo>
                <a:lnTo>
                  <a:pt x="334454" y="282587"/>
                </a:lnTo>
                <a:lnTo>
                  <a:pt x="319773" y="282587"/>
                </a:lnTo>
                <a:lnTo>
                  <a:pt x="314896" y="276720"/>
                </a:lnTo>
                <a:lnTo>
                  <a:pt x="314896" y="257175"/>
                </a:lnTo>
                <a:lnTo>
                  <a:pt x="289445" y="257175"/>
                </a:lnTo>
                <a:lnTo>
                  <a:pt x="289445" y="276720"/>
                </a:lnTo>
                <a:lnTo>
                  <a:pt x="283578" y="282587"/>
                </a:lnTo>
                <a:lnTo>
                  <a:pt x="269900" y="282587"/>
                </a:lnTo>
                <a:lnTo>
                  <a:pt x="264033" y="276720"/>
                </a:lnTo>
                <a:lnTo>
                  <a:pt x="264033" y="257175"/>
                </a:lnTo>
                <a:lnTo>
                  <a:pt x="11734" y="257175"/>
                </a:lnTo>
                <a:lnTo>
                  <a:pt x="4902" y="257175"/>
                </a:lnTo>
                <a:lnTo>
                  <a:pt x="0" y="263029"/>
                </a:lnTo>
                <a:lnTo>
                  <a:pt x="0" y="268897"/>
                </a:lnTo>
                <a:lnTo>
                  <a:pt x="2921" y="283527"/>
                </a:lnTo>
                <a:lnTo>
                  <a:pt x="10883" y="295681"/>
                </a:lnTo>
                <a:lnTo>
                  <a:pt x="22694" y="303974"/>
                </a:lnTo>
                <a:lnTo>
                  <a:pt x="37160" y="307047"/>
                </a:lnTo>
                <a:lnTo>
                  <a:pt x="354012" y="307047"/>
                </a:lnTo>
                <a:lnTo>
                  <a:pt x="368630" y="304114"/>
                </a:lnTo>
                <a:lnTo>
                  <a:pt x="380771" y="296049"/>
                </a:lnTo>
                <a:lnTo>
                  <a:pt x="389064" y="283946"/>
                </a:lnTo>
                <a:lnTo>
                  <a:pt x="392125" y="268897"/>
                </a:lnTo>
                <a:close/>
              </a:path>
            </a:pathLst>
          </a:custGeom>
          <a:solidFill>
            <a:srgbClr val="B6B6B6"/>
          </a:solidFill>
        </p:spPr>
        <p:txBody>
          <a:bodyPr wrap="square" lIns="0" tIns="0" rIns="0" bIns="0" rtlCol="0"/>
          <a:lstStyle/>
          <a:p>
            <a:endParaRPr/>
          </a:p>
        </p:txBody>
      </p:sp>
      <p:grpSp>
        <p:nvGrpSpPr>
          <p:cNvPr id="152" name="object 152"/>
          <p:cNvGrpSpPr/>
          <p:nvPr/>
        </p:nvGrpSpPr>
        <p:grpSpPr>
          <a:xfrm>
            <a:off x="3354875" y="3382738"/>
            <a:ext cx="389255" cy="393700"/>
            <a:chOff x="3354875" y="3382738"/>
            <a:chExt cx="389255" cy="393700"/>
          </a:xfrm>
        </p:grpSpPr>
        <p:sp>
          <p:nvSpPr>
            <p:cNvPr id="153" name="object 153"/>
            <p:cNvSpPr/>
            <p:nvPr/>
          </p:nvSpPr>
          <p:spPr>
            <a:xfrm>
              <a:off x="3408668" y="3495197"/>
              <a:ext cx="280670" cy="280670"/>
            </a:xfrm>
            <a:custGeom>
              <a:avLst/>
              <a:gdLst/>
              <a:ahLst/>
              <a:cxnLst/>
              <a:rect l="l" t="t" r="r" b="b"/>
              <a:pathLst>
                <a:path w="280670" h="280670">
                  <a:moveTo>
                    <a:pt x="275760" y="280664"/>
                  </a:moveTo>
                  <a:lnTo>
                    <a:pt x="5866" y="280664"/>
                  </a:lnTo>
                  <a:lnTo>
                    <a:pt x="0" y="275791"/>
                  </a:lnTo>
                  <a:lnTo>
                    <a:pt x="0" y="99763"/>
                  </a:lnTo>
                  <a:lnTo>
                    <a:pt x="139835" y="0"/>
                  </a:lnTo>
                  <a:lnTo>
                    <a:pt x="235094" y="67481"/>
                  </a:lnTo>
                  <a:lnTo>
                    <a:pt x="139835" y="67481"/>
                  </a:lnTo>
                  <a:lnTo>
                    <a:pt x="105306" y="74511"/>
                  </a:lnTo>
                  <a:lnTo>
                    <a:pt x="77006" y="93644"/>
                  </a:lnTo>
                  <a:lnTo>
                    <a:pt x="57873" y="121943"/>
                  </a:lnTo>
                  <a:lnTo>
                    <a:pt x="50843" y="156473"/>
                  </a:lnTo>
                  <a:lnTo>
                    <a:pt x="57734" y="191003"/>
                  </a:lnTo>
                  <a:lnTo>
                    <a:pt x="76634" y="219302"/>
                  </a:lnTo>
                  <a:lnTo>
                    <a:pt x="104887" y="238435"/>
                  </a:lnTo>
                  <a:lnTo>
                    <a:pt x="139835" y="245465"/>
                  </a:lnTo>
                  <a:lnTo>
                    <a:pt x="280665" y="245465"/>
                  </a:lnTo>
                  <a:lnTo>
                    <a:pt x="280665" y="274798"/>
                  </a:lnTo>
                  <a:lnTo>
                    <a:pt x="275760" y="280664"/>
                  </a:lnTo>
                  <a:close/>
                </a:path>
                <a:path w="280670" h="280670">
                  <a:moveTo>
                    <a:pt x="280665" y="245465"/>
                  </a:moveTo>
                  <a:lnTo>
                    <a:pt x="139835" y="245465"/>
                  </a:lnTo>
                  <a:lnTo>
                    <a:pt x="175496" y="238575"/>
                  </a:lnTo>
                  <a:lnTo>
                    <a:pt x="204376" y="219674"/>
                  </a:lnTo>
                  <a:lnTo>
                    <a:pt x="223722" y="191421"/>
                  </a:lnTo>
                  <a:lnTo>
                    <a:pt x="230783" y="156473"/>
                  </a:lnTo>
                  <a:lnTo>
                    <a:pt x="223303" y="121943"/>
                  </a:lnTo>
                  <a:lnTo>
                    <a:pt x="204003" y="93644"/>
                  </a:lnTo>
                  <a:lnTo>
                    <a:pt x="175356" y="74511"/>
                  </a:lnTo>
                  <a:lnTo>
                    <a:pt x="139835" y="67481"/>
                  </a:lnTo>
                  <a:lnTo>
                    <a:pt x="235094" y="67481"/>
                  </a:lnTo>
                  <a:lnTo>
                    <a:pt x="280665" y="99763"/>
                  </a:lnTo>
                  <a:lnTo>
                    <a:pt x="280665" y="245465"/>
                  </a:lnTo>
                  <a:close/>
                </a:path>
              </a:pathLst>
            </a:custGeom>
            <a:solidFill>
              <a:srgbClr val="B6B6B6"/>
            </a:solidFill>
          </p:spPr>
          <p:txBody>
            <a:bodyPr wrap="square" lIns="0" tIns="0" rIns="0" bIns="0" rtlCol="0"/>
            <a:lstStyle/>
            <a:p>
              <a:endParaRPr/>
            </a:p>
          </p:txBody>
        </p:sp>
        <p:pic>
          <p:nvPicPr>
            <p:cNvPr id="154" name="object 154"/>
            <p:cNvPicPr/>
            <p:nvPr/>
          </p:nvPicPr>
          <p:blipFill>
            <a:blip r:embed="rId51" cstate="print"/>
            <a:stretch>
              <a:fillRect/>
            </a:stretch>
          </p:blipFill>
          <p:spPr>
            <a:xfrm>
              <a:off x="3483971" y="3586145"/>
              <a:ext cx="130058" cy="130088"/>
            </a:xfrm>
            <a:prstGeom prst="rect">
              <a:avLst/>
            </a:prstGeom>
          </p:spPr>
        </p:pic>
        <p:sp>
          <p:nvSpPr>
            <p:cNvPr id="155" name="object 155"/>
            <p:cNvSpPr/>
            <p:nvPr/>
          </p:nvSpPr>
          <p:spPr>
            <a:xfrm>
              <a:off x="3354875" y="3382738"/>
              <a:ext cx="389255" cy="205740"/>
            </a:xfrm>
            <a:custGeom>
              <a:avLst/>
              <a:gdLst/>
              <a:ahLst/>
              <a:cxnLst/>
              <a:rect l="l" t="t" r="r" b="b"/>
              <a:pathLst>
                <a:path w="389254" h="205739">
                  <a:moveTo>
                    <a:pt x="17040" y="205579"/>
                  </a:moveTo>
                  <a:lnTo>
                    <a:pt x="10584" y="205579"/>
                  </a:lnTo>
                  <a:lnTo>
                    <a:pt x="7108" y="203809"/>
                  </a:lnTo>
                  <a:lnTo>
                    <a:pt x="4904" y="200488"/>
                  </a:lnTo>
                  <a:lnTo>
                    <a:pt x="0" y="194621"/>
                  </a:lnTo>
                  <a:lnTo>
                    <a:pt x="962" y="185806"/>
                  </a:lnTo>
                  <a:lnTo>
                    <a:pt x="6860" y="181895"/>
                  </a:lnTo>
                  <a:lnTo>
                    <a:pt x="58665" y="145733"/>
                  </a:lnTo>
                  <a:lnTo>
                    <a:pt x="181895" y="57703"/>
                  </a:lnTo>
                  <a:lnTo>
                    <a:pt x="181895" y="5866"/>
                  </a:lnTo>
                  <a:lnTo>
                    <a:pt x="186768" y="0"/>
                  </a:lnTo>
                  <a:lnTo>
                    <a:pt x="193628" y="0"/>
                  </a:lnTo>
                  <a:lnTo>
                    <a:pt x="201450" y="0"/>
                  </a:lnTo>
                  <a:lnTo>
                    <a:pt x="207317" y="5866"/>
                  </a:lnTo>
                  <a:lnTo>
                    <a:pt x="208310" y="11733"/>
                  </a:lnTo>
                  <a:lnTo>
                    <a:pt x="208310" y="57703"/>
                  </a:lnTo>
                  <a:lnTo>
                    <a:pt x="332501" y="145733"/>
                  </a:lnTo>
                  <a:lnTo>
                    <a:pt x="383345" y="181895"/>
                  </a:lnTo>
                  <a:lnTo>
                    <a:pt x="388219" y="186799"/>
                  </a:lnTo>
                  <a:lnTo>
                    <a:pt x="389212" y="194621"/>
                  </a:lnTo>
                  <a:lnTo>
                    <a:pt x="386263" y="200488"/>
                  </a:lnTo>
                  <a:lnTo>
                    <a:pt x="383438" y="203344"/>
                  </a:lnTo>
                  <a:lnTo>
                    <a:pt x="379589" y="204864"/>
                  </a:lnTo>
                  <a:lnTo>
                    <a:pt x="372947" y="204864"/>
                  </a:lnTo>
                  <a:lnTo>
                    <a:pt x="370153" y="204089"/>
                  </a:lnTo>
                  <a:lnTo>
                    <a:pt x="367701" y="202443"/>
                  </a:lnTo>
                  <a:lnTo>
                    <a:pt x="202443" y="85081"/>
                  </a:lnTo>
                  <a:lnTo>
                    <a:pt x="200456" y="83125"/>
                  </a:lnTo>
                  <a:lnTo>
                    <a:pt x="198036" y="82163"/>
                  </a:lnTo>
                  <a:lnTo>
                    <a:pt x="192883" y="82163"/>
                  </a:lnTo>
                  <a:lnTo>
                    <a:pt x="190213" y="83125"/>
                  </a:lnTo>
                  <a:lnTo>
                    <a:pt x="187761" y="85081"/>
                  </a:lnTo>
                  <a:lnTo>
                    <a:pt x="22504" y="202443"/>
                  </a:lnTo>
                  <a:lnTo>
                    <a:pt x="19958" y="204554"/>
                  </a:lnTo>
                  <a:lnTo>
                    <a:pt x="17040" y="205579"/>
                  </a:lnTo>
                  <a:close/>
                </a:path>
              </a:pathLst>
            </a:custGeom>
            <a:solidFill>
              <a:srgbClr val="B6B6B6"/>
            </a:solidFill>
          </p:spPr>
          <p:txBody>
            <a:bodyPr wrap="square" lIns="0" tIns="0" rIns="0" bIns="0" rtlCol="0"/>
            <a:lstStyle/>
            <a:p>
              <a:endParaRPr/>
            </a:p>
          </p:txBody>
        </p:sp>
      </p:grpSp>
      <p:sp>
        <p:nvSpPr>
          <p:cNvPr id="156" name="object 156"/>
          <p:cNvSpPr/>
          <p:nvPr/>
        </p:nvSpPr>
        <p:spPr>
          <a:xfrm>
            <a:off x="2042693" y="3907891"/>
            <a:ext cx="361315" cy="395605"/>
          </a:xfrm>
          <a:custGeom>
            <a:avLst/>
            <a:gdLst/>
            <a:ahLst/>
            <a:cxnLst/>
            <a:rect l="l" t="t" r="r" b="b"/>
            <a:pathLst>
              <a:path w="361314" h="395604">
                <a:moveTo>
                  <a:pt x="232765" y="150583"/>
                </a:moveTo>
                <a:lnTo>
                  <a:pt x="229692" y="135547"/>
                </a:lnTo>
                <a:lnTo>
                  <a:pt x="221399" y="123456"/>
                </a:lnTo>
                <a:lnTo>
                  <a:pt x="209270" y="115404"/>
                </a:lnTo>
                <a:lnTo>
                  <a:pt x="205359" y="114630"/>
                </a:lnTo>
                <a:lnTo>
                  <a:pt x="205359" y="240563"/>
                </a:lnTo>
                <a:lnTo>
                  <a:pt x="203454" y="250723"/>
                </a:lnTo>
                <a:lnTo>
                  <a:pt x="198158" y="258775"/>
                </a:lnTo>
                <a:lnTo>
                  <a:pt x="190106" y="264071"/>
                </a:lnTo>
                <a:lnTo>
                  <a:pt x="179933" y="265988"/>
                </a:lnTo>
                <a:lnTo>
                  <a:pt x="169786" y="264071"/>
                </a:lnTo>
                <a:lnTo>
                  <a:pt x="161734" y="258775"/>
                </a:lnTo>
                <a:lnTo>
                  <a:pt x="156425" y="250723"/>
                </a:lnTo>
                <a:lnTo>
                  <a:pt x="154520" y="240563"/>
                </a:lnTo>
                <a:lnTo>
                  <a:pt x="156425" y="230403"/>
                </a:lnTo>
                <a:lnTo>
                  <a:pt x="161734" y="222351"/>
                </a:lnTo>
                <a:lnTo>
                  <a:pt x="169786" y="217055"/>
                </a:lnTo>
                <a:lnTo>
                  <a:pt x="179933" y="215150"/>
                </a:lnTo>
                <a:lnTo>
                  <a:pt x="190106" y="217055"/>
                </a:lnTo>
                <a:lnTo>
                  <a:pt x="198158" y="222351"/>
                </a:lnTo>
                <a:lnTo>
                  <a:pt x="203454" y="230403"/>
                </a:lnTo>
                <a:lnTo>
                  <a:pt x="205359" y="240563"/>
                </a:lnTo>
                <a:lnTo>
                  <a:pt x="205359" y="114630"/>
                </a:lnTo>
                <a:lnTo>
                  <a:pt x="194614" y="112458"/>
                </a:lnTo>
                <a:lnTo>
                  <a:pt x="168198" y="112458"/>
                </a:lnTo>
                <a:lnTo>
                  <a:pt x="153174" y="115404"/>
                </a:lnTo>
                <a:lnTo>
                  <a:pt x="141084" y="123583"/>
                </a:lnTo>
                <a:lnTo>
                  <a:pt x="133019" y="135966"/>
                </a:lnTo>
                <a:lnTo>
                  <a:pt x="130086" y="151574"/>
                </a:lnTo>
                <a:lnTo>
                  <a:pt x="130086" y="395084"/>
                </a:lnTo>
                <a:lnTo>
                  <a:pt x="232765" y="395084"/>
                </a:lnTo>
                <a:lnTo>
                  <a:pt x="232765" y="265988"/>
                </a:lnTo>
                <a:lnTo>
                  <a:pt x="232765" y="215150"/>
                </a:lnTo>
                <a:lnTo>
                  <a:pt x="232765" y="150583"/>
                </a:lnTo>
                <a:close/>
              </a:path>
              <a:path w="361314" h="395604">
                <a:moveTo>
                  <a:pt x="360870" y="5867"/>
                </a:moveTo>
                <a:lnTo>
                  <a:pt x="355003" y="0"/>
                </a:lnTo>
                <a:lnTo>
                  <a:pt x="13716" y="0"/>
                </a:lnTo>
                <a:lnTo>
                  <a:pt x="6858" y="0"/>
                </a:lnTo>
                <a:lnTo>
                  <a:pt x="990" y="5867"/>
                </a:lnTo>
                <a:lnTo>
                  <a:pt x="990" y="133972"/>
                </a:lnTo>
                <a:lnTo>
                  <a:pt x="3911" y="138849"/>
                </a:lnTo>
                <a:lnTo>
                  <a:pt x="8813" y="141795"/>
                </a:lnTo>
                <a:lnTo>
                  <a:pt x="25857" y="150698"/>
                </a:lnTo>
                <a:lnTo>
                  <a:pt x="39497" y="164655"/>
                </a:lnTo>
                <a:lnTo>
                  <a:pt x="48552" y="182092"/>
                </a:lnTo>
                <a:lnTo>
                  <a:pt x="51828" y="201460"/>
                </a:lnTo>
                <a:lnTo>
                  <a:pt x="48691" y="221526"/>
                </a:lnTo>
                <a:lnTo>
                  <a:pt x="39852" y="238848"/>
                </a:lnTo>
                <a:lnTo>
                  <a:pt x="26263" y="252869"/>
                </a:lnTo>
                <a:lnTo>
                  <a:pt x="8813" y="263042"/>
                </a:lnTo>
                <a:lnTo>
                  <a:pt x="3911" y="264033"/>
                </a:lnTo>
                <a:lnTo>
                  <a:pt x="0" y="268909"/>
                </a:lnTo>
                <a:lnTo>
                  <a:pt x="0" y="390182"/>
                </a:lnTo>
                <a:lnTo>
                  <a:pt x="6858" y="395084"/>
                </a:lnTo>
                <a:lnTo>
                  <a:pt x="102679" y="395084"/>
                </a:lnTo>
                <a:lnTo>
                  <a:pt x="102679" y="150583"/>
                </a:lnTo>
                <a:lnTo>
                  <a:pt x="107835" y="125361"/>
                </a:lnTo>
                <a:lnTo>
                  <a:pt x="121881" y="105003"/>
                </a:lnTo>
                <a:lnTo>
                  <a:pt x="142709" y="91046"/>
                </a:lnTo>
                <a:lnTo>
                  <a:pt x="168198" y="85051"/>
                </a:lnTo>
                <a:lnTo>
                  <a:pt x="193624" y="85051"/>
                </a:lnTo>
                <a:lnTo>
                  <a:pt x="218440" y="90208"/>
                </a:lnTo>
                <a:lnTo>
                  <a:pt x="238747" y="104254"/>
                </a:lnTo>
                <a:lnTo>
                  <a:pt x="252641" y="125082"/>
                </a:lnTo>
                <a:lnTo>
                  <a:pt x="258191" y="150583"/>
                </a:lnTo>
                <a:lnTo>
                  <a:pt x="258191" y="395084"/>
                </a:lnTo>
                <a:lnTo>
                  <a:pt x="355003" y="395084"/>
                </a:lnTo>
                <a:lnTo>
                  <a:pt x="359879" y="388226"/>
                </a:lnTo>
                <a:lnTo>
                  <a:pt x="360870" y="382358"/>
                </a:lnTo>
                <a:lnTo>
                  <a:pt x="360870" y="269900"/>
                </a:lnTo>
                <a:lnTo>
                  <a:pt x="356958" y="264998"/>
                </a:lnTo>
                <a:lnTo>
                  <a:pt x="353047" y="263042"/>
                </a:lnTo>
                <a:lnTo>
                  <a:pt x="336003" y="253695"/>
                </a:lnTo>
                <a:lnTo>
                  <a:pt x="322364" y="239585"/>
                </a:lnTo>
                <a:lnTo>
                  <a:pt x="313309" y="221792"/>
                </a:lnTo>
                <a:lnTo>
                  <a:pt x="310019" y="201460"/>
                </a:lnTo>
                <a:lnTo>
                  <a:pt x="313309" y="181406"/>
                </a:lnTo>
                <a:lnTo>
                  <a:pt x="322364" y="164287"/>
                </a:lnTo>
                <a:lnTo>
                  <a:pt x="336003" y="150837"/>
                </a:lnTo>
                <a:lnTo>
                  <a:pt x="353047" y="141795"/>
                </a:lnTo>
                <a:lnTo>
                  <a:pt x="357924" y="140804"/>
                </a:lnTo>
                <a:lnTo>
                  <a:pt x="360870" y="135928"/>
                </a:lnTo>
                <a:lnTo>
                  <a:pt x="360870" y="5867"/>
                </a:lnTo>
                <a:close/>
              </a:path>
            </a:pathLst>
          </a:custGeom>
          <a:solidFill>
            <a:srgbClr val="B6B6B6"/>
          </a:solidFill>
        </p:spPr>
        <p:txBody>
          <a:bodyPr wrap="square" lIns="0" tIns="0" rIns="0" bIns="0" rtlCol="0"/>
          <a:lstStyle/>
          <a:p>
            <a:endParaRPr/>
          </a:p>
        </p:txBody>
      </p:sp>
      <p:sp>
        <p:nvSpPr>
          <p:cNvPr id="157" name="object 157"/>
          <p:cNvSpPr/>
          <p:nvPr/>
        </p:nvSpPr>
        <p:spPr>
          <a:xfrm>
            <a:off x="2065228" y="4395870"/>
            <a:ext cx="335915" cy="393700"/>
          </a:xfrm>
          <a:custGeom>
            <a:avLst/>
            <a:gdLst/>
            <a:ahLst/>
            <a:cxnLst/>
            <a:rect l="l" t="t" r="r" b="b"/>
            <a:pathLst>
              <a:path w="335914" h="393700">
                <a:moveTo>
                  <a:pt x="204399" y="26414"/>
                </a:moveTo>
                <a:lnTo>
                  <a:pt x="131051" y="26414"/>
                </a:lnTo>
                <a:lnTo>
                  <a:pt x="136857" y="15687"/>
                </a:lnTo>
                <a:lnTo>
                  <a:pt x="145229" y="7341"/>
                </a:lnTo>
                <a:lnTo>
                  <a:pt x="155801" y="1927"/>
                </a:lnTo>
                <a:lnTo>
                  <a:pt x="168206" y="0"/>
                </a:lnTo>
                <a:lnTo>
                  <a:pt x="180191" y="2062"/>
                </a:lnTo>
                <a:lnTo>
                  <a:pt x="190703" y="7701"/>
                </a:lnTo>
                <a:lnTo>
                  <a:pt x="199015" y="16093"/>
                </a:lnTo>
                <a:lnTo>
                  <a:pt x="204399" y="26414"/>
                </a:lnTo>
                <a:close/>
              </a:path>
              <a:path w="335914" h="393700">
                <a:moveTo>
                  <a:pt x="149644" y="51836"/>
                </a:moveTo>
                <a:lnTo>
                  <a:pt x="53792" y="51836"/>
                </a:lnTo>
                <a:lnTo>
                  <a:pt x="60017" y="41683"/>
                </a:lnTo>
                <a:lnTo>
                  <a:pt x="68342" y="33631"/>
                </a:lnTo>
                <a:lnTo>
                  <a:pt x="78682" y="28326"/>
                </a:lnTo>
                <a:lnTo>
                  <a:pt x="90947" y="26414"/>
                </a:lnTo>
                <a:lnTo>
                  <a:pt x="168206" y="26414"/>
                </a:lnTo>
                <a:lnTo>
                  <a:pt x="161377" y="27377"/>
                </a:lnTo>
                <a:lnTo>
                  <a:pt x="155511" y="32281"/>
                </a:lnTo>
                <a:lnTo>
                  <a:pt x="155511" y="45970"/>
                </a:lnTo>
                <a:lnTo>
                  <a:pt x="149644" y="51836"/>
                </a:lnTo>
                <a:close/>
              </a:path>
              <a:path w="335914" h="393700">
                <a:moveTo>
                  <a:pt x="281658" y="51836"/>
                </a:moveTo>
                <a:lnTo>
                  <a:pt x="187762" y="51836"/>
                </a:lnTo>
                <a:lnTo>
                  <a:pt x="180933" y="46963"/>
                </a:lnTo>
                <a:lnTo>
                  <a:pt x="180933" y="39141"/>
                </a:lnTo>
                <a:lnTo>
                  <a:pt x="179939" y="32281"/>
                </a:lnTo>
                <a:lnTo>
                  <a:pt x="175066" y="26414"/>
                </a:lnTo>
                <a:lnTo>
                  <a:pt x="244503" y="26414"/>
                </a:lnTo>
                <a:lnTo>
                  <a:pt x="257044" y="28326"/>
                </a:lnTo>
                <a:lnTo>
                  <a:pt x="267841" y="33631"/>
                </a:lnTo>
                <a:lnTo>
                  <a:pt x="276259" y="41683"/>
                </a:lnTo>
                <a:lnTo>
                  <a:pt x="281658" y="51836"/>
                </a:lnTo>
                <a:close/>
              </a:path>
              <a:path w="335914" h="393700">
                <a:moveTo>
                  <a:pt x="329584" y="393123"/>
                </a:moveTo>
                <a:lnTo>
                  <a:pt x="6859" y="393123"/>
                </a:lnTo>
                <a:lnTo>
                  <a:pt x="0" y="388249"/>
                </a:lnTo>
                <a:lnTo>
                  <a:pt x="0" y="57703"/>
                </a:lnTo>
                <a:lnTo>
                  <a:pt x="6859" y="51836"/>
                </a:lnTo>
                <a:lnTo>
                  <a:pt x="85081" y="51836"/>
                </a:lnTo>
                <a:lnTo>
                  <a:pt x="78252" y="56741"/>
                </a:lnTo>
                <a:lnTo>
                  <a:pt x="78252" y="63570"/>
                </a:lnTo>
                <a:lnTo>
                  <a:pt x="81170" y="63570"/>
                </a:lnTo>
                <a:lnTo>
                  <a:pt x="81170" y="77258"/>
                </a:lnTo>
                <a:lnTo>
                  <a:pt x="335451" y="77258"/>
                </a:lnTo>
                <a:lnTo>
                  <a:pt x="335451" y="175407"/>
                </a:lnTo>
                <a:lnTo>
                  <a:pt x="248290" y="175407"/>
                </a:lnTo>
                <a:lnTo>
                  <a:pt x="241896" y="177611"/>
                </a:lnTo>
                <a:lnTo>
                  <a:pt x="236681" y="181895"/>
                </a:lnTo>
                <a:lnTo>
                  <a:pt x="191207" y="227368"/>
                </a:lnTo>
                <a:lnTo>
                  <a:pt x="99763" y="227368"/>
                </a:lnTo>
                <a:lnTo>
                  <a:pt x="78741" y="255739"/>
                </a:lnTo>
                <a:lnTo>
                  <a:pt x="80574" y="265430"/>
                </a:lnTo>
                <a:lnTo>
                  <a:pt x="86074" y="273835"/>
                </a:lnTo>
                <a:lnTo>
                  <a:pt x="140829" y="328590"/>
                </a:lnTo>
                <a:lnTo>
                  <a:pt x="147689" y="331042"/>
                </a:lnTo>
                <a:lnTo>
                  <a:pt x="335451" y="331042"/>
                </a:lnTo>
                <a:lnTo>
                  <a:pt x="335451" y="386294"/>
                </a:lnTo>
                <a:lnTo>
                  <a:pt x="329584" y="393123"/>
                </a:lnTo>
                <a:close/>
              </a:path>
              <a:path w="335914" h="393700">
                <a:moveTo>
                  <a:pt x="335451" y="77258"/>
                </a:moveTo>
                <a:lnTo>
                  <a:pt x="259154" y="77258"/>
                </a:lnTo>
                <a:lnTo>
                  <a:pt x="259154" y="63570"/>
                </a:lnTo>
                <a:lnTo>
                  <a:pt x="258192" y="57703"/>
                </a:lnTo>
                <a:lnTo>
                  <a:pt x="253287" y="51836"/>
                </a:lnTo>
                <a:lnTo>
                  <a:pt x="329584" y="51836"/>
                </a:lnTo>
                <a:lnTo>
                  <a:pt x="335451" y="56741"/>
                </a:lnTo>
                <a:lnTo>
                  <a:pt x="335451" y="77258"/>
                </a:lnTo>
                <a:close/>
              </a:path>
              <a:path w="335914" h="393700">
                <a:moveTo>
                  <a:pt x="335451" y="331042"/>
                </a:moveTo>
                <a:lnTo>
                  <a:pt x="161377" y="331042"/>
                </a:lnTo>
                <a:lnTo>
                  <a:pt x="168206" y="328590"/>
                </a:lnTo>
                <a:lnTo>
                  <a:pt x="275791" y="221999"/>
                </a:lnTo>
                <a:lnTo>
                  <a:pt x="281291" y="213024"/>
                </a:lnTo>
                <a:lnTo>
                  <a:pt x="283125" y="203048"/>
                </a:lnTo>
                <a:lnTo>
                  <a:pt x="281291" y="193259"/>
                </a:lnTo>
                <a:lnTo>
                  <a:pt x="275791" y="184844"/>
                </a:lnTo>
                <a:lnTo>
                  <a:pt x="272843" y="182888"/>
                </a:lnTo>
                <a:lnTo>
                  <a:pt x="267845" y="177859"/>
                </a:lnTo>
                <a:lnTo>
                  <a:pt x="261265" y="175407"/>
                </a:lnTo>
                <a:lnTo>
                  <a:pt x="335451" y="175407"/>
                </a:lnTo>
                <a:lnTo>
                  <a:pt x="335451" y="331042"/>
                </a:lnTo>
                <a:close/>
              </a:path>
              <a:path w="335914" h="393700">
                <a:moveTo>
                  <a:pt x="154517" y="264058"/>
                </a:moveTo>
                <a:lnTo>
                  <a:pt x="120311" y="229820"/>
                </a:lnTo>
                <a:lnTo>
                  <a:pt x="113451" y="227368"/>
                </a:lnTo>
                <a:lnTo>
                  <a:pt x="191207" y="227368"/>
                </a:lnTo>
                <a:lnTo>
                  <a:pt x="154517" y="264058"/>
                </a:lnTo>
                <a:close/>
              </a:path>
            </a:pathLst>
          </a:custGeom>
          <a:solidFill>
            <a:srgbClr val="B6B6B6"/>
          </a:solidFill>
        </p:spPr>
        <p:txBody>
          <a:bodyPr wrap="square" lIns="0" tIns="0" rIns="0" bIns="0" rtlCol="0"/>
          <a:lstStyle/>
          <a:p>
            <a:endParaRPr/>
          </a:p>
        </p:txBody>
      </p:sp>
      <p:grpSp>
        <p:nvGrpSpPr>
          <p:cNvPr id="158" name="object 158"/>
          <p:cNvGrpSpPr/>
          <p:nvPr/>
        </p:nvGrpSpPr>
        <p:grpSpPr>
          <a:xfrm>
            <a:off x="2036372" y="4881780"/>
            <a:ext cx="389255" cy="393700"/>
            <a:chOff x="2036372" y="4881780"/>
            <a:chExt cx="389255" cy="393700"/>
          </a:xfrm>
        </p:grpSpPr>
        <p:pic>
          <p:nvPicPr>
            <p:cNvPr id="159" name="object 159"/>
            <p:cNvPicPr/>
            <p:nvPr/>
          </p:nvPicPr>
          <p:blipFill>
            <a:blip r:embed="rId52" cstate="print"/>
            <a:stretch>
              <a:fillRect/>
            </a:stretch>
          </p:blipFill>
          <p:spPr>
            <a:xfrm>
              <a:off x="2036372" y="4881780"/>
              <a:ext cx="118325" cy="191113"/>
            </a:xfrm>
            <a:prstGeom prst="rect">
              <a:avLst/>
            </a:prstGeom>
          </p:spPr>
        </p:pic>
        <p:sp>
          <p:nvSpPr>
            <p:cNvPr id="160" name="object 160"/>
            <p:cNvSpPr/>
            <p:nvPr/>
          </p:nvSpPr>
          <p:spPr>
            <a:xfrm>
              <a:off x="2108727" y="4931103"/>
              <a:ext cx="269240" cy="344805"/>
            </a:xfrm>
            <a:custGeom>
              <a:avLst/>
              <a:gdLst/>
              <a:ahLst/>
              <a:cxnLst/>
              <a:rect l="l" t="t" r="r" b="b"/>
              <a:pathLst>
                <a:path w="269239" h="344804">
                  <a:moveTo>
                    <a:pt x="19027" y="344266"/>
                  </a:moveTo>
                  <a:lnTo>
                    <a:pt x="12540" y="344266"/>
                  </a:lnTo>
                  <a:lnTo>
                    <a:pt x="10181" y="343614"/>
                  </a:lnTo>
                  <a:lnTo>
                    <a:pt x="7822" y="342279"/>
                  </a:lnTo>
                  <a:lnTo>
                    <a:pt x="1955" y="340323"/>
                  </a:lnTo>
                  <a:lnTo>
                    <a:pt x="0" y="331508"/>
                  </a:lnTo>
                  <a:lnTo>
                    <a:pt x="993" y="326635"/>
                  </a:lnTo>
                  <a:lnTo>
                    <a:pt x="89985" y="161377"/>
                  </a:lnTo>
                  <a:lnTo>
                    <a:pt x="85081" y="155510"/>
                  </a:lnTo>
                  <a:lnTo>
                    <a:pt x="83125" y="146695"/>
                  </a:lnTo>
                  <a:lnTo>
                    <a:pt x="83125" y="138873"/>
                  </a:lnTo>
                  <a:lnTo>
                    <a:pt x="30326" y="124191"/>
                  </a:lnTo>
                  <a:lnTo>
                    <a:pt x="41286" y="83341"/>
                  </a:lnTo>
                  <a:lnTo>
                    <a:pt x="52592" y="40867"/>
                  </a:lnTo>
                  <a:lnTo>
                    <a:pt x="63570" y="0"/>
                  </a:lnTo>
                  <a:lnTo>
                    <a:pt x="236649" y="46963"/>
                  </a:lnTo>
                  <a:lnTo>
                    <a:pt x="224871" y="92748"/>
                  </a:lnTo>
                  <a:lnTo>
                    <a:pt x="220967" y="107585"/>
                  </a:lnTo>
                  <a:lnTo>
                    <a:pt x="134962" y="107585"/>
                  </a:lnTo>
                  <a:lnTo>
                    <a:pt x="124796" y="109782"/>
                  </a:lnTo>
                  <a:lnTo>
                    <a:pt x="116745" y="115643"/>
                  </a:lnTo>
                  <a:lnTo>
                    <a:pt x="111447" y="124071"/>
                  </a:lnTo>
                  <a:lnTo>
                    <a:pt x="109540" y="133969"/>
                  </a:lnTo>
                  <a:lnTo>
                    <a:pt x="111587" y="144140"/>
                  </a:lnTo>
                  <a:lnTo>
                    <a:pt x="117118" y="152201"/>
                  </a:lnTo>
                  <a:lnTo>
                    <a:pt x="125215" y="157509"/>
                  </a:lnTo>
                  <a:lnTo>
                    <a:pt x="134962" y="159422"/>
                  </a:lnTo>
                  <a:lnTo>
                    <a:pt x="207228" y="159422"/>
                  </a:lnTo>
                  <a:lnTo>
                    <a:pt x="206197" y="163333"/>
                  </a:lnTo>
                  <a:lnTo>
                    <a:pt x="177984" y="163333"/>
                  </a:lnTo>
                  <a:lnTo>
                    <a:pt x="186373" y="178977"/>
                  </a:lnTo>
                  <a:lnTo>
                    <a:pt x="110502" y="178977"/>
                  </a:lnTo>
                  <a:lnTo>
                    <a:pt x="81169" y="236649"/>
                  </a:lnTo>
                  <a:lnTo>
                    <a:pt x="217299" y="236649"/>
                  </a:lnTo>
                  <a:lnTo>
                    <a:pt x="231464" y="263065"/>
                  </a:lnTo>
                  <a:lnTo>
                    <a:pt x="66518" y="263065"/>
                  </a:lnTo>
                  <a:lnTo>
                    <a:pt x="25421" y="337375"/>
                  </a:lnTo>
                  <a:lnTo>
                    <a:pt x="22876" y="341875"/>
                  </a:lnTo>
                  <a:lnTo>
                    <a:pt x="19027" y="344266"/>
                  </a:lnTo>
                  <a:close/>
                </a:path>
                <a:path w="269239" h="344804">
                  <a:moveTo>
                    <a:pt x="207228" y="159422"/>
                  </a:moveTo>
                  <a:lnTo>
                    <a:pt x="134962" y="159422"/>
                  </a:lnTo>
                  <a:lnTo>
                    <a:pt x="145270" y="157509"/>
                  </a:lnTo>
                  <a:lnTo>
                    <a:pt x="153664" y="152201"/>
                  </a:lnTo>
                  <a:lnTo>
                    <a:pt x="159310" y="144140"/>
                  </a:lnTo>
                  <a:lnTo>
                    <a:pt x="161377" y="133969"/>
                  </a:lnTo>
                  <a:lnTo>
                    <a:pt x="159310" y="123665"/>
                  </a:lnTo>
                  <a:lnTo>
                    <a:pt x="153664" y="115282"/>
                  </a:lnTo>
                  <a:lnTo>
                    <a:pt x="145270" y="109647"/>
                  </a:lnTo>
                  <a:lnTo>
                    <a:pt x="134962" y="107585"/>
                  </a:lnTo>
                  <a:lnTo>
                    <a:pt x="220967" y="107585"/>
                  </a:lnTo>
                  <a:lnTo>
                    <a:pt x="218685" y="116256"/>
                  </a:lnTo>
                  <a:lnTo>
                    <a:pt x="213419" y="135918"/>
                  </a:lnTo>
                  <a:lnTo>
                    <a:pt x="207228" y="159422"/>
                  </a:lnTo>
                  <a:close/>
                </a:path>
                <a:path w="269239" h="344804">
                  <a:moveTo>
                    <a:pt x="204399" y="170162"/>
                  </a:moveTo>
                  <a:lnTo>
                    <a:pt x="177984" y="163333"/>
                  </a:lnTo>
                  <a:lnTo>
                    <a:pt x="206197" y="163333"/>
                  </a:lnTo>
                  <a:lnTo>
                    <a:pt x="204399" y="170162"/>
                  </a:lnTo>
                  <a:close/>
                </a:path>
                <a:path w="269239" h="344804">
                  <a:moveTo>
                    <a:pt x="143746" y="184844"/>
                  </a:moveTo>
                  <a:lnTo>
                    <a:pt x="127140" y="184844"/>
                  </a:lnTo>
                  <a:lnTo>
                    <a:pt x="118324" y="182888"/>
                  </a:lnTo>
                  <a:lnTo>
                    <a:pt x="110502" y="178977"/>
                  </a:lnTo>
                  <a:lnTo>
                    <a:pt x="158428" y="178977"/>
                  </a:lnTo>
                  <a:lnTo>
                    <a:pt x="151568" y="182888"/>
                  </a:lnTo>
                  <a:lnTo>
                    <a:pt x="143746" y="184844"/>
                  </a:lnTo>
                  <a:close/>
                </a:path>
                <a:path w="269239" h="344804">
                  <a:moveTo>
                    <a:pt x="217299" y="236649"/>
                  </a:moveTo>
                  <a:lnTo>
                    <a:pt x="188754" y="236649"/>
                  </a:lnTo>
                  <a:lnTo>
                    <a:pt x="158428" y="178977"/>
                  </a:lnTo>
                  <a:lnTo>
                    <a:pt x="186373" y="178977"/>
                  </a:lnTo>
                  <a:lnTo>
                    <a:pt x="217299" y="236649"/>
                  </a:lnTo>
                  <a:close/>
                </a:path>
                <a:path w="269239" h="344804">
                  <a:moveTo>
                    <a:pt x="255863" y="344266"/>
                  </a:moveTo>
                  <a:lnTo>
                    <a:pt x="249469" y="344266"/>
                  </a:lnTo>
                  <a:lnTo>
                    <a:pt x="245434" y="341875"/>
                  </a:lnTo>
                  <a:lnTo>
                    <a:pt x="243509" y="337375"/>
                  </a:lnTo>
                  <a:lnTo>
                    <a:pt x="201450" y="263065"/>
                  </a:lnTo>
                  <a:lnTo>
                    <a:pt x="231464" y="263065"/>
                  </a:lnTo>
                  <a:lnTo>
                    <a:pt x="265020" y="325641"/>
                  </a:lnTo>
                  <a:lnTo>
                    <a:pt x="268931" y="331508"/>
                  </a:lnTo>
                  <a:lnTo>
                    <a:pt x="266013" y="339330"/>
                  </a:lnTo>
                  <a:lnTo>
                    <a:pt x="260147" y="342279"/>
                  </a:lnTo>
                  <a:lnTo>
                    <a:pt x="258129" y="343614"/>
                  </a:lnTo>
                  <a:lnTo>
                    <a:pt x="255863" y="344266"/>
                  </a:lnTo>
                  <a:close/>
                </a:path>
              </a:pathLst>
            </a:custGeom>
            <a:solidFill>
              <a:srgbClr val="B6B6B6"/>
            </a:solidFill>
          </p:spPr>
          <p:txBody>
            <a:bodyPr wrap="square" lIns="0" tIns="0" rIns="0" bIns="0" rtlCol="0"/>
            <a:lstStyle/>
            <a:p>
              <a:endParaRPr/>
            </a:p>
          </p:txBody>
        </p:sp>
        <p:pic>
          <p:nvPicPr>
            <p:cNvPr id="161" name="object 161"/>
            <p:cNvPicPr/>
            <p:nvPr/>
          </p:nvPicPr>
          <p:blipFill>
            <a:blip r:embed="rId53" cstate="print"/>
            <a:stretch>
              <a:fillRect/>
            </a:stretch>
          </p:blipFill>
          <p:spPr>
            <a:xfrm>
              <a:off x="2345377" y="5008362"/>
              <a:ext cx="80207" cy="88898"/>
            </a:xfrm>
            <a:prstGeom prst="rect">
              <a:avLst/>
            </a:prstGeom>
          </p:spPr>
        </p:pic>
      </p:grpSp>
      <p:grpSp>
        <p:nvGrpSpPr>
          <p:cNvPr id="162" name="object 162"/>
          <p:cNvGrpSpPr/>
          <p:nvPr/>
        </p:nvGrpSpPr>
        <p:grpSpPr>
          <a:xfrm>
            <a:off x="4344207" y="3887090"/>
            <a:ext cx="393065" cy="394335"/>
            <a:chOff x="4344207" y="3887090"/>
            <a:chExt cx="393065" cy="394335"/>
          </a:xfrm>
        </p:grpSpPr>
        <p:sp>
          <p:nvSpPr>
            <p:cNvPr id="163" name="object 163"/>
            <p:cNvSpPr/>
            <p:nvPr/>
          </p:nvSpPr>
          <p:spPr>
            <a:xfrm>
              <a:off x="4344207" y="3977107"/>
              <a:ext cx="302895" cy="304165"/>
            </a:xfrm>
            <a:custGeom>
              <a:avLst/>
              <a:gdLst/>
              <a:ahLst/>
              <a:cxnLst/>
              <a:rect l="l" t="t" r="r" b="b"/>
              <a:pathLst>
                <a:path w="302895" h="304164">
                  <a:moveTo>
                    <a:pt x="110390" y="303603"/>
                  </a:moveTo>
                  <a:lnTo>
                    <a:pt x="75002" y="279493"/>
                  </a:lnTo>
                  <a:lnTo>
                    <a:pt x="72249" y="264845"/>
                  </a:lnTo>
                  <a:lnTo>
                    <a:pt x="75002" y="250378"/>
                  </a:lnTo>
                  <a:lnTo>
                    <a:pt x="83261" y="237829"/>
                  </a:lnTo>
                  <a:lnTo>
                    <a:pt x="95956" y="225134"/>
                  </a:lnTo>
                  <a:lnTo>
                    <a:pt x="7957" y="137103"/>
                  </a:lnTo>
                  <a:lnTo>
                    <a:pt x="1914" y="127247"/>
                  </a:lnTo>
                  <a:lnTo>
                    <a:pt x="0" y="116198"/>
                  </a:lnTo>
                  <a:lnTo>
                    <a:pt x="2305" y="105335"/>
                  </a:lnTo>
                  <a:lnTo>
                    <a:pt x="33383" y="80510"/>
                  </a:lnTo>
                  <a:lnTo>
                    <a:pt x="60756" y="74527"/>
                  </a:lnTo>
                  <a:lnTo>
                    <a:pt x="65661" y="74527"/>
                  </a:lnTo>
                  <a:lnTo>
                    <a:pt x="67617" y="73533"/>
                  </a:lnTo>
                  <a:lnTo>
                    <a:pt x="70534" y="71578"/>
                  </a:lnTo>
                  <a:lnTo>
                    <a:pt x="106727" y="34423"/>
                  </a:lnTo>
                  <a:lnTo>
                    <a:pt x="125099" y="19419"/>
                  </a:lnTo>
                  <a:lnTo>
                    <a:pt x="145520" y="8656"/>
                  </a:lnTo>
                  <a:lnTo>
                    <a:pt x="167279" y="2170"/>
                  </a:lnTo>
                  <a:lnTo>
                    <a:pt x="189666" y="0"/>
                  </a:lnTo>
                  <a:lnTo>
                    <a:pt x="204722" y="985"/>
                  </a:lnTo>
                  <a:lnTo>
                    <a:pt x="219531" y="3945"/>
                  </a:lnTo>
                  <a:lnTo>
                    <a:pt x="233880" y="8891"/>
                  </a:lnTo>
                  <a:lnTo>
                    <a:pt x="247556" y="15830"/>
                  </a:lnTo>
                  <a:lnTo>
                    <a:pt x="263871" y="30388"/>
                  </a:lnTo>
                  <a:lnTo>
                    <a:pt x="186252" y="30388"/>
                  </a:lnTo>
                  <a:lnTo>
                    <a:pt x="173914" y="31525"/>
                  </a:lnTo>
                  <a:lnTo>
                    <a:pt x="162180" y="34896"/>
                  </a:lnTo>
                  <a:lnTo>
                    <a:pt x="151402" y="40445"/>
                  </a:lnTo>
                  <a:lnTo>
                    <a:pt x="141927" y="48111"/>
                  </a:lnTo>
                  <a:lnTo>
                    <a:pt x="137053" y="53016"/>
                  </a:lnTo>
                  <a:lnTo>
                    <a:pt x="137053" y="61800"/>
                  </a:lnTo>
                  <a:lnTo>
                    <a:pt x="144379" y="69157"/>
                  </a:lnTo>
                  <a:lnTo>
                    <a:pt x="147793" y="70367"/>
                  </a:lnTo>
                  <a:lnTo>
                    <a:pt x="292504" y="70367"/>
                  </a:lnTo>
                  <a:lnTo>
                    <a:pt x="298087" y="81605"/>
                  </a:lnTo>
                  <a:lnTo>
                    <a:pt x="302467" y="122941"/>
                  </a:lnTo>
                  <a:lnTo>
                    <a:pt x="292299" y="164086"/>
                  </a:lnTo>
                  <a:lnTo>
                    <a:pt x="267112" y="200674"/>
                  </a:lnTo>
                  <a:lnTo>
                    <a:pt x="229956" y="237829"/>
                  </a:lnTo>
                  <a:lnTo>
                    <a:pt x="228963" y="239784"/>
                  </a:lnTo>
                  <a:lnTo>
                    <a:pt x="228963" y="243695"/>
                  </a:lnTo>
                  <a:lnTo>
                    <a:pt x="114549" y="243695"/>
                  </a:lnTo>
                  <a:lnTo>
                    <a:pt x="102816" y="254466"/>
                  </a:lnTo>
                  <a:lnTo>
                    <a:pt x="96950" y="259340"/>
                  </a:lnTo>
                  <a:lnTo>
                    <a:pt x="96950" y="268155"/>
                  </a:lnTo>
                  <a:lnTo>
                    <a:pt x="102816" y="273028"/>
                  </a:lnTo>
                  <a:lnTo>
                    <a:pt x="105268" y="275481"/>
                  </a:lnTo>
                  <a:lnTo>
                    <a:pt x="108683" y="276691"/>
                  </a:lnTo>
                  <a:lnTo>
                    <a:pt x="220576" y="276691"/>
                  </a:lnTo>
                  <a:lnTo>
                    <a:pt x="219051" y="279888"/>
                  </a:lnTo>
                  <a:lnTo>
                    <a:pt x="150742" y="279888"/>
                  </a:lnTo>
                  <a:lnTo>
                    <a:pt x="139009" y="292583"/>
                  </a:lnTo>
                  <a:lnTo>
                    <a:pt x="132438" y="297409"/>
                  </a:lnTo>
                  <a:lnTo>
                    <a:pt x="125340" y="300852"/>
                  </a:lnTo>
                  <a:lnTo>
                    <a:pt x="117922" y="302916"/>
                  </a:lnTo>
                  <a:lnTo>
                    <a:pt x="110390" y="303603"/>
                  </a:lnTo>
                  <a:close/>
                </a:path>
                <a:path w="302895" h="304164">
                  <a:moveTo>
                    <a:pt x="292088" y="69529"/>
                  </a:moveTo>
                  <a:lnTo>
                    <a:pt x="226480" y="69529"/>
                  </a:lnTo>
                  <a:lnTo>
                    <a:pt x="230546" y="67667"/>
                  </a:lnTo>
                  <a:lnTo>
                    <a:pt x="232874" y="64749"/>
                  </a:lnTo>
                  <a:lnTo>
                    <a:pt x="237779" y="58883"/>
                  </a:lnTo>
                  <a:lnTo>
                    <a:pt x="236785" y="52023"/>
                  </a:lnTo>
                  <a:lnTo>
                    <a:pt x="231912" y="47149"/>
                  </a:lnTo>
                  <a:lnTo>
                    <a:pt x="221181" y="39738"/>
                  </a:lnTo>
                  <a:lnTo>
                    <a:pt x="209804" y="34508"/>
                  </a:lnTo>
                  <a:lnTo>
                    <a:pt x="198066" y="31409"/>
                  </a:lnTo>
                  <a:lnTo>
                    <a:pt x="186252" y="30388"/>
                  </a:lnTo>
                  <a:lnTo>
                    <a:pt x="263871" y="30388"/>
                  </a:lnTo>
                  <a:lnTo>
                    <a:pt x="279627" y="44446"/>
                  </a:lnTo>
                  <a:lnTo>
                    <a:pt x="292088" y="69529"/>
                  </a:lnTo>
                  <a:close/>
                </a:path>
                <a:path w="302895" h="304164">
                  <a:moveTo>
                    <a:pt x="292504" y="70367"/>
                  </a:moveTo>
                  <a:lnTo>
                    <a:pt x="154653" y="70367"/>
                  </a:lnTo>
                  <a:lnTo>
                    <a:pt x="158068" y="69157"/>
                  </a:lnTo>
                  <a:lnTo>
                    <a:pt x="160520" y="66705"/>
                  </a:lnTo>
                  <a:lnTo>
                    <a:pt x="165894" y="62095"/>
                  </a:lnTo>
                  <a:lnTo>
                    <a:pt x="172179" y="58762"/>
                  </a:lnTo>
                  <a:lnTo>
                    <a:pt x="179145" y="56739"/>
                  </a:lnTo>
                  <a:lnTo>
                    <a:pt x="186563" y="56058"/>
                  </a:lnTo>
                  <a:lnTo>
                    <a:pt x="193943" y="56709"/>
                  </a:lnTo>
                  <a:lnTo>
                    <a:pt x="201326" y="58681"/>
                  </a:lnTo>
                  <a:lnTo>
                    <a:pt x="208505" y="62003"/>
                  </a:lnTo>
                  <a:lnTo>
                    <a:pt x="215274" y="66705"/>
                  </a:lnTo>
                  <a:lnTo>
                    <a:pt x="217261" y="68660"/>
                  </a:lnTo>
                  <a:lnTo>
                    <a:pt x="219868" y="69529"/>
                  </a:lnTo>
                  <a:lnTo>
                    <a:pt x="292088" y="69529"/>
                  </a:lnTo>
                  <a:lnTo>
                    <a:pt x="292504" y="70367"/>
                  </a:lnTo>
                  <a:close/>
                </a:path>
                <a:path w="302895" h="304164">
                  <a:moveTo>
                    <a:pt x="220576" y="276691"/>
                  </a:moveTo>
                  <a:lnTo>
                    <a:pt x="115512" y="276691"/>
                  </a:lnTo>
                  <a:lnTo>
                    <a:pt x="118957" y="275481"/>
                  </a:lnTo>
                  <a:lnTo>
                    <a:pt x="132149" y="262289"/>
                  </a:lnTo>
                  <a:lnTo>
                    <a:pt x="114549" y="243695"/>
                  </a:lnTo>
                  <a:lnTo>
                    <a:pt x="228963" y="243695"/>
                  </a:lnTo>
                  <a:lnTo>
                    <a:pt x="227411" y="256598"/>
                  </a:lnTo>
                  <a:lnTo>
                    <a:pt x="223834" y="269862"/>
                  </a:lnTo>
                  <a:lnTo>
                    <a:pt x="220576" y="276691"/>
                  </a:lnTo>
                  <a:close/>
                </a:path>
                <a:path w="302895" h="304164">
                  <a:moveTo>
                    <a:pt x="194509" y="304100"/>
                  </a:moveTo>
                  <a:lnTo>
                    <a:pt x="179330" y="304100"/>
                  </a:lnTo>
                  <a:lnTo>
                    <a:pt x="171756" y="300903"/>
                  </a:lnTo>
                  <a:lnTo>
                    <a:pt x="150742" y="279888"/>
                  </a:lnTo>
                  <a:lnTo>
                    <a:pt x="219051" y="279888"/>
                  </a:lnTo>
                  <a:lnTo>
                    <a:pt x="217684" y="282754"/>
                  </a:lnTo>
                  <a:lnTo>
                    <a:pt x="208415" y="294539"/>
                  </a:lnTo>
                  <a:lnTo>
                    <a:pt x="202082" y="300903"/>
                  </a:lnTo>
                  <a:lnTo>
                    <a:pt x="194509" y="304100"/>
                  </a:lnTo>
                  <a:close/>
                </a:path>
              </a:pathLst>
            </a:custGeom>
            <a:solidFill>
              <a:srgbClr val="B6B6B6"/>
            </a:solidFill>
          </p:spPr>
          <p:txBody>
            <a:bodyPr wrap="square" lIns="0" tIns="0" rIns="0" bIns="0" rtlCol="0"/>
            <a:lstStyle/>
            <a:p>
              <a:endParaRPr/>
            </a:p>
          </p:txBody>
        </p:sp>
        <p:pic>
          <p:nvPicPr>
            <p:cNvPr id="164" name="object 164"/>
            <p:cNvPicPr/>
            <p:nvPr/>
          </p:nvPicPr>
          <p:blipFill>
            <a:blip r:embed="rId54" cstate="print"/>
            <a:stretch>
              <a:fillRect/>
            </a:stretch>
          </p:blipFill>
          <p:spPr>
            <a:xfrm>
              <a:off x="4598592" y="3887090"/>
              <a:ext cx="138128" cy="138128"/>
            </a:xfrm>
            <a:prstGeom prst="rect">
              <a:avLst/>
            </a:prstGeom>
          </p:spPr>
        </p:pic>
      </p:grpSp>
      <p:grpSp>
        <p:nvGrpSpPr>
          <p:cNvPr id="165" name="object 165"/>
          <p:cNvGrpSpPr/>
          <p:nvPr/>
        </p:nvGrpSpPr>
        <p:grpSpPr>
          <a:xfrm>
            <a:off x="4350727" y="4441857"/>
            <a:ext cx="396240" cy="256540"/>
            <a:chOff x="4350727" y="4441857"/>
            <a:chExt cx="396240" cy="256540"/>
          </a:xfrm>
        </p:grpSpPr>
        <p:pic>
          <p:nvPicPr>
            <p:cNvPr id="166" name="object 166"/>
            <p:cNvPicPr/>
            <p:nvPr/>
          </p:nvPicPr>
          <p:blipFill>
            <a:blip r:embed="rId55" cstate="print"/>
            <a:stretch>
              <a:fillRect/>
            </a:stretch>
          </p:blipFill>
          <p:spPr>
            <a:xfrm>
              <a:off x="4588371" y="4586715"/>
              <a:ext cx="77258" cy="77258"/>
            </a:xfrm>
            <a:prstGeom prst="rect">
              <a:avLst/>
            </a:prstGeom>
          </p:spPr>
        </p:pic>
        <p:sp>
          <p:nvSpPr>
            <p:cNvPr id="167" name="object 167"/>
            <p:cNvSpPr/>
            <p:nvPr/>
          </p:nvSpPr>
          <p:spPr>
            <a:xfrm>
              <a:off x="4350727" y="4441857"/>
              <a:ext cx="396240" cy="256540"/>
            </a:xfrm>
            <a:custGeom>
              <a:avLst/>
              <a:gdLst/>
              <a:ahLst/>
              <a:cxnLst/>
              <a:rect l="l" t="t" r="r" b="b"/>
              <a:pathLst>
                <a:path w="396239" h="256539">
                  <a:moveTo>
                    <a:pt x="97776" y="256205"/>
                  </a:moveTo>
                  <a:lnTo>
                    <a:pt x="32281" y="256205"/>
                  </a:lnTo>
                  <a:lnTo>
                    <a:pt x="26415" y="251331"/>
                  </a:lnTo>
                  <a:lnTo>
                    <a:pt x="26415" y="228827"/>
                  </a:lnTo>
                  <a:lnTo>
                    <a:pt x="16094" y="223037"/>
                  </a:lnTo>
                  <a:lnTo>
                    <a:pt x="7701" y="214770"/>
                  </a:lnTo>
                  <a:lnTo>
                    <a:pt x="2062" y="204484"/>
                  </a:lnTo>
                  <a:lnTo>
                    <a:pt x="0" y="192635"/>
                  </a:lnTo>
                  <a:lnTo>
                    <a:pt x="0" y="38147"/>
                  </a:lnTo>
                  <a:lnTo>
                    <a:pt x="3071" y="23518"/>
                  </a:lnTo>
                  <a:lnTo>
                    <a:pt x="11368" y="11368"/>
                  </a:lnTo>
                  <a:lnTo>
                    <a:pt x="23518" y="3071"/>
                  </a:lnTo>
                  <a:lnTo>
                    <a:pt x="38148" y="0"/>
                  </a:lnTo>
                  <a:lnTo>
                    <a:pt x="354975" y="0"/>
                  </a:lnTo>
                  <a:lnTo>
                    <a:pt x="369650" y="3206"/>
                  </a:lnTo>
                  <a:lnTo>
                    <a:pt x="382119" y="11729"/>
                  </a:lnTo>
                  <a:lnTo>
                    <a:pt x="391283" y="23924"/>
                  </a:lnTo>
                  <a:lnTo>
                    <a:pt x="396041" y="38147"/>
                  </a:lnTo>
                  <a:lnTo>
                    <a:pt x="396041" y="51836"/>
                  </a:lnTo>
                  <a:lnTo>
                    <a:pt x="277716" y="51836"/>
                  </a:lnTo>
                  <a:lnTo>
                    <a:pt x="273384" y="52799"/>
                  </a:lnTo>
                  <a:lnTo>
                    <a:pt x="56710" y="52799"/>
                  </a:lnTo>
                  <a:lnTo>
                    <a:pt x="50843" y="57703"/>
                  </a:lnTo>
                  <a:lnTo>
                    <a:pt x="50843" y="71392"/>
                  </a:lnTo>
                  <a:lnTo>
                    <a:pt x="56710" y="77258"/>
                  </a:lnTo>
                  <a:lnTo>
                    <a:pt x="228137" y="77258"/>
                  </a:lnTo>
                  <a:lnTo>
                    <a:pt x="218317" y="91571"/>
                  </a:lnTo>
                  <a:lnTo>
                    <a:pt x="216017" y="102680"/>
                  </a:lnTo>
                  <a:lnTo>
                    <a:pt x="56710" y="102680"/>
                  </a:lnTo>
                  <a:lnTo>
                    <a:pt x="50843" y="109509"/>
                  </a:lnTo>
                  <a:lnTo>
                    <a:pt x="50843" y="122235"/>
                  </a:lnTo>
                  <a:lnTo>
                    <a:pt x="56710" y="129095"/>
                  </a:lnTo>
                  <a:lnTo>
                    <a:pt x="216075" y="129095"/>
                  </a:lnTo>
                  <a:lnTo>
                    <a:pt x="218723" y="140745"/>
                  </a:lnTo>
                  <a:lnTo>
                    <a:pt x="228169" y="154517"/>
                  </a:lnTo>
                  <a:lnTo>
                    <a:pt x="56710" y="154517"/>
                  </a:lnTo>
                  <a:lnTo>
                    <a:pt x="50843" y="159390"/>
                  </a:lnTo>
                  <a:lnTo>
                    <a:pt x="50843" y="174072"/>
                  </a:lnTo>
                  <a:lnTo>
                    <a:pt x="56710" y="179939"/>
                  </a:lnTo>
                  <a:lnTo>
                    <a:pt x="396041" y="179939"/>
                  </a:lnTo>
                  <a:lnTo>
                    <a:pt x="396041" y="192635"/>
                  </a:lnTo>
                  <a:lnTo>
                    <a:pt x="394133" y="204619"/>
                  </a:lnTo>
                  <a:lnTo>
                    <a:pt x="388836" y="215131"/>
                  </a:lnTo>
                  <a:lnTo>
                    <a:pt x="380785" y="223443"/>
                  </a:lnTo>
                  <a:lnTo>
                    <a:pt x="370619" y="228827"/>
                  </a:lnTo>
                  <a:lnTo>
                    <a:pt x="370619" y="230783"/>
                  </a:lnTo>
                  <a:lnTo>
                    <a:pt x="104636" y="230783"/>
                  </a:lnTo>
                  <a:lnTo>
                    <a:pt x="104636" y="250338"/>
                  </a:lnTo>
                  <a:lnTo>
                    <a:pt x="97776" y="256205"/>
                  </a:lnTo>
                  <a:close/>
                </a:path>
                <a:path w="396239" h="256539">
                  <a:moveTo>
                    <a:pt x="396041" y="179939"/>
                  </a:moveTo>
                  <a:lnTo>
                    <a:pt x="277716" y="179939"/>
                  </a:lnTo>
                  <a:lnTo>
                    <a:pt x="302514" y="175096"/>
                  </a:lnTo>
                  <a:lnTo>
                    <a:pt x="322825" y="161726"/>
                  </a:lnTo>
                  <a:lnTo>
                    <a:pt x="336722" y="141570"/>
                  </a:lnTo>
                  <a:lnTo>
                    <a:pt x="342279" y="116369"/>
                  </a:lnTo>
                  <a:lnTo>
                    <a:pt x="336722" y="91017"/>
                  </a:lnTo>
                  <a:lnTo>
                    <a:pt x="322825" y="70530"/>
                  </a:lnTo>
                  <a:lnTo>
                    <a:pt x="302514" y="56830"/>
                  </a:lnTo>
                  <a:lnTo>
                    <a:pt x="277716" y="51836"/>
                  </a:lnTo>
                  <a:lnTo>
                    <a:pt x="396041" y="51836"/>
                  </a:lnTo>
                  <a:lnTo>
                    <a:pt x="396041" y="179939"/>
                  </a:lnTo>
                  <a:close/>
                </a:path>
                <a:path w="396239" h="256539">
                  <a:moveTo>
                    <a:pt x="228137" y="77258"/>
                  </a:moveTo>
                  <a:lnTo>
                    <a:pt x="174073" y="77258"/>
                  </a:lnTo>
                  <a:lnTo>
                    <a:pt x="178946" y="72354"/>
                  </a:lnTo>
                  <a:lnTo>
                    <a:pt x="179939" y="65525"/>
                  </a:lnTo>
                  <a:lnTo>
                    <a:pt x="179939" y="59658"/>
                  </a:lnTo>
                  <a:lnTo>
                    <a:pt x="174073" y="52799"/>
                  </a:lnTo>
                  <a:lnTo>
                    <a:pt x="273384" y="52799"/>
                  </a:lnTo>
                  <a:lnTo>
                    <a:pt x="252783" y="57376"/>
                  </a:lnTo>
                  <a:lnTo>
                    <a:pt x="232250" y="71264"/>
                  </a:lnTo>
                  <a:lnTo>
                    <a:pt x="228137" y="77258"/>
                  </a:lnTo>
                  <a:close/>
                </a:path>
                <a:path w="396239" h="256539">
                  <a:moveTo>
                    <a:pt x="216075" y="129095"/>
                  </a:moveTo>
                  <a:lnTo>
                    <a:pt x="174073" y="129095"/>
                  </a:lnTo>
                  <a:lnTo>
                    <a:pt x="178946" y="124191"/>
                  </a:lnTo>
                  <a:lnTo>
                    <a:pt x="179939" y="116369"/>
                  </a:lnTo>
                  <a:lnTo>
                    <a:pt x="179939" y="109509"/>
                  </a:lnTo>
                  <a:lnTo>
                    <a:pt x="174073" y="102680"/>
                  </a:lnTo>
                  <a:lnTo>
                    <a:pt x="216017" y="102680"/>
                  </a:lnTo>
                  <a:lnTo>
                    <a:pt x="213183" y="116369"/>
                  </a:lnTo>
                  <a:lnTo>
                    <a:pt x="216075" y="129095"/>
                  </a:lnTo>
                  <a:close/>
                </a:path>
                <a:path w="396239" h="256539">
                  <a:moveTo>
                    <a:pt x="277716" y="179939"/>
                  </a:moveTo>
                  <a:lnTo>
                    <a:pt x="174073" y="179939"/>
                  </a:lnTo>
                  <a:lnTo>
                    <a:pt x="178946" y="175034"/>
                  </a:lnTo>
                  <a:lnTo>
                    <a:pt x="179939" y="167213"/>
                  </a:lnTo>
                  <a:lnTo>
                    <a:pt x="179939" y="160384"/>
                  </a:lnTo>
                  <a:lnTo>
                    <a:pt x="174073" y="154517"/>
                  </a:lnTo>
                  <a:lnTo>
                    <a:pt x="228169" y="154517"/>
                  </a:lnTo>
                  <a:lnTo>
                    <a:pt x="232611" y="160993"/>
                  </a:lnTo>
                  <a:lnTo>
                    <a:pt x="252918" y="174821"/>
                  </a:lnTo>
                  <a:lnTo>
                    <a:pt x="277716" y="179939"/>
                  </a:lnTo>
                  <a:close/>
                </a:path>
                <a:path w="396239" h="256539">
                  <a:moveTo>
                    <a:pt x="364752" y="256205"/>
                  </a:moveTo>
                  <a:lnTo>
                    <a:pt x="298264" y="256205"/>
                  </a:lnTo>
                  <a:lnTo>
                    <a:pt x="292398" y="251331"/>
                  </a:lnTo>
                  <a:lnTo>
                    <a:pt x="292398" y="230783"/>
                  </a:lnTo>
                  <a:lnTo>
                    <a:pt x="370619" y="230783"/>
                  </a:lnTo>
                  <a:lnTo>
                    <a:pt x="370619" y="250338"/>
                  </a:lnTo>
                  <a:lnTo>
                    <a:pt x="364752" y="256205"/>
                  </a:lnTo>
                  <a:close/>
                </a:path>
              </a:pathLst>
            </a:custGeom>
            <a:solidFill>
              <a:srgbClr val="B6B6B6"/>
            </a:solidFill>
          </p:spPr>
          <p:txBody>
            <a:bodyPr wrap="square" lIns="0" tIns="0" rIns="0" bIns="0" rtlCol="0"/>
            <a:lstStyle/>
            <a:p>
              <a:endParaRPr/>
            </a:p>
          </p:txBody>
        </p:sp>
      </p:grpSp>
      <p:grpSp>
        <p:nvGrpSpPr>
          <p:cNvPr id="168" name="object 168"/>
          <p:cNvGrpSpPr/>
          <p:nvPr/>
        </p:nvGrpSpPr>
        <p:grpSpPr>
          <a:xfrm>
            <a:off x="4353233" y="4858741"/>
            <a:ext cx="391795" cy="395605"/>
            <a:chOff x="4353233" y="4858741"/>
            <a:chExt cx="391795" cy="395605"/>
          </a:xfrm>
        </p:grpSpPr>
        <p:pic>
          <p:nvPicPr>
            <p:cNvPr id="169" name="object 169"/>
            <p:cNvPicPr/>
            <p:nvPr/>
          </p:nvPicPr>
          <p:blipFill>
            <a:blip r:embed="rId56" cstate="print"/>
            <a:stretch>
              <a:fillRect/>
            </a:stretch>
          </p:blipFill>
          <p:spPr>
            <a:xfrm>
              <a:off x="4589883" y="4860696"/>
              <a:ext cx="154517" cy="231155"/>
            </a:xfrm>
            <a:prstGeom prst="rect">
              <a:avLst/>
            </a:prstGeom>
          </p:spPr>
        </p:pic>
        <p:sp>
          <p:nvSpPr>
            <p:cNvPr id="170" name="object 170"/>
            <p:cNvSpPr/>
            <p:nvPr/>
          </p:nvSpPr>
          <p:spPr>
            <a:xfrm>
              <a:off x="4353229" y="4858753"/>
              <a:ext cx="389255" cy="395605"/>
            </a:xfrm>
            <a:custGeom>
              <a:avLst/>
              <a:gdLst/>
              <a:ahLst/>
              <a:cxnLst/>
              <a:rect l="l" t="t" r="r" b="b"/>
              <a:pathLst>
                <a:path w="389254" h="395604">
                  <a:moveTo>
                    <a:pt x="340321" y="256197"/>
                  </a:moveTo>
                  <a:lnTo>
                    <a:pt x="335419" y="253276"/>
                  </a:lnTo>
                  <a:lnTo>
                    <a:pt x="330542" y="251320"/>
                  </a:lnTo>
                  <a:lnTo>
                    <a:pt x="325640" y="247408"/>
                  </a:lnTo>
                  <a:lnTo>
                    <a:pt x="314896" y="236639"/>
                  </a:lnTo>
                  <a:lnTo>
                    <a:pt x="304126" y="247408"/>
                  </a:lnTo>
                  <a:lnTo>
                    <a:pt x="297929" y="252387"/>
                  </a:lnTo>
                  <a:lnTo>
                    <a:pt x="291172" y="255714"/>
                  </a:lnTo>
                  <a:lnTo>
                    <a:pt x="284048" y="257581"/>
                  </a:lnTo>
                  <a:lnTo>
                    <a:pt x="276745" y="258152"/>
                  </a:lnTo>
                  <a:lnTo>
                    <a:pt x="262280" y="255206"/>
                  </a:lnTo>
                  <a:lnTo>
                    <a:pt x="250469" y="247040"/>
                  </a:lnTo>
                  <a:lnTo>
                    <a:pt x="242506" y="234645"/>
                  </a:lnTo>
                  <a:lnTo>
                    <a:pt x="239598" y="219049"/>
                  </a:lnTo>
                  <a:lnTo>
                    <a:pt x="239598" y="144729"/>
                  </a:lnTo>
                  <a:lnTo>
                    <a:pt x="228447" y="129921"/>
                  </a:lnTo>
                  <a:lnTo>
                    <a:pt x="220154" y="113550"/>
                  </a:lnTo>
                  <a:lnTo>
                    <a:pt x="214972" y="95910"/>
                  </a:lnTo>
                  <a:lnTo>
                    <a:pt x="213182" y="77254"/>
                  </a:lnTo>
                  <a:lnTo>
                    <a:pt x="215671" y="55003"/>
                  </a:lnTo>
                  <a:lnTo>
                    <a:pt x="222834" y="34226"/>
                  </a:lnTo>
                  <a:lnTo>
                    <a:pt x="234226" y="15646"/>
                  </a:lnTo>
                  <a:lnTo>
                    <a:pt x="249377" y="0"/>
                  </a:lnTo>
                  <a:lnTo>
                    <a:pt x="11734" y="0"/>
                  </a:lnTo>
                  <a:lnTo>
                    <a:pt x="4876" y="0"/>
                  </a:lnTo>
                  <a:lnTo>
                    <a:pt x="0" y="6819"/>
                  </a:lnTo>
                  <a:lnTo>
                    <a:pt x="0" y="329552"/>
                  </a:lnTo>
                  <a:lnTo>
                    <a:pt x="2921" y="344017"/>
                  </a:lnTo>
                  <a:lnTo>
                    <a:pt x="37147" y="366699"/>
                  </a:lnTo>
                  <a:lnTo>
                    <a:pt x="40157" y="367042"/>
                  </a:lnTo>
                  <a:lnTo>
                    <a:pt x="41617" y="367042"/>
                  </a:lnTo>
                  <a:lnTo>
                    <a:pt x="54190" y="364261"/>
                  </a:lnTo>
                  <a:lnTo>
                    <a:pt x="64604" y="356565"/>
                  </a:lnTo>
                  <a:lnTo>
                    <a:pt x="71691" y="344995"/>
                  </a:lnTo>
                  <a:lnTo>
                    <a:pt x="74307" y="330542"/>
                  </a:lnTo>
                  <a:lnTo>
                    <a:pt x="74307" y="322719"/>
                  </a:lnTo>
                  <a:lnTo>
                    <a:pt x="80175" y="318808"/>
                  </a:lnTo>
                  <a:lnTo>
                    <a:pt x="340321" y="318808"/>
                  </a:lnTo>
                  <a:lnTo>
                    <a:pt x="340321" y="256197"/>
                  </a:lnTo>
                  <a:close/>
                </a:path>
                <a:path w="389254" h="395604">
                  <a:moveTo>
                    <a:pt x="389204" y="344233"/>
                  </a:moveTo>
                  <a:lnTo>
                    <a:pt x="98767" y="344233"/>
                  </a:lnTo>
                  <a:lnTo>
                    <a:pt x="92557" y="361378"/>
                  </a:lnTo>
                  <a:lnTo>
                    <a:pt x="82130" y="375881"/>
                  </a:lnTo>
                  <a:lnTo>
                    <a:pt x="68783" y="387261"/>
                  </a:lnTo>
                  <a:lnTo>
                    <a:pt x="53784" y="395071"/>
                  </a:lnTo>
                  <a:lnTo>
                    <a:pt x="327596" y="395071"/>
                  </a:lnTo>
                  <a:lnTo>
                    <a:pt x="349326" y="391248"/>
                  </a:lnTo>
                  <a:lnTo>
                    <a:pt x="367931" y="380644"/>
                  </a:lnTo>
                  <a:lnTo>
                    <a:pt x="381774" y="364553"/>
                  </a:lnTo>
                  <a:lnTo>
                    <a:pt x="389204" y="344233"/>
                  </a:lnTo>
                  <a:close/>
                </a:path>
              </a:pathLst>
            </a:custGeom>
            <a:solidFill>
              <a:srgbClr val="B6B6B6"/>
            </a:solidFill>
          </p:spPr>
          <p:txBody>
            <a:bodyPr wrap="square" lIns="0" tIns="0" rIns="0" bIns="0" rtlCol="0"/>
            <a:lstStyle/>
            <a:p>
              <a:endParaRPr/>
            </a:p>
          </p:txBody>
        </p:sp>
      </p:grpSp>
      <p:sp>
        <p:nvSpPr>
          <p:cNvPr id="171" name="object 171"/>
          <p:cNvSpPr/>
          <p:nvPr/>
        </p:nvSpPr>
        <p:spPr>
          <a:xfrm>
            <a:off x="3554100" y="5352714"/>
            <a:ext cx="283210" cy="392430"/>
          </a:xfrm>
          <a:custGeom>
            <a:avLst/>
            <a:gdLst/>
            <a:ahLst/>
            <a:cxnLst/>
            <a:rect l="l" t="t" r="r" b="b"/>
            <a:pathLst>
              <a:path w="283210" h="392429">
                <a:moveTo>
                  <a:pt x="276753" y="24459"/>
                </a:moveTo>
                <a:lnTo>
                  <a:pt x="5866" y="24459"/>
                </a:lnTo>
                <a:lnTo>
                  <a:pt x="0" y="19555"/>
                </a:lnTo>
                <a:lnTo>
                  <a:pt x="0" y="5866"/>
                </a:lnTo>
                <a:lnTo>
                  <a:pt x="4873" y="0"/>
                </a:lnTo>
                <a:lnTo>
                  <a:pt x="276753" y="0"/>
                </a:lnTo>
                <a:lnTo>
                  <a:pt x="282620" y="4904"/>
                </a:lnTo>
                <a:lnTo>
                  <a:pt x="282620" y="18593"/>
                </a:lnTo>
                <a:lnTo>
                  <a:pt x="276753" y="24459"/>
                </a:lnTo>
                <a:close/>
              </a:path>
              <a:path w="283210" h="392429">
                <a:moveTo>
                  <a:pt x="257198" y="366739"/>
                </a:moveTo>
                <a:lnTo>
                  <a:pt x="25421" y="366739"/>
                </a:lnTo>
                <a:lnTo>
                  <a:pt x="25421" y="333464"/>
                </a:lnTo>
                <a:lnTo>
                  <a:pt x="29821" y="294949"/>
                </a:lnTo>
                <a:lnTo>
                  <a:pt x="43021" y="260007"/>
                </a:lnTo>
                <a:lnTo>
                  <a:pt x="65021" y="230746"/>
                </a:lnTo>
                <a:lnTo>
                  <a:pt x="95820" y="209272"/>
                </a:lnTo>
                <a:lnTo>
                  <a:pt x="101320" y="203628"/>
                </a:lnTo>
                <a:lnTo>
                  <a:pt x="103154" y="195595"/>
                </a:lnTo>
                <a:lnTo>
                  <a:pt x="101320" y="187556"/>
                </a:lnTo>
                <a:lnTo>
                  <a:pt x="95820" y="181895"/>
                </a:lnTo>
                <a:lnTo>
                  <a:pt x="67090" y="162084"/>
                </a:lnTo>
                <a:lnTo>
                  <a:pt x="44860" y="134104"/>
                </a:lnTo>
                <a:lnTo>
                  <a:pt x="30511" y="98972"/>
                </a:lnTo>
                <a:lnTo>
                  <a:pt x="25421" y="57703"/>
                </a:lnTo>
                <a:lnTo>
                  <a:pt x="25421" y="24459"/>
                </a:lnTo>
                <a:lnTo>
                  <a:pt x="52799" y="24459"/>
                </a:lnTo>
                <a:lnTo>
                  <a:pt x="52799" y="57703"/>
                </a:lnTo>
                <a:lnTo>
                  <a:pt x="53718" y="73915"/>
                </a:lnTo>
                <a:lnTo>
                  <a:pt x="56473" y="89853"/>
                </a:lnTo>
                <a:lnTo>
                  <a:pt x="61062" y="104872"/>
                </a:lnTo>
                <a:lnTo>
                  <a:pt x="67481" y="118325"/>
                </a:lnTo>
                <a:lnTo>
                  <a:pt x="68443" y="122236"/>
                </a:lnTo>
                <a:lnTo>
                  <a:pt x="71392" y="124191"/>
                </a:lnTo>
                <a:lnTo>
                  <a:pt x="73347" y="128102"/>
                </a:lnTo>
                <a:lnTo>
                  <a:pt x="78221" y="129095"/>
                </a:lnTo>
                <a:lnTo>
                  <a:pt x="84087" y="131051"/>
                </a:lnTo>
                <a:lnTo>
                  <a:pt x="239628" y="131051"/>
                </a:lnTo>
                <a:lnTo>
                  <a:pt x="217572" y="160434"/>
                </a:lnTo>
                <a:lnTo>
                  <a:pt x="186768" y="181895"/>
                </a:lnTo>
                <a:lnTo>
                  <a:pt x="180862" y="187556"/>
                </a:lnTo>
                <a:lnTo>
                  <a:pt x="179074" y="195595"/>
                </a:lnTo>
                <a:lnTo>
                  <a:pt x="181133" y="203628"/>
                </a:lnTo>
                <a:lnTo>
                  <a:pt x="186768" y="209272"/>
                </a:lnTo>
                <a:lnTo>
                  <a:pt x="210635" y="225910"/>
                </a:lnTo>
                <a:lnTo>
                  <a:pt x="116369" y="225910"/>
                </a:lnTo>
                <a:lnTo>
                  <a:pt x="112458" y="228827"/>
                </a:lnTo>
                <a:lnTo>
                  <a:pt x="110502" y="230783"/>
                </a:lnTo>
                <a:lnTo>
                  <a:pt x="106591" y="231776"/>
                </a:lnTo>
                <a:lnTo>
                  <a:pt x="82361" y="249459"/>
                </a:lnTo>
                <a:lnTo>
                  <a:pt x="65281" y="273459"/>
                </a:lnTo>
                <a:lnTo>
                  <a:pt x="55167" y="302040"/>
                </a:lnTo>
                <a:lnTo>
                  <a:pt x="51836" y="333464"/>
                </a:lnTo>
                <a:lnTo>
                  <a:pt x="51836" y="350101"/>
                </a:lnTo>
                <a:lnTo>
                  <a:pt x="257198" y="350101"/>
                </a:lnTo>
                <a:lnTo>
                  <a:pt x="257198" y="366739"/>
                </a:lnTo>
                <a:close/>
              </a:path>
              <a:path w="283210" h="392429">
                <a:moveTo>
                  <a:pt x="247759" y="109540"/>
                </a:moveTo>
                <a:lnTo>
                  <a:pt x="221005" y="109540"/>
                </a:lnTo>
                <a:lnTo>
                  <a:pt x="226138" y="97316"/>
                </a:lnTo>
                <a:lnTo>
                  <a:pt x="229805" y="84355"/>
                </a:lnTo>
                <a:lnTo>
                  <a:pt x="232005" y="71027"/>
                </a:lnTo>
                <a:lnTo>
                  <a:pt x="232738" y="57703"/>
                </a:lnTo>
                <a:lnTo>
                  <a:pt x="232738" y="24459"/>
                </a:lnTo>
                <a:lnTo>
                  <a:pt x="257198" y="24459"/>
                </a:lnTo>
                <a:lnTo>
                  <a:pt x="257198" y="57703"/>
                </a:lnTo>
                <a:lnTo>
                  <a:pt x="252793" y="96222"/>
                </a:lnTo>
                <a:lnTo>
                  <a:pt x="247759" y="109540"/>
                </a:lnTo>
                <a:close/>
              </a:path>
              <a:path w="283210" h="392429">
                <a:moveTo>
                  <a:pt x="239628" y="131051"/>
                </a:moveTo>
                <a:lnTo>
                  <a:pt x="90947" y="131051"/>
                </a:lnTo>
                <a:lnTo>
                  <a:pt x="102091" y="130318"/>
                </a:lnTo>
                <a:lnTo>
                  <a:pt x="113473" y="128102"/>
                </a:lnTo>
                <a:lnTo>
                  <a:pt x="124763" y="124451"/>
                </a:lnTo>
                <a:lnTo>
                  <a:pt x="135924" y="119318"/>
                </a:lnTo>
                <a:lnTo>
                  <a:pt x="148934" y="114029"/>
                </a:lnTo>
                <a:lnTo>
                  <a:pt x="162948" y="110021"/>
                </a:lnTo>
                <a:lnTo>
                  <a:pt x="177876" y="107480"/>
                </a:lnTo>
                <a:lnTo>
                  <a:pt x="193628" y="106591"/>
                </a:lnTo>
                <a:lnTo>
                  <a:pt x="200655" y="106777"/>
                </a:lnTo>
                <a:lnTo>
                  <a:pt x="207316" y="107332"/>
                </a:lnTo>
                <a:lnTo>
                  <a:pt x="213977" y="108254"/>
                </a:lnTo>
                <a:lnTo>
                  <a:pt x="221005" y="109540"/>
                </a:lnTo>
                <a:lnTo>
                  <a:pt x="247759" y="109540"/>
                </a:lnTo>
                <a:lnTo>
                  <a:pt x="239628" y="131051"/>
                </a:lnTo>
                <a:close/>
              </a:path>
              <a:path w="283210" h="392429">
                <a:moveTo>
                  <a:pt x="145950" y="260612"/>
                </a:moveTo>
                <a:lnTo>
                  <a:pt x="136886" y="260612"/>
                </a:lnTo>
                <a:lnTo>
                  <a:pt x="132510" y="258191"/>
                </a:lnTo>
                <a:lnTo>
                  <a:pt x="116369" y="225910"/>
                </a:lnTo>
                <a:lnTo>
                  <a:pt x="166250" y="225910"/>
                </a:lnTo>
                <a:lnTo>
                  <a:pt x="153524" y="253287"/>
                </a:lnTo>
                <a:lnTo>
                  <a:pt x="150606" y="258191"/>
                </a:lnTo>
                <a:lnTo>
                  <a:pt x="145950" y="260612"/>
                </a:lnTo>
                <a:close/>
              </a:path>
              <a:path w="283210" h="392429">
                <a:moveTo>
                  <a:pt x="257198" y="350101"/>
                </a:moveTo>
                <a:lnTo>
                  <a:pt x="230783" y="350101"/>
                </a:lnTo>
                <a:lnTo>
                  <a:pt x="230783" y="333464"/>
                </a:lnTo>
                <a:lnTo>
                  <a:pt x="227452" y="302865"/>
                </a:lnTo>
                <a:lnTo>
                  <a:pt x="217338" y="274193"/>
                </a:lnTo>
                <a:lnTo>
                  <a:pt x="200258" y="249734"/>
                </a:lnTo>
                <a:lnTo>
                  <a:pt x="176028" y="231776"/>
                </a:lnTo>
                <a:lnTo>
                  <a:pt x="172117" y="230783"/>
                </a:lnTo>
                <a:lnTo>
                  <a:pt x="169168" y="228827"/>
                </a:lnTo>
                <a:lnTo>
                  <a:pt x="166250" y="225910"/>
                </a:lnTo>
                <a:lnTo>
                  <a:pt x="210635" y="225910"/>
                </a:lnTo>
                <a:lnTo>
                  <a:pt x="217572" y="230746"/>
                </a:lnTo>
                <a:lnTo>
                  <a:pt x="239583" y="260007"/>
                </a:lnTo>
                <a:lnTo>
                  <a:pt x="252793" y="294949"/>
                </a:lnTo>
                <a:lnTo>
                  <a:pt x="257198" y="333464"/>
                </a:lnTo>
                <a:lnTo>
                  <a:pt x="257198" y="350101"/>
                </a:lnTo>
                <a:close/>
              </a:path>
              <a:path w="283210" h="392429">
                <a:moveTo>
                  <a:pt x="230783" y="350101"/>
                </a:moveTo>
                <a:lnTo>
                  <a:pt x="51836" y="350101"/>
                </a:lnTo>
                <a:lnTo>
                  <a:pt x="132975" y="288487"/>
                </a:lnTo>
                <a:lnTo>
                  <a:pt x="135427" y="286531"/>
                </a:lnTo>
                <a:lnTo>
                  <a:pt x="138376" y="285569"/>
                </a:lnTo>
                <a:lnTo>
                  <a:pt x="144243" y="285569"/>
                </a:lnTo>
                <a:lnTo>
                  <a:pt x="147161" y="286531"/>
                </a:lnTo>
                <a:lnTo>
                  <a:pt x="149613" y="288487"/>
                </a:lnTo>
                <a:lnTo>
                  <a:pt x="230783" y="350101"/>
                </a:lnTo>
                <a:close/>
              </a:path>
              <a:path w="283210" h="392429">
                <a:moveTo>
                  <a:pt x="276753" y="392161"/>
                </a:moveTo>
                <a:lnTo>
                  <a:pt x="5866" y="392161"/>
                </a:lnTo>
                <a:lnTo>
                  <a:pt x="0" y="387256"/>
                </a:lnTo>
                <a:lnTo>
                  <a:pt x="0" y="372605"/>
                </a:lnTo>
                <a:lnTo>
                  <a:pt x="4873" y="366739"/>
                </a:lnTo>
                <a:lnTo>
                  <a:pt x="276753" y="366739"/>
                </a:lnTo>
                <a:lnTo>
                  <a:pt x="282620" y="372605"/>
                </a:lnTo>
                <a:lnTo>
                  <a:pt x="282620" y="386294"/>
                </a:lnTo>
                <a:lnTo>
                  <a:pt x="276753" y="392161"/>
                </a:lnTo>
                <a:close/>
              </a:path>
            </a:pathLst>
          </a:custGeom>
          <a:solidFill>
            <a:srgbClr val="B6B6B6"/>
          </a:solidFill>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686" y="2664221"/>
            <a:ext cx="12166612" cy="1623906"/>
          </a:xfrm>
          <a:prstGeom prst="rect">
            <a:avLst/>
          </a:prstGeom>
        </p:spPr>
      </p:pic>
      <p:grpSp>
        <p:nvGrpSpPr>
          <p:cNvPr id="3" name="object 3"/>
          <p:cNvGrpSpPr/>
          <p:nvPr/>
        </p:nvGrpSpPr>
        <p:grpSpPr>
          <a:xfrm>
            <a:off x="12686" y="329855"/>
            <a:ext cx="12167235" cy="774065"/>
            <a:chOff x="12686" y="329855"/>
            <a:chExt cx="12167235" cy="774065"/>
          </a:xfrm>
        </p:grpSpPr>
        <p:pic>
          <p:nvPicPr>
            <p:cNvPr id="4" name="object 4"/>
            <p:cNvPicPr/>
            <p:nvPr/>
          </p:nvPicPr>
          <p:blipFill>
            <a:blip r:embed="rId3" cstate="print"/>
            <a:stretch>
              <a:fillRect/>
            </a:stretch>
          </p:blipFill>
          <p:spPr>
            <a:xfrm>
              <a:off x="12686" y="329855"/>
              <a:ext cx="12166612" cy="773893"/>
            </a:xfrm>
            <a:prstGeom prst="rect">
              <a:avLst/>
            </a:prstGeom>
          </p:spPr>
        </p:pic>
        <p:sp>
          <p:nvSpPr>
            <p:cNvPr id="5" name="object 5"/>
            <p:cNvSpPr/>
            <p:nvPr/>
          </p:nvSpPr>
          <p:spPr>
            <a:xfrm>
              <a:off x="1497039" y="621651"/>
              <a:ext cx="2715260" cy="215900"/>
            </a:xfrm>
            <a:custGeom>
              <a:avLst/>
              <a:gdLst/>
              <a:ahLst/>
              <a:cxnLst/>
              <a:rect l="l" t="t" r="r" b="b"/>
              <a:pathLst>
                <a:path w="2715260" h="215900">
                  <a:moveTo>
                    <a:pt x="2714967" y="215674"/>
                  </a:moveTo>
                  <a:lnTo>
                    <a:pt x="0" y="215674"/>
                  </a:lnTo>
                  <a:lnTo>
                    <a:pt x="0" y="0"/>
                  </a:lnTo>
                  <a:lnTo>
                    <a:pt x="2714967" y="0"/>
                  </a:lnTo>
                  <a:lnTo>
                    <a:pt x="2714967" y="215674"/>
                  </a:lnTo>
                  <a:close/>
                </a:path>
              </a:pathLst>
            </a:custGeom>
            <a:solidFill>
              <a:srgbClr val="48087C"/>
            </a:solidFill>
          </p:spPr>
          <p:txBody>
            <a:bodyPr wrap="square" lIns="0" tIns="0" rIns="0" bIns="0" rtlCol="0"/>
            <a:lstStyle/>
            <a:p>
              <a:endParaRPr/>
            </a:p>
          </p:txBody>
        </p:sp>
      </p:grpSp>
      <p:sp>
        <p:nvSpPr>
          <p:cNvPr id="6" name="object 6"/>
          <p:cNvSpPr txBox="1">
            <a:spLocks noGrp="1"/>
          </p:cNvSpPr>
          <p:nvPr>
            <p:ph type="title"/>
          </p:nvPr>
        </p:nvSpPr>
        <p:spPr>
          <a:xfrm>
            <a:off x="1476089" y="540584"/>
            <a:ext cx="2654935" cy="351155"/>
          </a:xfrm>
          <a:prstGeom prst="rect">
            <a:avLst/>
          </a:prstGeom>
        </p:spPr>
        <p:txBody>
          <a:bodyPr vert="horz" wrap="square" lIns="0" tIns="17145" rIns="0" bIns="0" rtlCol="0">
            <a:spAutoFit/>
          </a:bodyPr>
          <a:lstStyle/>
          <a:p>
            <a:pPr marL="12700">
              <a:lnSpc>
                <a:spcPct val="100000"/>
              </a:lnSpc>
              <a:spcBef>
                <a:spcPts val="135"/>
              </a:spcBef>
            </a:pPr>
            <a:r>
              <a:rPr sz="2100" b="0" spc="204" dirty="0">
                <a:solidFill>
                  <a:srgbClr val="FFFFFF"/>
                </a:solidFill>
                <a:latin typeface="Arial MT"/>
                <a:cs typeface="Arial MT"/>
              </a:rPr>
              <a:t>PASCUAL</a:t>
            </a:r>
            <a:r>
              <a:rPr sz="2100" b="0" spc="140" dirty="0">
                <a:solidFill>
                  <a:srgbClr val="FFFFFF"/>
                </a:solidFill>
                <a:latin typeface="Arial MT"/>
                <a:cs typeface="Arial MT"/>
              </a:rPr>
              <a:t> </a:t>
            </a:r>
            <a:r>
              <a:rPr sz="2100" b="0" spc="570" dirty="0">
                <a:solidFill>
                  <a:srgbClr val="FFFFFF"/>
                </a:solidFill>
                <a:latin typeface="Arial MT"/>
                <a:cs typeface="Arial MT"/>
              </a:rPr>
              <a:t>BRMO</a:t>
            </a:r>
            <a:endParaRPr sz="2100">
              <a:latin typeface="Arial MT"/>
              <a:cs typeface="Arial MT"/>
            </a:endParaRPr>
          </a:p>
        </p:txBody>
      </p:sp>
      <p:grpSp>
        <p:nvGrpSpPr>
          <p:cNvPr id="7" name="object 7"/>
          <p:cNvGrpSpPr/>
          <p:nvPr/>
        </p:nvGrpSpPr>
        <p:grpSpPr>
          <a:xfrm>
            <a:off x="12686" y="1103749"/>
            <a:ext cx="12167235" cy="228600"/>
            <a:chOff x="12686" y="1103749"/>
            <a:chExt cx="12167235" cy="228600"/>
          </a:xfrm>
        </p:grpSpPr>
        <p:pic>
          <p:nvPicPr>
            <p:cNvPr id="8" name="object 8"/>
            <p:cNvPicPr/>
            <p:nvPr/>
          </p:nvPicPr>
          <p:blipFill>
            <a:blip r:embed="rId4" cstate="print"/>
            <a:stretch>
              <a:fillRect/>
            </a:stretch>
          </p:blipFill>
          <p:spPr>
            <a:xfrm>
              <a:off x="12686" y="1103749"/>
              <a:ext cx="12166612" cy="114180"/>
            </a:xfrm>
            <a:prstGeom prst="rect">
              <a:avLst/>
            </a:prstGeom>
          </p:spPr>
        </p:pic>
        <p:sp>
          <p:nvSpPr>
            <p:cNvPr id="9" name="object 9"/>
            <p:cNvSpPr/>
            <p:nvPr/>
          </p:nvSpPr>
          <p:spPr>
            <a:xfrm>
              <a:off x="12686" y="1103749"/>
              <a:ext cx="12154535" cy="101600"/>
            </a:xfrm>
            <a:custGeom>
              <a:avLst/>
              <a:gdLst/>
              <a:ahLst/>
              <a:cxnLst/>
              <a:rect l="l" t="t" r="r" b="b"/>
              <a:pathLst>
                <a:path w="12154535" h="101600">
                  <a:moveTo>
                    <a:pt x="12153919" y="101494"/>
                  </a:moveTo>
                  <a:lnTo>
                    <a:pt x="0" y="101494"/>
                  </a:lnTo>
                  <a:lnTo>
                    <a:pt x="0" y="0"/>
                  </a:lnTo>
                  <a:lnTo>
                    <a:pt x="12153919" y="0"/>
                  </a:lnTo>
                  <a:lnTo>
                    <a:pt x="12153919" y="101494"/>
                  </a:lnTo>
                  <a:close/>
                </a:path>
              </a:pathLst>
            </a:custGeom>
            <a:solidFill>
              <a:srgbClr val="46087B"/>
            </a:solidFill>
          </p:spPr>
          <p:txBody>
            <a:bodyPr wrap="square" lIns="0" tIns="0" rIns="0" bIns="0" rtlCol="0"/>
            <a:lstStyle/>
            <a:p>
              <a:endParaRPr/>
            </a:p>
          </p:txBody>
        </p:sp>
        <p:pic>
          <p:nvPicPr>
            <p:cNvPr id="10" name="object 10"/>
            <p:cNvPicPr/>
            <p:nvPr/>
          </p:nvPicPr>
          <p:blipFill>
            <a:blip r:embed="rId5" cstate="print"/>
            <a:stretch>
              <a:fillRect/>
            </a:stretch>
          </p:blipFill>
          <p:spPr>
            <a:xfrm>
              <a:off x="12686" y="1243303"/>
              <a:ext cx="12166612" cy="88807"/>
            </a:xfrm>
            <a:prstGeom prst="rect">
              <a:avLst/>
            </a:prstGeom>
          </p:spPr>
        </p:pic>
        <p:sp>
          <p:nvSpPr>
            <p:cNvPr id="11" name="object 11"/>
            <p:cNvSpPr/>
            <p:nvPr/>
          </p:nvSpPr>
          <p:spPr>
            <a:xfrm>
              <a:off x="12686" y="1243303"/>
              <a:ext cx="12154535" cy="76200"/>
            </a:xfrm>
            <a:custGeom>
              <a:avLst/>
              <a:gdLst/>
              <a:ahLst/>
              <a:cxnLst/>
              <a:rect l="l" t="t" r="r" b="b"/>
              <a:pathLst>
                <a:path w="12154535" h="76200">
                  <a:moveTo>
                    <a:pt x="12153919" y="76120"/>
                  </a:moveTo>
                  <a:lnTo>
                    <a:pt x="0" y="76120"/>
                  </a:lnTo>
                  <a:lnTo>
                    <a:pt x="0" y="0"/>
                  </a:lnTo>
                  <a:lnTo>
                    <a:pt x="12153919" y="0"/>
                  </a:lnTo>
                  <a:lnTo>
                    <a:pt x="12153919" y="76120"/>
                  </a:lnTo>
                  <a:close/>
                </a:path>
              </a:pathLst>
            </a:custGeom>
            <a:solidFill>
              <a:srgbClr val="440579"/>
            </a:solidFill>
          </p:spPr>
          <p:txBody>
            <a:bodyPr wrap="square" lIns="0" tIns="0" rIns="0" bIns="0" rtlCol="0"/>
            <a:lstStyle/>
            <a:p>
              <a:endParaRPr/>
            </a:p>
          </p:txBody>
        </p:sp>
      </p:grpSp>
      <p:grpSp>
        <p:nvGrpSpPr>
          <p:cNvPr id="12" name="object 12"/>
          <p:cNvGrpSpPr/>
          <p:nvPr/>
        </p:nvGrpSpPr>
        <p:grpSpPr>
          <a:xfrm>
            <a:off x="12686" y="5670986"/>
            <a:ext cx="12167235" cy="862965"/>
            <a:chOff x="12686" y="5670986"/>
            <a:chExt cx="12167235" cy="862965"/>
          </a:xfrm>
        </p:grpSpPr>
        <p:pic>
          <p:nvPicPr>
            <p:cNvPr id="13" name="object 13"/>
            <p:cNvPicPr/>
            <p:nvPr/>
          </p:nvPicPr>
          <p:blipFill>
            <a:blip r:embed="rId6" cstate="print"/>
            <a:stretch>
              <a:fillRect/>
            </a:stretch>
          </p:blipFill>
          <p:spPr>
            <a:xfrm>
              <a:off x="10745694" y="5670986"/>
              <a:ext cx="1433605" cy="532844"/>
            </a:xfrm>
            <a:prstGeom prst="rect">
              <a:avLst/>
            </a:prstGeom>
          </p:spPr>
        </p:pic>
        <p:pic>
          <p:nvPicPr>
            <p:cNvPr id="14" name="object 14"/>
            <p:cNvPicPr/>
            <p:nvPr/>
          </p:nvPicPr>
          <p:blipFill>
            <a:blip r:embed="rId7" cstate="print"/>
            <a:stretch>
              <a:fillRect/>
            </a:stretch>
          </p:blipFill>
          <p:spPr>
            <a:xfrm>
              <a:off x="10339719" y="6203831"/>
              <a:ext cx="1623907" cy="329856"/>
            </a:xfrm>
            <a:prstGeom prst="rect">
              <a:avLst/>
            </a:prstGeom>
          </p:spPr>
        </p:pic>
        <p:pic>
          <p:nvPicPr>
            <p:cNvPr id="15" name="object 15"/>
            <p:cNvPicPr/>
            <p:nvPr/>
          </p:nvPicPr>
          <p:blipFill>
            <a:blip r:embed="rId8" cstate="print"/>
            <a:stretch>
              <a:fillRect/>
            </a:stretch>
          </p:blipFill>
          <p:spPr>
            <a:xfrm>
              <a:off x="570904" y="6203831"/>
              <a:ext cx="3120944" cy="279108"/>
            </a:xfrm>
            <a:prstGeom prst="rect">
              <a:avLst/>
            </a:prstGeom>
          </p:spPr>
        </p:pic>
        <p:sp>
          <p:nvSpPr>
            <p:cNvPr id="16" name="object 16"/>
            <p:cNvSpPr/>
            <p:nvPr/>
          </p:nvSpPr>
          <p:spPr>
            <a:xfrm>
              <a:off x="12686" y="5670986"/>
              <a:ext cx="12154535" cy="850265"/>
            </a:xfrm>
            <a:custGeom>
              <a:avLst/>
              <a:gdLst/>
              <a:ahLst/>
              <a:cxnLst/>
              <a:rect l="l" t="t" r="r" b="b"/>
              <a:pathLst>
                <a:path w="12154535" h="850265">
                  <a:moveTo>
                    <a:pt x="12153919" y="850013"/>
                  </a:moveTo>
                  <a:lnTo>
                    <a:pt x="0" y="850013"/>
                  </a:lnTo>
                  <a:lnTo>
                    <a:pt x="0" y="0"/>
                  </a:lnTo>
                  <a:lnTo>
                    <a:pt x="12153919" y="0"/>
                  </a:lnTo>
                  <a:lnTo>
                    <a:pt x="12153919" y="850013"/>
                  </a:lnTo>
                  <a:close/>
                </a:path>
              </a:pathLst>
            </a:custGeom>
            <a:solidFill>
              <a:srgbClr val="4B0C80"/>
            </a:solidFill>
          </p:spPr>
          <p:txBody>
            <a:bodyPr wrap="square" lIns="0" tIns="0" rIns="0" bIns="0" rtlCol="0"/>
            <a:lstStyle/>
            <a:p>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146</TotalTime>
  <Words>514</Words>
  <Application>Microsoft Office PowerPoint</Application>
  <PresentationFormat>Personalizado</PresentationFormat>
  <Paragraphs>39</Paragraphs>
  <Slides>12</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Arial MT</vt:lpstr>
      <vt:lpstr>Calibri</vt:lpstr>
      <vt:lpstr>Office Theme</vt:lpstr>
      <vt:lpstr>FORTALECIENDO CONOCIMIENTOS  Amelia Alvarez Betancourt Danha Valerin Hurtado Gomez Maria Ximena Pulgarin Zapata Maria Salome Tamayo Alvarez</vt:lpstr>
      <vt:lpstr>PRESENTACIÓN DE PROPUESTA PROYECTO INTEGRADOR DE AULA -PIA-</vt:lpstr>
      <vt:lpstr>PROBLEMA O NECESIDAD BAJO RENDIMIENTO ACADEMICO</vt:lpstr>
      <vt:lpstr>MARCO TEÓRICO Y ESTADO Y ESTADO DEL ARTE</vt:lpstr>
      <vt:lpstr>OBJETIVOS DEL PROYECTO</vt:lpstr>
      <vt:lpstr>METODOLOGÍA SUBTÍTULO</vt:lpstr>
      <vt:lpstr>RESULTADOS Y PRODUCTOS ESPERADOS SUBTÍTULO</vt:lpstr>
      <vt:lpstr>CRONOGRAMA SUBTÍTULO</vt:lpstr>
      <vt:lpstr>BIBLIOGRAFÍA SUBTÍTULO</vt:lpstr>
      <vt:lpstr>ELEMENTOS COMPLEMENTARIOS</vt:lpstr>
      <vt:lpstr>ELEMENTOS COMPLEMENTARIOS</vt:lpstr>
      <vt:lpstr>PASCUAL BRMO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FORTALECIENDO CONOCIMIENTOS</dc:title>
  <dc:creator>Usuario</dc:creator>
  <cp:lastModifiedBy>Usuario</cp:lastModifiedBy>
  <cp:revision>14</cp:revision>
  <dcterms:created xsi:type="dcterms:W3CDTF">2024-07-09T16:02:25Z</dcterms:created>
  <dcterms:modified xsi:type="dcterms:W3CDTF">2024-07-10T14:56:50Z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oducer">
    <vt:lpwstr>Skia/PDF m112</vt:lpwstr>
  </property>
</Properties>
</file>