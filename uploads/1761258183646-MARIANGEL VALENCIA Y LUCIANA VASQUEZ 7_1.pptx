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D0078-5FE7-76A6-489A-CEA9F6FAC5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5C3A7A-7B8C-500C-D451-02B971E57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FAF872-5DD3-DE2B-FE91-3CBFCB647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D57003-A910-C78E-8DF8-D4964F2C0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6BCA80-6402-DA32-4E43-BC97764C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62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1ACD7-7D98-B0B5-5311-78A58765D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42929B-B2C3-D93F-1C4E-DEC181084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3696D1-C79D-3C2B-226F-842351E1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5806BB-C4D7-8087-6048-E1BBC15DD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8A33A0-9835-CD46-6881-ED3D424D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03953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6A77F5-6F5E-D371-C6FD-1AFB069EB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C6165B-7030-7367-7482-2270AF0046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FDEFD9-6909-8A69-5455-6B5F93528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52AFA4-E482-E740-D76D-C754FF8EA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579A11-8DBC-4A15-D128-E57B75877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1677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B83C07-D18F-138A-73B0-5BB5DCAE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1E431E-4D5F-C7F5-A4B3-940DF53BF8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CE0973-3A2E-33CF-480E-14E97A95F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ADFD1E-2893-0BD4-08CA-4BCD2A62E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2ECF6E9-FFAE-753E-4A19-A021EB4A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1D708D8-C924-4815-E352-27BB180F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3515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C90F86-CC56-0467-2DED-0A8DF4E8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1CFCC5-7213-CCB7-1FFD-9D1666FC1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2D64A3-D1FE-258C-422D-B32740101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7D652B-DBB2-12E3-F0CF-57804A018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2EE71DE-FEB3-2470-D9C7-382525ECD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04FE798-4C20-1BE1-282A-8C808628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DD42316-BD58-73E4-CAD0-A35713BD9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65DD1EB-9C95-71FE-9655-98EF5FAED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3036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3F2969-E698-9A41-9F4C-5248DD8A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6D02CB-13E2-A73F-EECD-D840905F1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A3E37B-1828-3AB2-083E-BF5774A1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23A6C5-30BD-8CF5-042B-CA695468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0043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59EAD5D-A226-42D9-0401-730F579E8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7B56E1-2D88-4E11-AFE8-F2C4EC97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B391D3F-0131-60CD-D009-BF3992A5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3705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46951-DB58-C21C-F058-2988E0169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0BD2E0-25C5-AF9D-332B-454CD124D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4EE881-0700-6248-D81E-C1C046E19C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41A943-C042-2069-0372-1675A500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7D203C-F61B-6952-D450-BC9A8149A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C98322-8E27-A3D5-E93E-5DCAA844E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2955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8E3B43-9F1C-7BE3-C206-D1978522E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32061E-8B24-8613-66D5-0D6295EEB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6572BD4-95CC-7303-5F3F-78A6A8B6A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D0B5EE-A50F-A194-B838-C80D22C7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6C4D01-78C6-45F9-61FC-B92F059C5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C7367C-B662-ED46-FCBF-7DDB61EAB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41110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CCD1E4-0534-99E8-314C-1EF97E3F2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5E2AEC-7A84-618F-7F32-5453326290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B77F42-AA3F-4925-CF0C-F8BAD360F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79FAD1-0F59-7744-5583-24ED52E8D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6D604-BAB7-D21E-5327-935C96F6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3727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D749F2-E2CF-5C25-5824-6B69C0C553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CEFEFFE-79AD-8181-486F-9F7EC0F74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51F61B-352F-C321-1664-018288B1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400BC9-FAFB-15C7-BD37-E6296B545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EC7B0B-5F4E-659E-AD56-9030EBD94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0158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0A01B48-61DB-1CBF-050A-93288A6A2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4C43C1-FD11-EFDB-518F-FD07E2A81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ADD1E7-540D-A681-EF80-F830D8D9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8964DB-B78C-454B-B853-4499E17558DF}" type="datetimeFigureOut">
              <a:rPr lang="es-CO" smtClean="0"/>
              <a:t>22/10/2025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DC33C2-5763-BFC4-81E6-9D4D69A25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FC3531-5F07-7C7B-E6E6-A020A1F95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5149C-FD37-40FB-8415-9F5280BEEF9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2820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664329C-F634-93D3-6CBD-DAB72B6F0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CA2EDF2E-10CF-9F61-6F63-A54679EA6B2B}"/>
              </a:ext>
            </a:extLst>
          </p:cNvPr>
          <p:cNvSpPr txBox="1"/>
          <p:nvPr/>
        </p:nvSpPr>
        <p:spPr>
          <a:xfrm flipH="1">
            <a:off x="3128963" y="2943225"/>
            <a:ext cx="6343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Bahnschrift SemiBold" panose="020B0502040204020203" pitchFamily="34" charset="0"/>
              </a:rPr>
              <a:t>         MARIANGEL VALENCIA Y LUCIANA VASQUEZ</a:t>
            </a:r>
            <a:endParaRPr lang="es-CO" dirty="0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74470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79A7481-7BD4-2F2C-CD2F-701ABFBA5389}"/>
              </a:ext>
            </a:extLst>
          </p:cNvPr>
          <p:cNvSpPr txBox="1"/>
          <p:nvPr/>
        </p:nvSpPr>
        <p:spPr>
          <a:xfrm>
            <a:off x="-514350" y="814387"/>
            <a:ext cx="10887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</a:t>
            </a:r>
            <a:r>
              <a:rPr lang="es-MX" sz="2800" dirty="0">
                <a:solidFill>
                  <a:srgbClr val="EE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lang="es-CO" sz="2800" dirty="0">
                <a:solidFill>
                  <a:srgbClr val="EE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que son importantes las flores?</a:t>
            </a:r>
            <a:endParaRPr lang="es-MX" sz="2800" dirty="0">
              <a:solidFill>
                <a:srgbClr val="EE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CBF2AB68-62DE-A311-0981-14892354C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141" y="1860827"/>
            <a:ext cx="4852358" cy="4568547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C9097559-98D3-B981-DB7B-8E91B0AAD532}"/>
              </a:ext>
            </a:extLst>
          </p:cNvPr>
          <p:cNvSpPr txBox="1"/>
          <p:nvPr/>
        </p:nvSpPr>
        <p:spPr>
          <a:xfrm>
            <a:off x="1657350" y="1337607"/>
            <a:ext cx="9944100" cy="2308324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just"/>
            <a:r>
              <a:rPr lang="es-CO" dirty="0"/>
              <a:t>Las flores son vitales para el planeta, cumpliendo funciones reproductivas cruciales (polinización) y manteniendo ecosistemas saludables, ya que sus néctares y estructuras alimentan y dan hábitat a insectos y aves. Además, tienen una importancia cultural y emocional para los humanos, usándose en la alimentación, medicina, cosmética, y como símbolos en celebraciones y para mejorar el estado de ánimo y crear ambientes acogedores. </a:t>
            </a:r>
          </a:p>
        </p:txBody>
      </p:sp>
    </p:spTree>
    <p:extLst>
      <p:ext uri="{BB962C8B-B14F-4D97-AF65-F5344CB8AC3E}">
        <p14:creationId xmlns:p14="http://schemas.microsoft.com/office/powerpoint/2010/main" val="187602207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Panorámica</PresentationFormat>
  <Paragraphs>3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Arial</vt:lpstr>
      <vt:lpstr>Bahnschrift SemiBold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Usuario</dc:creator>
  <cp:lastModifiedBy>Usuario</cp:lastModifiedBy>
  <cp:revision>1</cp:revision>
  <dcterms:created xsi:type="dcterms:W3CDTF">2025-10-22T17:05:35Z</dcterms:created>
  <dcterms:modified xsi:type="dcterms:W3CDTF">2025-10-22T17:05:56Z</dcterms:modified>
</cp:coreProperties>
</file>